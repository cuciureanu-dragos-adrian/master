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elegraf Heavy" charset="1" panose="00000A00000000000000"/>
      <p:regular r:id="rId16"/>
    </p:embeddedFont>
    <p:embeddedFont>
      <p:font typeface="Poppins" charset="1" panose="00000500000000000000"/>
      <p:regular r:id="rId17"/>
    </p:embeddedFont>
    <p:embeddedFont>
      <p:font typeface="Telegraf Bold" charset="1" panose="00000800000000000000"/>
      <p:regular r:id="rId18"/>
    </p:embeddedFont>
    <p:embeddedFont>
      <p:font typeface="Telegraf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20906" y="7638820"/>
            <a:ext cx="3579538" cy="1619480"/>
            <a:chOff x="0" y="0"/>
            <a:chExt cx="942759" cy="4265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2759" cy="426530"/>
            </a:xfrm>
            <a:custGeom>
              <a:avLst/>
              <a:gdLst/>
              <a:ahLst/>
              <a:cxnLst/>
              <a:rect r="r" b="b" t="t" l="l"/>
              <a:pathLst>
                <a:path h="426530" w="942759">
                  <a:moveTo>
                    <a:pt x="110304" y="0"/>
                  </a:moveTo>
                  <a:lnTo>
                    <a:pt x="832455" y="0"/>
                  </a:lnTo>
                  <a:cubicBezTo>
                    <a:pt x="893374" y="0"/>
                    <a:pt x="942759" y="49385"/>
                    <a:pt x="942759" y="110304"/>
                  </a:cubicBezTo>
                  <a:lnTo>
                    <a:pt x="942759" y="316225"/>
                  </a:lnTo>
                  <a:cubicBezTo>
                    <a:pt x="942759" y="377145"/>
                    <a:pt x="893374" y="426530"/>
                    <a:pt x="832455" y="426530"/>
                  </a:cubicBezTo>
                  <a:lnTo>
                    <a:pt x="110304" y="426530"/>
                  </a:lnTo>
                  <a:cubicBezTo>
                    <a:pt x="49385" y="426530"/>
                    <a:pt x="0" y="377145"/>
                    <a:pt x="0" y="316225"/>
                  </a:cubicBezTo>
                  <a:lnTo>
                    <a:pt x="0" y="110304"/>
                  </a:lnTo>
                  <a:cubicBezTo>
                    <a:pt x="0" y="49385"/>
                    <a:pt x="49385" y="0"/>
                    <a:pt x="110304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42759" cy="464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7638820"/>
            <a:ext cx="6087406" cy="1619480"/>
            <a:chOff x="0" y="0"/>
            <a:chExt cx="1603267" cy="4265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03267" cy="426530"/>
            </a:xfrm>
            <a:custGeom>
              <a:avLst/>
              <a:gdLst/>
              <a:ahLst/>
              <a:cxnLst/>
              <a:rect r="r" b="b" t="t" l="l"/>
              <a:pathLst>
                <a:path h="426530" w="1603267">
                  <a:moveTo>
                    <a:pt x="64861" y="0"/>
                  </a:moveTo>
                  <a:lnTo>
                    <a:pt x="1538406" y="0"/>
                  </a:lnTo>
                  <a:cubicBezTo>
                    <a:pt x="1574228" y="0"/>
                    <a:pt x="1603267" y="29039"/>
                    <a:pt x="1603267" y="64861"/>
                  </a:cubicBezTo>
                  <a:lnTo>
                    <a:pt x="1603267" y="361668"/>
                  </a:lnTo>
                  <a:cubicBezTo>
                    <a:pt x="1603267" y="397490"/>
                    <a:pt x="1574228" y="426530"/>
                    <a:pt x="1538406" y="426530"/>
                  </a:cubicBezTo>
                  <a:lnTo>
                    <a:pt x="64861" y="426530"/>
                  </a:lnTo>
                  <a:cubicBezTo>
                    <a:pt x="47659" y="426530"/>
                    <a:pt x="31161" y="419696"/>
                    <a:pt x="18997" y="407532"/>
                  </a:cubicBezTo>
                  <a:cubicBezTo>
                    <a:pt x="6834" y="395368"/>
                    <a:pt x="0" y="378870"/>
                    <a:pt x="0" y="361668"/>
                  </a:cubicBezTo>
                  <a:lnTo>
                    <a:pt x="0" y="64861"/>
                  </a:lnTo>
                  <a:cubicBezTo>
                    <a:pt x="0" y="29039"/>
                    <a:pt x="29039" y="0"/>
                    <a:pt x="64861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03267" cy="464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306671" y="7638820"/>
            <a:ext cx="5952629" cy="1619480"/>
            <a:chOff x="0" y="0"/>
            <a:chExt cx="1567771" cy="4265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67771" cy="426530"/>
            </a:xfrm>
            <a:custGeom>
              <a:avLst/>
              <a:gdLst/>
              <a:ahLst/>
              <a:cxnLst/>
              <a:rect r="r" b="b" t="t" l="l"/>
              <a:pathLst>
                <a:path h="426530" w="1567771">
                  <a:moveTo>
                    <a:pt x="66330" y="0"/>
                  </a:moveTo>
                  <a:lnTo>
                    <a:pt x="1501441" y="0"/>
                  </a:lnTo>
                  <a:cubicBezTo>
                    <a:pt x="1519032" y="0"/>
                    <a:pt x="1535904" y="6988"/>
                    <a:pt x="1548343" y="19428"/>
                  </a:cubicBezTo>
                  <a:cubicBezTo>
                    <a:pt x="1560782" y="31867"/>
                    <a:pt x="1567771" y="48738"/>
                    <a:pt x="1567771" y="66330"/>
                  </a:cubicBezTo>
                  <a:lnTo>
                    <a:pt x="1567771" y="360200"/>
                  </a:lnTo>
                  <a:cubicBezTo>
                    <a:pt x="1567771" y="377791"/>
                    <a:pt x="1560782" y="394663"/>
                    <a:pt x="1548343" y="407102"/>
                  </a:cubicBezTo>
                  <a:cubicBezTo>
                    <a:pt x="1535904" y="419541"/>
                    <a:pt x="1519032" y="426530"/>
                    <a:pt x="1501441" y="426530"/>
                  </a:cubicBezTo>
                  <a:lnTo>
                    <a:pt x="66330" y="426530"/>
                  </a:lnTo>
                  <a:cubicBezTo>
                    <a:pt x="48738" y="426530"/>
                    <a:pt x="31867" y="419541"/>
                    <a:pt x="19428" y="407102"/>
                  </a:cubicBezTo>
                  <a:cubicBezTo>
                    <a:pt x="6988" y="394663"/>
                    <a:pt x="0" y="377791"/>
                    <a:pt x="0" y="360200"/>
                  </a:cubicBezTo>
                  <a:lnTo>
                    <a:pt x="0" y="66330"/>
                  </a:lnTo>
                  <a:cubicBezTo>
                    <a:pt x="0" y="48738"/>
                    <a:pt x="6988" y="31867"/>
                    <a:pt x="19428" y="19428"/>
                  </a:cubicBezTo>
                  <a:cubicBezTo>
                    <a:pt x="31867" y="6988"/>
                    <a:pt x="48738" y="0"/>
                    <a:pt x="66330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67771" cy="464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020566" y="8071439"/>
            <a:ext cx="888295" cy="754243"/>
          </a:xfrm>
          <a:custGeom>
            <a:avLst/>
            <a:gdLst/>
            <a:ahLst/>
            <a:cxnLst/>
            <a:rect r="r" b="b" t="t" l="l"/>
            <a:pathLst>
              <a:path h="754243" w="888295">
                <a:moveTo>
                  <a:pt x="0" y="0"/>
                </a:moveTo>
                <a:lnTo>
                  <a:pt x="888295" y="0"/>
                </a:lnTo>
                <a:lnTo>
                  <a:pt x="888295" y="754243"/>
                </a:lnTo>
                <a:lnTo>
                  <a:pt x="0" y="7542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22542" y="2544439"/>
            <a:ext cx="15700066" cy="2949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41"/>
              </a:lnSpc>
            </a:pPr>
            <a:r>
              <a:rPr lang="en-US" b="true" sz="16243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Pitch Deck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5061094"/>
            <a:ext cx="16230600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spc="1058">
                <a:solidFill>
                  <a:srgbClr val="ECA406"/>
                </a:solidFill>
                <a:latin typeface="Poppins"/>
                <a:ea typeface="Poppins"/>
                <a:cs typeface="Poppins"/>
                <a:sym typeface="Poppins"/>
              </a:rPr>
              <a:t>PRESENTATION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71938" y="8150745"/>
            <a:ext cx="5422095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hello@reallygreatsite.com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87958" y="8150745"/>
            <a:ext cx="3045434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Alfredo Torres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078805" y="8025650"/>
            <a:ext cx="35039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F5F5F5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Fauget Inc.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DDD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879982"/>
            <a:ext cx="5066791" cy="6378318"/>
            <a:chOff x="0" y="0"/>
            <a:chExt cx="1334464" cy="16798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4464" cy="1679886"/>
            </a:xfrm>
            <a:custGeom>
              <a:avLst/>
              <a:gdLst/>
              <a:ahLst/>
              <a:cxnLst/>
              <a:rect r="r" b="b" t="t" l="l"/>
              <a:pathLst>
                <a:path h="1679886" w="1334464">
                  <a:moveTo>
                    <a:pt x="77927" y="0"/>
                  </a:moveTo>
                  <a:lnTo>
                    <a:pt x="1256537" y="0"/>
                  </a:lnTo>
                  <a:cubicBezTo>
                    <a:pt x="1277204" y="0"/>
                    <a:pt x="1297025" y="8210"/>
                    <a:pt x="1311639" y="22824"/>
                  </a:cubicBezTo>
                  <a:cubicBezTo>
                    <a:pt x="1326254" y="37438"/>
                    <a:pt x="1334464" y="57259"/>
                    <a:pt x="1334464" y="77927"/>
                  </a:cubicBezTo>
                  <a:lnTo>
                    <a:pt x="1334464" y="1601960"/>
                  </a:lnTo>
                  <a:cubicBezTo>
                    <a:pt x="1334464" y="1622627"/>
                    <a:pt x="1326254" y="1642448"/>
                    <a:pt x="1311639" y="1657062"/>
                  </a:cubicBezTo>
                  <a:cubicBezTo>
                    <a:pt x="1297025" y="1671676"/>
                    <a:pt x="1277204" y="1679886"/>
                    <a:pt x="1256537" y="1679886"/>
                  </a:cubicBezTo>
                  <a:lnTo>
                    <a:pt x="77927" y="1679886"/>
                  </a:lnTo>
                  <a:cubicBezTo>
                    <a:pt x="57259" y="1679886"/>
                    <a:pt x="37438" y="1671676"/>
                    <a:pt x="22824" y="1657062"/>
                  </a:cubicBezTo>
                  <a:cubicBezTo>
                    <a:pt x="8210" y="1642448"/>
                    <a:pt x="0" y="1622627"/>
                    <a:pt x="0" y="1601960"/>
                  </a:cubicBezTo>
                  <a:lnTo>
                    <a:pt x="0" y="77927"/>
                  </a:lnTo>
                  <a:cubicBezTo>
                    <a:pt x="0" y="57259"/>
                    <a:pt x="8210" y="37438"/>
                    <a:pt x="22824" y="22824"/>
                  </a:cubicBezTo>
                  <a:cubicBezTo>
                    <a:pt x="37438" y="8210"/>
                    <a:pt x="57259" y="0"/>
                    <a:pt x="77927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34464" cy="171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10604" y="2879982"/>
            <a:ext cx="5066791" cy="6378318"/>
            <a:chOff x="0" y="0"/>
            <a:chExt cx="1334464" cy="16798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4464" cy="1679886"/>
            </a:xfrm>
            <a:custGeom>
              <a:avLst/>
              <a:gdLst/>
              <a:ahLst/>
              <a:cxnLst/>
              <a:rect r="r" b="b" t="t" l="l"/>
              <a:pathLst>
                <a:path h="1679886" w="1334464">
                  <a:moveTo>
                    <a:pt x="77927" y="0"/>
                  </a:moveTo>
                  <a:lnTo>
                    <a:pt x="1256537" y="0"/>
                  </a:lnTo>
                  <a:cubicBezTo>
                    <a:pt x="1277204" y="0"/>
                    <a:pt x="1297025" y="8210"/>
                    <a:pt x="1311639" y="22824"/>
                  </a:cubicBezTo>
                  <a:cubicBezTo>
                    <a:pt x="1326254" y="37438"/>
                    <a:pt x="1334464" y="57259"/>
                    <a:pt x="1334464" y="77927"/>
                  </a:cubicBezTo>
                  <a:lnTo>
                    <a:pt x="1334464" y="1601960"/>
                  </a:lnTo>
                  <a:cubicBezTo>
                    <a:pt x="1334464" y="1622627"/>
                    <a:pt x="1326254" y="1642448"/>
                    <a:pt x="1311639" y="1657062"/>
                  </a:cubicBezTo>
                  <a:cubicBezTo>
                    <a:pt x="1297025" y="1671676"/>
                    <a:pt x="1277204" y="1679886"/>
                    <a:pt x="1256537" y="1679886"/>
                  </a:cubicBezTo>
                  <a:lnTo>
                    <a:pt x="77927" y="1679886"/>
                  </a:lnTo>
                  <a:cubicBezTo>
                    <a:pt x="57259" y="1679886"/>
                    <a:pt x="37438" y="1671676"/>
                    <a:pt x="22824" y="1657062"/>
                  </a:cubicBezTo>
                  <a:cubicBezTo>
                    <a:pt x="8210" y="1642448"/>
                    <a:pt x="0" y="1622627"/>
                    <a:pt x="0" y="1601960"/>
                  </a:cubicBezTo>
                  <a:lnTo>
                    <a:pt x="0" y="77927"/>
                  </a:lnTo>
                  <a:cubicBezTo>
                    <a:pt x="0" y="57259"/>
                    <a:pt x="8210" y="37438"/>
                    <a:pt x="22824" y="22824"/>
                  </a:cubicBezTo>
                  <a:cubicBezTo>
                    <a:pt x="37438" y="8210"/>
                    <a:pt x="57259" y="0"/>
                    <a:pt x="77927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34464" cy="171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91746" y="2879982"/>
            <a:ext cx="5066791" cy="6378318"/>
            <a:chOff x="0" y="0"/>
            <a:chExt cx="1334464" cy="16798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34464" cy="1679886"/>
            </a:xfrm>
            <a:custGeom>
              <a:avLst/>
              <a:gdLst/>
              <a:ahLst/>
              <a:cxnLst/>
              <a:rect r="r" b="b" t="t" l="l"/>
              <a:pathLst>
                <a:path h="1679886" w="1334464">
                  <a:moveTo>
                    <a:pt x="77927" y="0"/>
                  </a:moveTo>
                  <a:lnTo>
                    <a:pt x="1256537" y="0"/>
                  </a:lnTo>
                  <a:cubicBezTo>
                    <a:pt x="1277204" y="0"/>
                    <a:pt x="1297025" y="8210"/>
                    <a:pt x="1311639" y="22824"/>
                  </a:cubicBezTo>
                  <a:cubicBezTo>
                    <a:pt x="1326254" y="37438"/>
                    <a:pt x="1334464" y="57259"/>
                    <a:pt x="1334464" y="77927"/>
                  </a:cubicBezTo>
                  <a:lnTo>
                    <a:pt x="1334464" y="1601960"/>
                  </a:lnTo>
                  <a:cubicBezTo>
                    <a:pt x="1334464" y="1622627"/>
                    <a:pt x="1326254" y="1642448"/>
                    <a:pt x="1311639" y="1657062"/>
                  </a:cubicBezTo>
                  <a:cubicBezTo>
                    <a:pt x="1297025" y="1671676"/>
                    <a:pt x="1277204" y="1679886"/>
                    <a:pt x="1256537" y="1679886"/>
                  </a:cubicBezTo>
                  <a:lnTo>
                    <a:pt x="77927" y="1679886"/>
                  </a:lnTo>
                  <a:cubicBezTo>
                    <a:pt x="57259" y="1679886"/>
                    <a:pt x="37438" y="1671676"/>
                    <a:pt x="22824" y="1657062"/>
                  </a:cubicBezTo>
                  <a:cubicBezTo>
                    <a:pt x="8210" y="1642448"/>
                    <a:pt x="0" y="1622627"/>
                    <a:pt x="0" y="1601960"/>
                  </a:cubicBezTo>
                  <a:lnTo>
                    <a:pt x="0" y="77927"/>
                  </a:lnTo>
                  <a:cubicBezTo>
                    <a:pt x="0" y="57259"/>
                    <a:pt x="8210" y="37438"/>
                    <a:pt x="22824" y="22824"/>
                  </a:cubicBezTo>
                  <a:cubicBezTo>
                    <a:pt x="37438" y="8210"/>
                    <a:pt x="57259" y="0"/>
                    <a:pt x="77927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34464" cy="17179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618334" y="1938610"/>
            <a:ext cx="1887522" cy="1882744"/>
            <a:chOff x="0" y="0"/>
            <a:chExt cx="406400" cy="4053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405371"/>
            </a:xfrm>
            <a:custGeom>
              <a:avLst/>
              <a:gdLst/>
              <a:ahLst/>
              <a:cxnLst/>
              <a:rect r="r" b="b" t="t" l="l"/>
              <a:pathLst>
                <a:path h="405371" w="406400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00239" y="1938610"/>
            <a:ext cx="1887522" cy="1882744"/>
            <a:chOff x="0" y="0"/>
            <a:chExt cx="406400" cy="4053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400" cy="405371"/>
            </a:xfrm>
            <a:custGeom>
              <a:avLst/>
              <a:gdLst/>
              <a:ahLst/>
              <a:cxnLst/>
              <a:rect r="r" b="b" t="t" l="l"/>
              <a:pathLst>
                <a:path h="405371" w="406400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781065" y="1938610"/>
            <a:ext cx="1887522" cy="1882744"/>
            <a:chOff x="0" y="0"/>
            <a:chExt cx="406400" cy="4053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6400" cy="405371"/>
            </a:xfrm>
            <a:custGeom>
              <a:avLst/>
              <a:gdLst/>
              <a:ahLst/>
              <a:cxnLst/>
              <a:rect r="r" b="b" t="t" l="l"/>
              <a:pathLst>
                <a:path h="405371" w="406400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333815" y="5105400"/>
            <a:ext cx="445656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</a:pPr>
            <a:r>
              <a:rPr lang="en-US" b="true" sz="4200" u="none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Problem 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32586" y="6017027"/>
            <a:ext cx="3659018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sz="2400" u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Give a striking overview of the problem and explain it briefly.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15720" y="5105400"/>
            <a:ext cx="445656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</a:pPr>
            <a:r>
              <a:rPr lang="en-US" b="true" sz="4200" u="none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Problem 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314491" y="6017027"/>
            <a:ext cx="3659018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Elaborate on how this negatively impacts people and their experiences.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96546" y="5105400"/>
            <a:ext cx="445656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</a:pPr>
            <a:r>
              <a:rPr lang="en-US" b="true" sz="4200" u="none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Problem 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895317" y="6017027"/>
            <a:ext cx="3659018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Frame the problems effectively as it will set the stage of your entire pitch.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790571" y="2389445"/>
            <a:ext cx="154305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0"/>
              </a:lnSpc>
            </a:pPr>
            <a:r>
              <a:rPr lang="en-US" b="true" sz="560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372475" y="2389445"/>
            <a:ext cx="154305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0"/>
              </a:lnSpc>
            </a:pPr>
            <a:r>
              <a:rPr lang="en-US" b="true" sz="560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953301" y="2389445"/>
            <a:ext cx="154305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20"/>
              </a:lnSpc>
            </a:pPr>
            <a:r>
              <a:rPr lang="en-US" b="true" sz="560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09600" y="771325"/>
            <a:ext cx="5219121" cy="4129217"/>
            <a:chOff x="0" y="0"/>
            <a:chExt cx="1432647" cy="11334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2647" cy="1133469"/>
            </a:xfrm>
            <a:custGeom>
              <a:avLst/>
              <a:gdLst/>
              <a:ahLst/>
              <a:cxnLst/>
              <a:rect r="r" b="b" t="t" l="l"/>
              <a:pathLst>
                <a:path h="1133469" w="1432647">
                  <a:moveTo>
                    <a:pt x="75652" y="0"/>
                  </a:moveTo>
                  <a:lnTo>
                    <a:pt x="1356995" y="0"/>
                  </a:lnTo>
                  <a:cubicBezTo>
                    <a:pt x="1377059" y="0"/>
                    <a:pt x="1396302" y="7970"/>
                    <a:pt x="1410489" y="22158"/>
                  </a:cubicBezTo>
                  <a:cubicBezTo>
                    <a:pt x="1424677" y="36346"/>
                    <a:pt x="1432647" y="55588"/>
                    <a:pt x="1432647" y="75652"/>
                  </a:cubicBezTo>
                  <a:lnTo>
                    <a:pt x="1432647" y="1057817"/>
                  </a:lnTo>
                  <a:cubicBezTo>
                    <a:pt x="1432647" y="1099598"/>
                    <a:pt x="1398777" y="1133469"/>
                    <a:pt x="1356995" y="1133469"/>
                  </a:cubicBezTo>
                  <a:lnTo>
                    <a:pt x="75652" y="1133469"/>
                  </a:lnTo>
                  <a:cubicBezTo>
                    <a:pt x="33871" y="1133469"/>
                    <a:pt x="0" y="1099598"/>
                    <a:pt x="0" y="1057817"/>
                  </a:cubicBezTo>
                  <a:lnTo>
                    <a:pt x="0" y="75652"/>
                  </a:lnTo>
                  <a:cubicBezTo>
                    <a:pt x="0" y="33871"/>
                    <a:pt x="33871" y="0"/>
                    <a:pt x="75652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32647" cy="1171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8271" y="771325"/>
            <a:ext cx="10924017" cy="4129217"/>
            <a:chOff x="0" y="0"/>
            <a:chExt cx="2998640" cy="11334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98640" cy="1133469"/>
            </a:xfrm>
            <a:custGeom>
              <a:avLst/>
              <a:gdLst/>
              <a:ahLst/>
              <a:cxnLst/>
              <a:rect r="r" b="b" t="t" l="l"/>
              <a:pathLst>
                <a:path h="1133469" w="2998640">
                  <a:moveTo>
                    <a:pt x="36144" y="0"/>
                  </a:moveTo>
                  <a:lnTo>
                    <a:pt x="2962496" y="0"/>
                  </a:lnTo>
                  <a:cubicBezTo>
                    <a:pt x="2972082" y="0"/>
                    <a:pt x="2981275" y="3808"/>
                    <a:pt x="2988054" y="10586"/>
                  </a:cubicBezTo>
                  <a:cubicBezTo>
                    <a:pt x="2994832" y="17365"/>
                    <a:pt x="2998640" y="26558"/>
                    <a:pt x="2998640" y="36144"/>
                  </a:cubicBezTo>
                  <a:lnTo>
                    <a:pt x="2998640" y="1097325"/>
                  </a:lnTo>
                  <a:cubicBezTo>
                    <a:pt x="2998640" y="1106911"/>
                    <a:pt x="2994832" y="1116104"/>
                    <a:pt x="2988054" y="1122883"/>
                  </a:cubicBezTo>
                  <a:cubicBezTo>
                    <a:pt x="2981275" y="1129661"/>
                    <a:pt x="2972082" y="1133469"/>
                    <a:pt x="2962496" y="1133469"/>
                  </a:cubicBezTo>
                  <a:lnTo>
                    <a:pt x="36144" y="1133469"/>
                  </a:lnTo>
                  <a:cubicBezTo>
                    <a:pt x="26558" y="1133469"/>
                    <a:pt x="17365" y="1129661"/>
                    <a:pt x="10586" y="1122883"/>
                  </a:cubicBezTo>
                  <a:cubicBezTo>
                    <a:pt x="3808" y="1116104"/>
                    <a:pt x="0" y="1106911"/>
                    <a:pt x="0" y="1097325"/>
                  </a:cubicBezTo>
                  <a:lnTo>
                    <a:pt x="0" y="36144"/>
                  </a:lnTo>
                  <a:cubicBezTo>
                    <a:pt x="0" y="26558"/>
                    <a:pt x="3808" y="17365"/>
                    <a:pt x="10586" y="10586"/>
                  </a:cubicBezTo>
                  <a:cubicBezTo>
                    <a:pt x="17365" y="3808"/>
                    <a:pt x="26558" y="0"/>
                    <a:pt x="36144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998640" cy="1171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309600" y="5383810"/>
            <a:ext cx="5219121" cy="4129217"/>
            <a:chOff x="0" y="0"/>
            <a:chExt cx="1432647" cy="11334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2647" cy="1133469"/>
            </a:xfrm>
            <a:custGeom>
              <a:avLst/>
              <a:gdLst/>
              <a:ahLst/>
              <a:cxnLst/>
              <a:rect r="r" b="b" t="t" l="l"/>
              <a:pathLst>
                <a:path h="1133469" w="1432647">
                  <a:moveTo>
                    <a:pt x="75652" y="0"/>
                  </a:moveTo>
                  <a:lnTo>
                    <a:pt x="1356995" y="0"/>
                  </a:lnTo>
                  <a:cubicBezTo>
                    <a:pt x="1377059" y="0"/>
                    <a:pt x="1396302" y="7970"/>
                    <a:pt x="1410489" y="22158"/>
                  </a:cubicBezTo>
                  <a:cubicBezTo>
                    <a:pt x="1424677" y="36346"/>
                    <a:pt x="1432647" y="55588"/>
                    <a:pt x="1432647" y="75652"/>
                  </a:cubicBezTo>
                  <a:lnTo>
                    <a:pt x="1432647" y="1057817"/>
                  </a:lnTo>
                  <a:cubicBezTo>
                    <a:pt x="1432647" y="1099598"/>
                    <a:pt x="1398777" y="1133469"/>
                    <a:pt x="1356995" y="1133469"/>
                  </a:cubicBezTo>
                  <a:lnTo>
                    <a:pt x="75652" y="1133469"/>
                  </a:lnTo>
                  <a:cubicBezTo>
                    <a:pt x="33871" y="1133469"/>
                    <a:pt x="0" y="1099598"/>
                    <a:pt x="0" y="1057817"/>
                  </a:cubicBezTo>
                  <a:lnTo>
                    <a:pt x="0" y="75652"/>
                  </a:lnTo>
                  <a:cubicBezTo>
                    <a:pt x="0" y="33871"/>
                    <a:pt x="33871" y="0"/>
                    <a:pt x="75652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32647" cy="1171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03167" y="5383810"/>
            <a:ext cx="5219121" cy="4129217"/>
            <a:chOff x="0" y="0"/>
            <a:chExt cx="1432647" cy="11334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32647" cy="1133469"/>
            </a:xfrm>
            <a:custGeom>
              <a:avLst/>
              <a:gdLst/>
              <a:ahLst/>
              <a:cxnLst/>
              <a:rect r="r" b="b" t="t" l="l"/>
              <a:pathLst>
                <a:path h="1133469" w="1432647">
                  <a:moveTo>
                    <a:pt x="75652" y="0"/>
                  </a:moveTo>
                  <a:lnTo>
                    <a:pt x="1356995" y="0"/>
                  </a:lnTo>
                  <a:cubicBezTo>
                    <a:pt x="1377059" y="0"/>
                    <a:pt x="1396302" y="7970"/>
                    <a:pt x="1410489" y="22158"/>
                  </a:cubicBezTo>
                  <a:cubicBezTo>
                    <a:pt x="1424677" y="36346"/>
                    <a:pt x="1432647" y="55588"/>
                    <a:pt x="1432647" y="75652"/>
                  </a:cubicBezTo>
                  <a:lnTo>
                    <a:pt x="1432647" y="1057817"/>
                  </a:lnTo>
                  <a:cubicBezTo>
                    <a:pt x="1432647" y="1099598"/>
                    <a:pt x="1398777" y="1133469"/>
                    <a:pt x="1356995" y="1133469"/>
                  </a:cubicBezTo>
                  <a:lnTo>
                    <a:pt x="75652" y="1133469"/>
                  </a:lnTo>
                  <a:cubicBezTo>
                    <a:pt x="33871" y="1133469"/>
                    <a:pt x="0" y="1099598"/>
                    <a:pt x="0" y="1057817"/>
                  </a:cubicBezTo>
                  <a:lnTo>
                    <a:pt x="0" y="75652"/>
                  </a:lnTo>
                  <a:cubicBezTo>
                    <a:pt x="0" y="33871"/>
                    <a:pt x="33871" y="0"/>
                    <a:pt x="75652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32647" cy="1171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8271" y="5383810"/>
            <a:ext cx="5219121" cy="4129217"/>
            <a:chOff x="0" y="0"/>
            <a:chExt cx="1432647" cy="11334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32647" cy="1133469"/>
            </a:xfrm>
            <a:custGeom>
              <a:avLst/>
              <a:gdLst/>
              <a:ahLst/>
              <a:cxnLst/>
              <a:rect r="r" b="b" t="t" l="l"/>
              <a:pathLst>
                <a:path h="1133469" w="1432647">
                  <a:moveTo>
                    <a:pt x="75652" y="0"/>
                  </a:moveTo>
                  <a:lnTo>
                    <a:pt x="1356995" y="0"/>
                  </a:lnTo>
                  <a:cubicBezTo>
                    <a:pt x="1377059" y="0"/>
                    <a:pt x="1396302" y="7970"/>
                    <a:pt x="1410489" y="22158"/>
                  </a:cubicBezTo>
                  <a:cubicBezTo>
                    <a:pt x="1424677" y="36346"/>
                    <a:pt x="1432647" y="55588"/>
                    <a:pt x="1432647" y="75652"/>
                  </a:cubicBezTo>
                  <a:lnTo>
                    <a:pt x="1432647" y="1057817"/>
                  </a:lnTo>
                  <a:cubicBezTo>
                    <a:pt x="1432647" y="1099598"/>
                    <a:pt x="1398777" y="1133469"/>
                    <a:pt x="1356995" y="1133469"/>
                  </a:cubicBezTo>
                  <a:lnTo>
                    <a:pt x="75652" y="1133469"/>
                  </a:lnTo>
                  <a:cubicBezTo>
                    <a:pt x="33871" y="1133469"/>
                    <a:pt x="0" y="1099598"/>
                    <a:pt x="0" y="1057817"/>
                  </a:cubicBezTo>
                  <a:lnTo>
                    <a:pt x="0" y="75652"/>
                  </a:lnTo>
                  <a:cubicBezTo>
                    <a:pt x="0" y="33871"/>
                    <a:pt x="33871" y="0"/>
                    <a:pt x="75652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32647" cy="1171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98271" y="1527833"/>
            <a:ext cx="10924017" cy="270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b="true" sz="9999">
                <a:solidFill>
                  <a:srgbClr val="F5F5F5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Key</a:t>
            </a:r>
          </a:p>
          <a:p>
            <a:pPr algn="ctr" marL="0" indent="0" lvl="0">
              <a:lnSpc>
                <a:spcPts val="9999"/>
              </a:lnSpc>
            </a:pPr>
            <a:r>
              <a:rPr lang="en-US" b="true" sz="9999">
                <a:solidFill>
                  <a:srgbClr val="F5F5F5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Features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07184" y="1631846"/>
            <a:ext cx="482395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</a:pPr>
            <a:r>
              <a:rPr lang="en-US" b="true" sz="420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Feature 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20268" y="2552998"/>
            <a:ext cx="3597786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</a:pPr>
            <a:r>
              <a:rPr lang="en-US" sz="21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Visualize your competitive advantages using a quadrant for easy scanning.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507184" y="6184494"/>
            <a:ext cx="482395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</a:pPr>
            <a:r>
              <a:rPr lang="en-US" b="true" sz="420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Feature 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20268" y="7105646"/>
            <a:ext cx="3597786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</a:pPr>
            <a:r>
              <a:rPr lang="en-US" sz="21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What can you do better than your competition? How will you outperform them?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00751" y="6244331"/>
            <a:ext cx="482395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</a:pPr>
            <a:r>
              <a:rPr lang="en-US" b="true" sz="420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Feature 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95855" y="6244331"/>
            <a:ext cx="482395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</a:pPr>
            <a:r>
              <a:rPr lang="en-US" b="true" sz="420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Feature 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413834" y="7165483"/>
            <a:ext cx="3597786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</a:pPr>
            <a:r>
              <a:rPr lang="en-US" sz="21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How is the landscape differentiated and what makes you different.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08938" y="7165483"/>
            <a:ext cx="3597786" cy="1118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</a:pPr>
            <a:r>
              <a:rPr lang="en-US" sz="21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How is the landscape differentiated and what makes you different.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0070" y="1028700"/>
            <a:ext cx="7969230" cy="2473517"/>
            <a:chOff x="0" y="0"/>
            <a:chExt cx="2187552" cy="6789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7552" cy="678980"/>
            </a:xfrm>
            <a:custGeom>
              <a:avLst/>
              <a:gdLst/>
              <a:ahLst/>
              <a:cxnLst/>
              <a:rect r="r" b="b" t="t" l="l"/>
              <a:pathLst>
                <a:path h="678980" w="2187552">
                  <a:moveTo>
                    <a:pt x="49545" y="0"/>
                  </a:moveTo>
                  <a:lnTo>
                    <a:pt x="2138007" y="0"/>
                  </a:lnTo>
                  <a:cubicBezTo>
                    <a:pt x="2151147" y="0"/>
                    <a:pt x="2163749" y="5220"/>
                    <a:pt x="2173040" y="14511"/>
                  </a:cubicBezTo>
                  <a:cubicBezTo>
                    <a:pt x="2182332" y="23803"/>
                    <a:pt x="2187552" y="36405"/>
                    <a:pt x="2187552" y="49545"/>
                  </a:cubicBezTo>
                  <a:lnTo>
                    <a:pt x="2187552" y="629435"/>
                  </a:lnTo>
                  <a:cubicBezTo>
                    <a:pt x="2187552" y="642575"/>
                    <a:pt x="2182332" y="655177"/>
                    <a:pt x="2173040" y="664468"/>
                  </a:cubicBezTo>
                  <a:cubicBezTo>
                    <a:pt x="2163749" y="673760"/>
                    <a:pt x="2151147" y="678980"/>
                    <a:pt x="2138007" y="678980"/>
                  </a:cubicBezTo>
                  <a:lnTo>
                    <a:pt x="49545" y="678980"/>
                  </a:lnTo>
                  <a:cubicBezTo>
                    <a:pt x="36405" y="678980"/>
                    <a:pt x="23803" y="673760"/>
                    <a:pt x="14511" y="664468"/>
                  </a:cubicBezTo>
                  <a:cubicBezTo>
                    <a:pt x="5220" y="655177"/>
                    <a:pt x="0" y="642575"/>
                    <a:pt x="0" y="629435"/>
                  </a:cubicBezTo>
                  <a:lnTo>
                    <a:pt x="0" y="49545"/>
                  </a:lnTo>
                  <a:cubicBezTo>
                    <a:pt x="0" y="36405"/>
                    <a:pt x="5220" y="23803"/>
                    <a:pt x="14511" y="14511"/>
                  </a:cubicBezTo>
                  <a:cubicBezTo>
                    <a:pt x="23803" y="5220"/>
                    <a:pt x="36405" y="0"/>
                    <a:pt x="49545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87552" cy="71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0070" y="3906741"/>
            <a:ext cx="7969230" cy="2473517"/>
            <a:chOff x="0" y="0"/>
            <a:chExt cx="2187552" cy="6789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7552" cy="678980"/>
            </a:xfrm>
            <a:custGeom>
              <a:avLst/>
              <a:gdLst/>
              <a:ahLst/>
              <a:cxnLst/>
              <a:rect r="r" b="b" t="t" l="l"/>
              <a:pathLst>
                <a:path h="678980" w="2187552">
                  <a:moveTo>
                    <a:pt x="49545" y="0"/>
                  </a:moveTo>
                  <a:lnTo>
                    <a:pt x="2138007" y="0"/>
                  </a:lnTo>
                  <a:cubicBezTo>
                    <a:pt x="2151147" y="0"/>
                    <a:pt x="2163749" y="5220"/>
                    <a:pt x="2173040" y="14511"/>
                  </a:cubicBezTo>
                  <a:cubicBezTo>
                    <a:pt x="2182332" y="23803"/>
                    <a:pt x="2187552" y="36405"/>
                    <a:pt x="2187552" y="49545"/>
                  </a:cubicBezTo>
                  <a:lnTo>
                    <a:pt x="2187552" y="629435"/>
                  </a:lnTo>
                  <a:cubicBezTo>
                    <a:pt x="2187552" y="642575"/>
                    <a:pt x="2182332" y="655177"/>
                    <a:pt x="2173040" y="664468"/>
                  </a:cubicBezTo>
                  <a:cubicBezTo>
                    <a:pt x="2163749" y="673760"/>
                    <a:pt x="2151147" y="678980"/>
                    <a:pt x="2138007" y="678980"/>
                  </a:cubicBezTo>
                  <a:lnTo>
                    <a:pt x="49545" y="678980"/>
                  </a:lnTo>
                  <a:cubicBezTo>
                    <a:pt x="36405" y="678980"/>
                    <a:pt x="23803" y="673760"/>
                    <a:pt x="14511" y="664468"/>
                  </a:cubicBezTo>
                  <a:cubicBezTo>
                    <a:pt x="5220" y="655177"/>
                    <a:pt x="0" y="642575"/>
                    <a:pt x="0" y="629435"/>
                  </a:cubicBezTo>
                  <a:lnTo>
                    <a:pt x="0" y="49545"/>
                  </a:lnTo>
                  <a:cubicBezTo>
                    <a:pt x="0" y="36405"/>
                    <a:pt x="5220" y="23803"/>
                    <a:pt x="14511" y="14511"/>
                  </a:cubicBezTo>
                  <a:cubicBezTo>
                    <a:pt x="23803" y="5220"/>
                    <a:pt x="36405" y="0"/>
                    <a:pt x="49545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87552" cy="71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0070" y="6784783"/>
            <a:ext cx="7969230" cy="2473517"/>
            <a:chOff x="0" y="0"/>
            <a:chExt cx="2187552" cy="6789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87552" cy="678980"/>
            </a:xfrm>
            <a:custGeom>
              <a:avLst/>
              <a:gdLst/>
              <a:ahLst/>
              <a:cxnLst/>
              <a:rect r="r" b="b" t="t" l="l"/>
              <a:pathLst>
                <a:path h="678980" w="2187552">
                  <a:moveTo>
                    <a:pt x="49545" y="0"/>
                  </a:moveTo>
                  <a:lnTo>
                    <a:pt x="2138007" y="0"/>
                  </a:lnTo>
                  <a:cubicBezTo>
                    <a:pt x="2151147" y="0"/>
                    <a:pt x="2163749" y="5220"/>
                    <a:pt x="2173040" y="14511"/>
                  </a:cubicBezTo>
                  <a:cubicBezTo>
                    <a:pt x="2182332" y="23803"/>
                    <a:pt x="2187552" y="36405"/>
                    <a:pt x="2187552" y="49545"/>
                  </a:cubicBezTo>
                  <a:lnTo>
                    <a:pt x="2187552" y="629435"/>
                  </a:lnTo>
                  <a:cubicBezTo>
                    <a:pt x="2187552" y="642575"/>
                    <a:pt x="2182332" y="655177"/>
                    <a:pt x="2173040" y="664468"/>
                  </a:cubicBezTo>
                  <a:cubicBezTo>
                    <a:pt x="2163749" y="673760"/>
                    <a:pt x="2151147" y="678980"/>
                    <a:pt x="2138007" y="678980"/>
                  </a:cubicBezTo>
                  <a:lnTo>
                    <a:pt x="49545" y="678980"/>
                  </a:lnTo>
                  <a:cubicBezTo>
                    <a:pt x="36405" y="678980"/>
                    <a:pt x="23803" y="673760"/>
                    <a:pt x="14511" y="664468"/>
                  </a:cubicBezTo>
                  <a:cubicBezTo>
                    <a:pt x="5220" y="655177"/>
                    <a:pt x="0" y="642575"/>
                    <a:pt x="0" y="629435"/>
                  </a:cubicBezTo>
                  <a:lnTo>
                    <a:pt x="0" y="49545"/>
                  </a:lnTo>
                  <a:cubicBezTo>
                    <a:pt x="0" y="36405"/>
                    <a:pt x="5220" y="23803"/>
                    <a:pt x="14511" y="14511"/>
                  </a:cubicBezTo>
                  <a:cubicBezTo>
                    <a:pt x="23803" y="5220"/>
                    <a:pt x="36405" y="0"/>
                    <a:pt x="49545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87552" cy="71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558615" y="1535855"/>
            <a:ext cx="1462910" cy="1459207"/>
            <a:chOff x="0" y="0"/>
            <a:chExt cx="406400" cy="4053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" cy="405371"/>
            </a:xfrm>
            <a:custGeom>
              <a:avLst/>
              <a:gdLst/>
              <a:ahLst/>
              <a:cxnLst/>
              <a:rect r="r" b="b" t="t" l="l"/>
              <a:pathLst>
                <a:path h="405371" w="406400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558615" y="4413897"/>
            <a:ext cx="1462910" cy="1459207"/>
            <a:chOff x="0" y="0"/>
            <a:chExt cx="406400" cy="4053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400" cy="405371"/>
            </a:xfrm>
            <a:custGeom>
              <a:avLst/>
              <a:gdLst/>
              <a:ahLst/>
              <a:cxnLst/>
              <a:rect r="r" b="b" t="t" l="l"/>
              <a:pathLst>
                <a:path h="405371" w="406400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558615" y="7291938"/>
            <a:ext cx="1462910" cy="1459207"/>
            <a:chOff x="0" y="0"/>
            <a:chExt cx="406400" cy="40537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6400" cy="405371"/>
            </a:xfrm>
            <a:custGeom>
              <a:avLst/>
              <a:gdLst/>
              <a:ahLst/>
              <a:cxnLst/>
              <a:rect r="r" b="b" t="t" l="l"/>
              <a:pathLst>
                <a:path h="405371" w="406400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700" y="1028700"/>
            <a:ext cx="6729815" cy="8229600"/>
            <a:chOff x="0" y="0"/>
            <a:chExt cx="1869559" cy="22862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69559" cy="2286203"/>
            </a:xfrm>
            <a:custGeom>
              <a:avLst/>
              <a:gdLst/>
              <a:ahLst/>
              <a:cxnLst/>
              <a:rect r="r" b="b" t="t" l="l"/>
              <a:pathLst>
                <a:path h="2286203" w="1869559">
                  <a:moveTo>
                    <a:pt x="58670" y="0"/>
                  </a:moveTo>
                  <a:lnTo>
                    <a:pt x="1810889" y="0"/>
                  </a:lnTo>
                  <a:cubicBezTo>
                    <a:pt x="1843292" y="0"/>
                    <a:pt x="1869559" y="26267"/>
                    <a:pt x="1869559" y="58670"/>
                  </a:cubicBezTo>
                  <a:lnTo>
                    <a:pt x="1869559" y="2227533"/>
                  </a:lnTo>
                  <a:cubicBezTo>
                    <a:pt x="1869559" y="2243093"/>
                    <a:pt x="1863378" y="2258016"/>
                    <a:pt x="1852375" y="2269019"/>
                  </a:cubicBezTo>
                  <a:cubicBezTo>
                    <a:pt x="1841372" y="2280022"/>
                    <a:pt x="1826449" y="2286203"/>
                    <a:pt x="1810889" y="2286203"/>
                  </a:cubicBezTo>
                  <a:lnTo>
                    <a:pt x="58670" y="2286203"/>
                  </a:lnTo>
                  <a:cubicBezTo>
                    <a:pt x="43110" y="2286203"/>
                    <a:pt x="28187" y="2280022"/>
                    <a:pt x="17184" y="2269019"/>
                  </a:cubicBezTo>
                  <a:cubicBezTo>
                    <a:pt x="6181" y="2258016"/>
                    <a:pt x="0" y="2243093"/>
                    <a:pt x="0" y="2227533"/>
                  </a:cubicBezTo>
                  <a:lnTo>
                    <a:pt x="0" y="58670"/>
                  </a:lnTo>
                  <a:cubicBezTo>
                    <a:pt x="0" y="26267"/>
                    <a:pt x="26267" y="0"/>
                    <a:pt x="5867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869559" cy="2324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2498738" y="1446194"/>
            <a:ext cx="3789739" cy="7394612"/>
          </a:xfrm>
          <a:custGeom>
            <a:avLst/>
            <a:gdLst/>
            <a:ahLst/>
            <a:cxnLst/>
            <a:rect r="r" b="b" t="t" l="l"/>
            <a:pathLst>
              <a:path h="7394612" w="3789739">
                <a:moveTo>
                  <a:pt x="0" y="0"/>
                </a:moveTo>
                <a:lnTo>
                  <a:pt x="3789739" y="0"/>
                </a:lnTo>
                <a:lnTo>
                  <a:pt x="3789739" y="7394612"/>
                </a:lnTo>
                <a:lnTo>
                  <a:pt x="0" y="73946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349905" y="7316106"/>
            <a:ext cx="6087406" cy="1619480"/>
            <a:chOff x="0" y="0"/>
            <a:chExt cx="1603267" cy="4265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03267" cy="426530"/>
            </a:xfrm>
            <a:custGeom>
              <a:avLst/>
              <a:gdLst/>
              <a:ahLst/>
              <a:cxnLst/>
              <a:rect r="r" b="b" t="t" l="l"/>
              <a:pathLst>
                <a:path h="426530" w="1603267">
                  <a:moveTo>
                    <a:pt x="64861" y="0"/>
                  </a:moveTo>
                  <a:lnTo>
                    <a:pt x="1538406" y="0"/>
                  </a:lnTo>
                  <a:cubicBezTo>
                    <a:pt x="1574228" y="0"/>
                    <a:pt x="1603267" y="29039"/>
                    <a:pt x="1603267" y="64861"/>
                  </a:cubicBezTo>
                  <a:lnTo>
                    <a:pt x="1603267" y="361668"/>
                  </a:lnTo>
                  <a:cubicBezTo>
                    <a:pt x="1603267" y="397490"/>
                    <a:pt x="1574228" y="426530"/>
                    <a:pt x="1538406" y="426530"/>
                  </a:cubicBezTo>
                  <a:lnTo>
                    <a:pt x="64861" y="426530"/>
                  </a:lnTo>
                  <a:cubicBezTo>
                    <a:pt x="47659" y="426530"/>
                    <a:pt x="31161" y="419696"/>
                    <a:pt x="18997" y="407532"/>
                  </a:cubicBezTo>
                  <a:cubicBezTo>
                    <a:pt x="6834" y="395368"/>
                    <a:pt x="0" y="378870"/>
                    <a:pt x="0" y="361668"/>
                  </a:cubicBezTo>
                  <a:lnTo>
                    <a:pt x="0" y="64861"/>
                  </a:lnTo>
                  <a:cubicBezTo>
                    <a:pt x="0" y="29039"/>
                    <a:pt x="29039" y="0"/>
                    <a:pt x="64861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603267" cy="464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2341770" y="7748724"/>
            <a:ext cx="888295" cy="754243"/>
          </a:xfrm>
          <a:custGeom>
            <a:avLst/>
            <a:gdLst/>
            <a:ahLst/>
            <a:cxnLst/>
            <a:rect r="r" b="b" t="t" l="l"/>
            <a:pathLst>
              <a:path h="754243" w="888295">
                <a:moveTo>
                  <a:pt x="0" y="0"/>
                </a:moveTo>
                <a:lnTo>
                  <a:pt x="888295" y="0"/>
                </a:lnTo>
                <a:lnTo>
                  <a:pt x="888295" y="754243"/>
                </a:lnTo>
                <a:lnTo>
                  <a:pt x="0" y="7542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8692105" y="1879797"/>
            <a:ext cx="1195929" cy="714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08"/>
              </a:lnSpc>
            </a:pPr>
            <a:r>
              <a:rPr lang="en-US" b="true" sz="434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692105" y="4757839"/>
            <a:ext cx="1195929" cy="714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08"/>
              </a:lnSpc>
            </a:pPr>
            <a:r>
              <a:rPr lang="en-US" b="true" sz="434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692105" y="7635880"/>
            <a:ext cx="1195929" cy="714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08"/>
              </a:lnSpc>
            </a:pPr>
            <a:r>
              <a:rPr lang="en-US" b="true" sz="434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684831" y="1493348"/>
            <a:ext cx="427593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5"/>
              </a:lnSpc>
            </a:pPr>
            <a:r>
              <a:rPr lang="en-US" b="true" sz="4029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Solution 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684831" y="4371389"/>
            <a:ext cx="427593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5"/>
              </a:lnSpc>
            </a:pPr>
            <a:r>
              <a:rPr lang="en-US" b="true" sz="4029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Solution 2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684831" y="7249431"/>
            <a:ext cx="427593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5"/>
              </a:lnSpc>
            </a:pPr>
            <a:r>
              <a:rPr lang="en-US" b="true" sz="4029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Solution 3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684831" y="2276252"/>
            <a:ext cx="5527820" cy="71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0"/>
              </a:lnSpc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Describe how you envision to solve the problems you previously shared.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684831" y="5154293"/>
            <a:ext cx="5527820" cy="71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0"/>
              </a:lnSpc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Describe how you envision to solve the problems you previously shared.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684831" y="8032335"/>
            <a:ext cx="5527820" cy="71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0"/>
              </a:lnSpc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Describe how you envision to solve the problems you previously shared.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400010" y="7702936"/>
            <a:ext cx="35039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5F5F5"/>
                </a:solidFill>
                <a:latin typeface="Telegraf"/>
                <a:ea typeface="Telegraf"/>
                <a:cs typeface="Telegraf"/>
                <a:sym typeface="Telegraf"/>
              </a:rPr>
              <a:t>Fauget Inc.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181217"/>
            <a:ext cx="5066791" cy="5343783"/>
            <a:chOff x="0" y="0"/>
            <a:chExt cx="1334464" cy="14074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4464" cy="1407416"/>
            </a:xfrm>
            <a:custGeom>
              <a:avLst/>
              <a:gdLst/>
              <a:ahLst/>
              <a:cxnLst/>
              <a:rect r="r" b="b" t="t" l="l"/>
              <a:pathLst>
                <a:path h="1407416" w="1334464">
                  <a:moveTo>
                    <a:pt x="77927" y="0"/>
                  </a:moveTo>
                  <a:lnTo>
                    <a:pt x="1256537" y="0"/>
                  </a:lnTo>
                  <a:cubicBezTo>
                    <a:pt x="1277204" y="0"/>
                    <a:pt x="1297025" y="8210"/>
                    <a:pt x="1311639" y="22824"/>
                  </a:cubicBezTo>
                  <a:cubicBezTo>
                    <a:pt x="1326254" y="37438"/>
                    <a:pt x="1334464" y="57259"/>
                    <a:pt x="1334464" y="77927"/>
                  </a:cubicBezTo>
                  <a:lnTo>
                    <a:pt x="1334464" y="1329490"/>
                  </a:lnTo>
                  <a:cubicBezTo>
                    <a:pt x="1334464" y="1350157"/>
                    <a:pt x="1326254" y="1369978"/>
                    <a:pt x="1311639" y="1384592"/>
                  </a:cubicBezTo>
                  <a:cubicBezTo>
                    <a:pt x="1297025" y="1399206"/>
                    <a:pt x="1277204" y="1407416"/>
                    <a:pt x="1256537" y="1407416"/>
                  </a:cubicBezTo>
                  <a:lnTo>
                    <a:pt x="77927" y="1407416"/>
                  </a:lnTo>
                  <a:cubicBezTo>
                    <a:pt x="57259" y="1407416"/>
                    <a:pt x="37438" y="1399206"/>
                    <a:pt x="22824" y="1384592"/>
                  </a:cubicBezTo>
                  <a:cubicBezTo>
                    <a:pt x="8210" y="1369978"/>
                    <a:pt x="0" y="1350157"/>
                    <a:pt x="0" y="1329490"/>
                  </a:cubicBezTo>
                  <a:lnTo>
                    <a:pt x="0" y="77927"/>
                  </a:lnTo>
                  <a:cubicBezTo>
                    <a:pt x="0" y="57259"/>
                    <a:pt x="8210" y="37438"/>
                    <a:pt x="22824" y="22824"/>
                  </a:cubicBezTo>
                  <a:cubicBezTo>
                    <a:pt x="37438" y="8210"/>
                    <a:pt x="57259" y="0"/>
                    <a:pt x="77927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34464" cy="1445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10604" y="4181217"/>
            <a:ext cx="5066791" cy="5343783"/>
            <a:chOff x="0" y="0"/>
            <a:chExt cx="1334464" cy="14074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4464" cy="1407416"/>
            </a:xfrm>
            <a:custGeom>
              <a:avLst/>
              <a:gdLst/>
              <a:ahLst/>
              <a:cxnLst/>
              <a:rect r="r" b="b" t="t" l="l"/>
              <a:pathLst>
                <a:path h="1407416" w="1334464">
                  <a:moveTo>
                    <a:pt x="77927" y="0"/>
                  </a:moveTo>
                  <a:lnTo>
                    <a:pt x="1256537" y="0"/>
                  </a:lnTo>
                  <a:cubicBezTo>
                    <a:pt x="1277204" y="0"/>
                    <a:pt x="1297025" y="8210"/>
                    <a:pt x="1311639" y="22824"/>
                  </a:cubicBezTo>
                  <a:cubicBezTo>
                    <a:pt x="1326254" y="37438"/>
                    <a:pt x="1334464" y="57259"/>
                    <a:pt x="1334464" y="77927"/>
                  </a:cubicBezTo>
                  <a:lnTo>
                    <a:pt x="1334464" y="1329490"/>
                  </a:lnTo>
                  <a:cubicBezTo>
                    <a:pt x="1334464" y="1350157"/>
                    <a:pt x="1326254" y="1369978"/>
                    <a:pt x="1311639" y="1384592"/>
                  </a:cubicBezTo>
                  <a:cubicBezTo>
                    <a:pt x="1297025" y="1399206"/>
                    <a:pt x="1277204" y="1407416"/>
                    <a:pt x="1256537" y="1407416"/>
                  </a:cubicBezTo>
                  <a:lnTo>
                    <a:pt x="77927" y="1407416"/>
                  </a:lnTo>
                  <a:cubicBezTo>
                    <a:pt x="57259" y="1407416"/>
                    <a:pt x="37438" y="1399206"/>
                    <a:pt x="22824" y="1384592"/>
                  </a:cubicBezTo>
                  <a:cubicBezTo>
                    <a:pt x="8210" y="1369978"/>
                    <a:pt x="0" y="1350157"/>
                    <a:pt x="0" y="1329490"/>
                  </a:cubicBezTo>
                  <a:lnTo>
                    <a:pt x="0" y="77927"/>
                  </a:lnTo>
                  <a:cubicBezTo>
                    <a:pt x="0" y="57259"/>
                    <a:pt x="8210" y="37438"/>
                    <a:pt x="22824" y="22824"/>
                  </a:cubicBezTo>
                  <a:cubicBezTo>
                    <a:pt x="37438" y="8210"/>
                    <a:pt x="57259" y="0"/>
                    <a:pt x="77927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34464" cy="1445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91746" y="4181217"/>
            <a:ext cx="5066791" cy="5343783"/>
            <a:chOff x="0" y="0"/>
            <a:chExt cx="1334464" cy="14074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34464" cy="1407416"/>
            </a:xfrm>
            <a:custGeom>
              <a:avLst/>
              <a:gdLst/>
              <a:ahLst/>
              <a:cxnLst/>
              <a:rect r="r" b="b" t="t" l="l"/>
              <a:pathLst>
                <a:path h="1407416" w="1334464">
                  <a:moveTo>
                    <a:pt x="77927" y="0"/>
                  </a:moveTo>
                  <a:lnTo>
                    <a:pt x="1256537" y="0"/>
                  </a:lnTo>
                  <a:cubicBezTo>
                    <a:pt x="1277204" y="0"/>
                    <a:pt x="1297025" y="8210"/>
                    <a:pt x="1311639" y="22824"/>
                  </a:cubicBezTo>
                  <a:cubicBezTo>
                    <a:pt x="1326254" y="37438"/>
                    <a:pt x="1334464" y="57259"/>
                    <a:pt x="1334464" y="77927"/>
                  </a:cubicBezTo>
                  <a:lnTo>
                    <a:pt x="1334464" y="1329490"/>
                  </a:lnTo>
                  <a:cubicBezTo>
                    <a:pt x="1334464" y="1350157"/>
                    <a:pt x="1326254" y="1369978"/>
                    <a:pt x="1311639" y="1384592"/>
                  </a:cubicBezTo>
                  <a:cubicBezTo>
                    <a:pt x="1297025" y="1399206"/>
                    <a:pt x="1277204" y="1407416"/>
                    <a:pt x="1256537" y="1407416"/>
                  </a:cubicBezTo>
                  <a:lnTo>
                    <a:pt x="77927" y="1407416"/>
                  </a:lnTo>
                  <a:cubicBezTo>
                    <a:pt x="57259" y="1407416"/>
                    <a:pt x="37438" y="1399206"/>
                    <a:pt x="22824" y="1384592"/>
                  </a:cubicBezTo>
                  <a:cubicBezTo>
                    <a:pt x="8210" y="1369978"/>
                    <a:pt x="0" y="1350157"/>
                    <a:pt x="0" y="1329490"/>
                  </a:cubicBezTo>
                  <a:lnTo>
                    <a:pt x="0" y="77927"/>
                  </a:lnTo>
                  <a:cubicBezTo>
                    <a:pt x="0" y="57259"/>
                    <a:pt x="8210" y="37438"/>
                    <a:pt x="22824" y="22824"/>
                  </a:cubicBezTo>
                  <a:cubicBezTo>
                    <a:pt x="37438" y="8210"/>
                    <a:pt x="57259" y="0"/>
                    <a:pt x="77927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34464" cy="1445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102762" y="2721883"/>
            <a:ext cx="2918668" cy="2918668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4474210" y="0"/>
                  </a:moveTo>
                  <a:lnTo>
                    <a:pt x="1875790" y="0"/>
                  </a:lnTo>
                  <a:cubicBezTo>
                    <a:pt x="839470" y="0"/>
                    <a:pt x="0" y="839470"/>
                    <a:pt x="0" y="1875790"/>
                  </a:cubicBezTo>
                  <a:lnTo>
                    <a:pt x="0" y="4474210"/>
                  </a:lnTo>
                  <a:cubicBezTo>
                    <a:pt x="0" y="5510530"/>
                    <a:pt x="839470" y="6350000"/>
                    <a:pt x="1875790" y="6350000"/>
                  </a:cubicBezTo>
                  <a:lnTo>
                    <a:pt x="4474210" y="6350000"/>
                  </a:lnTo>
                  <a:cubicBezTo>
                    <a:pt x="5510530" y="6350000"/>
                    <a:pt x="6350000" y="5510530"/>
                    <a:pt x="6350000" y="4474210"/>
                  </a:cubicBezTo>
                  <a:lnTo>
                    <a:pt x="6350000" y="1875790"/>
                  </a:lnTo>
                  <a:cubicBezTo>
                    <a:pt x="6350000" y="839470"/>
                    <a:pt x="5510530" y="0"/>
                    <a:pt x="447421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092" r="0" b="-3090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684666" y="2721883"/>
            <a:ext cx="2918668" cy="2918668"/>
            <a:chOff x="0" y="0"/>
            <a:chExt cx="63500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4474210" y="0"/>
                  </a:moveTo>
                  <a:lnTo>
                    <a:pt x="1875790" y="0"/>
                  </a:lnTo>
                  <a:cubicBezTo>
                    <a:pt x="839470" y="0"/>
                    <a:pt x="0" y="839470"/>
                    <a:pt x="0" y="1875790"/>
                  </a:cubicBezTo>
                  <a:lnTo>
                    <a:pt x="0" y="4474210"/>
                  </a:lnTo>
                  <a:cubicBezTo>
                    <a:pt x="0" y="5510530"/>
                    <a:pt x="839470" y="6350000"/>
                    <a:pt x="1875790" y="6350000"/>
                  </a:cubicBezTo>
                  <a:lnTo>
                    <a:pt x="4474210" y="6350000"/>
                  </a:lnTo>
                  <a:cubicBezTo>
                    <a:pt x="5510530" y="6350000"/>
                    <a:pt x="6350000" y="5510530"/>
                    <a:pt x="6350000" y="4474210"/>
                  </a:cubicBezTo>
                  <a:lnTo>
                    <a:pt x="6350000" y="1875790"/>
                  </a:lnTo>
                  <a:cubicBezTo>
                    <a:pt x="6350000" y="839470"/>
                    <a:pt x="5510530" y="0"/>
                    <a:pt x="447421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6537" r="0" b="-6537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268071" y="2721883"/>
            <a:ext cx="2918668" cy="2918668"/>
            <a:chOff x="0" y="0"/>
            <a:chExt cx="635000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4474210" y="0"/>
                  </a:moveTo>
                  <a:lnTo>
                    <a:pt x="1875790" y="0"/>
                  </a:lnTo>
                  <a:cubicBezTo>
                    <a:pt x="839470" y="0"/>
                    <a:pt x="0" y="839470"/>
                    <a:pt x="0" y="1875790"/>
                  </a:cubicBezTo>
                  <a:lnTo>
                    <a:pt x="0" y="4474210"/>
                  </a:lnTo>
                  <a:cubicBezTo>
                    <a:pt x="0" y="5510530"/>
                    <a:pt x="839470" y="6350000"/>
                    <a:pt x="1875790" y="6350000"/>
                  </a:cubicBezTo>
                  <a:lnTo>
                    <a:pt x="4474210" y="6350000"/>
                  </a:lnTo>
                  <a:cubicBezTo>
                    <a:pt x="5510530" y="6350000"/>
                    <a:pt x="6350000" y="5510530"/>
                    <a:pt x="6350000" y="4474210"/>
                  </a:cubicBezTo>
                  <a:lnTo>
                    <a:pt x="6350000" y="1875790"/>
                  </a:lnTo>
                  <a:cubicBezTo>
                    <a:pt x="6350000" y="839470"/>
                    <a:pt x="5510530" y="0"/>
                    <a:pt x="447421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4999" r="0" b="-24999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33815" y="6406634"/>
            <a:ext cx="445656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</a:pPr>
            <a:r>
              <a:rPr lang="en-US" b="true" sz="420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User 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33126" y="7261111"/>
            <a:ext cx="3659018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sz="2400" u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Give a striking overview of the problem and explain it briefly.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15720" y="6406634"/>
            <a:ext cx="445656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</a:pPr>
            <a:r>
              <a:rPr lang="en-US" b="true" sz="420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User 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315030" y="7261111"/>
            <a:ext cx="3659018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Elaborate on how this negatively impacts people and their experiences.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96546" y="6406634"/>
            <a:ext cx="4456560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</a:pPr>
            <a:r>
              <a:rPr lang="en-US" b="true" sz="420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User 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95856" y="7261111"/>
            <a:ext cx="3659018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Frame the problems effectively as it will set the stage of your entire pitch.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73296" y="1058183"/>
            <a:ext cx="13941409" cy="1435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999"/>
              </a:lnSpc>
            </a:pPr>
            <a:r>
              <a:rPr lang="en-US" b="true" sz="9999">
                <a:solidFill>
                  <a:srgbClr val="ECA406"/>
                </a:solidFill>
                <a:latin typeface="Telegraf Bold"/>
                <a:ea typeface="Telegraf Bold"/>
                <a:cs typeface="Telegraf Bold"/>
                <a:sym typeface="Telegraf Bold"/>
              </a:rPr>
              <a:t>Target User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3618178"/>
            <a:chOff x="0" y="0"/>
            <a:chExt cx="4274726" cy="9529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952936"/>
            </a:xfrm>
            <a:custGeom>
              <a:avLst/>
              <a:gdLst/>
              <a:ahLst/>
              <a:cxnLst/>
              <a:rect r="r" b="b" t="t" l="l"/>
              <a:pathLst>
                <a:path h="952936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928609"/>
                  </a:lnTo>
                  <a:cubicBezTo>
                    <a:pt x="4274726" y="935061"/>
                    <a:pt x="4272163" y="941248"/>
                    <a:pt x="4267601" y="945810"/>
                  </a:cubicBezTo>
                  <a:cubicBezTo>
                    <a:pt x="4263039" y="950373"/>
                    <a:pt x="4256851" y="952936"/>
                    <a:pt x="4250399" y="952936"/>
                  </a:cubicBezTo>
                  <a:lnTo>
                    <a:pt x="24327" y="952936"/>
                  </a:lnTo>
                  <a:cubicBezTo>
                    <a:pt x="10891" y="952936"/>
                    <a:pt x="0" y="942044"/>
                    <a:pt x="0" y="928609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991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5143500"/>
            <a:ext cx="3761488" cy="4114800"/>
            <a:chOff x="0" y="0"/>
            <a:chExt cx="2025440" cy="22156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25441" cy="2215688"/>
            </a:xfrm>
            <a:custGeom>
              <a:avLst/>
              <a:gdLst/>
              <a:ahLst/>
              <a:cxnLst/>
              <a:rect r="r" b="b" t="t" l="l"/>
              <a:pathLst>
                <a:path h="2215688" w="2025441">
                  <a:moveTo>
                    <a:pt x="104969" y="0"/>
                  </a:moveTo>
                  <a:lnTo>
                    <a:pt x="1920472" y="0"/>
                  </a:lnTo>
                  <a:cubicBezTo>
                    <a:pt x="1948311" y="0"/>
                    <a:pt x="1975010" y="11059"/>
                    <a:pt x="1994696" y="30745"/>
                  </a:cubicBezTo>
                  <a:cubicBezTo>
                    <a:pt x="2014381" y="50430"/>
                    <a:pt x="2025441" y="77129"/>
                    <a:pt x="2025441" y="104969"/>
                  </a:cubicBezTo>
                  <a:lnTo>
                    <a:pt x="2025441" y="2110719"/>
                  </a:lnTo>
                  <a:cubicBezTo>
                    <a:pt x="2025441" y="2138558"/>
                    <a:pt x="2014381" y="2165258"/>
                    <a:pt x="1994696" y="2184943"/>
                  </a:cubicBezTo>
                  <a:cubicBezTo>
                    <a:pt x="1975010" y="2204628"/>
                    <a:pt x="1948311" y="2215688"/>
                    <a:pt x="1920472" y="2215688"/>
                  </a:cubicBezTo>
                  <a:lnTo>
                    <a:pt x="104969" y="2215688"/>
                  </a:lnTo>
                  <a:cubicBezTo>
                    <a:pt x="77129" y="2215688"/>
                    <a:pt x="50430" y="2204628"/>
                    <a:pt x="30745" y="2184943"/>
                  </a:cubicBezTo>
                  <a:cubicBezTo>
                    <a:pt x="11059" y="2165258"/>
                    <a:pt x="0" y="2138558"/>
                    <a:pt x="0" y="2110719"/>
                  </a:cubicBezTo>
                  <a:lnTo>
                    <a:pt x="0" y="104969"/>
                  </a:lnTo>
                  <a:cubicBezTo>
                    <a:pt x="0" y="77129"/>
                    <a:pt x="11059" y="50430"/>
                    <a:pt x="30745" y="30745"/>
                  </a:cubicBezTo>
                  <a:cubicBezTo>
                    <a:pt x="50430" y="11059"/>
                    <a:pt x="77129" y="0"/>
                    <a:pt x="104969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25440" cy="22537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185071" y="5143500"/>
            <a:ext cx="3761488" cy="4114800"/>
            <a:chOff x="0" y="0"/>
            <a:chExt cx="2025440" cy="22156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25441" cy="2215688"/>
            </a:xfrm>
            <a:custGeom>
              <a:avLst/>
              <a:gdLst/>
              <a:ahLst/>
              <a:cxnLst/>
              <a:rect r="r" b="b" t="t" l="l"/>
              <a:pathLst>
                <a:path h="2215688" w="2025441">
                  <a:moveTo>
                    <a:pt x="104969" y="0"/>
                  </a:moveTo>
                  <a:lnTo>
                    <a:pt x="1920472" y="0"/>
                  </a:lnTo>
                  <a:cubicBezTo>
                    <a:pt x="1948311" y="0"/>
                    <a:pt x="1975010" y="11059"/>
                    <a:pt x="1994696" y="30745"/>
                  </a:cubicBezTo>
                  <a:cubicBezTo>
                    <a:pt x="2014381" y="50430"/>
                    <a:pt x="2025441" y="77129"/>
                    <a:pt x="2025441" y="104969"/>
                  </a:cubicBezTo>
                  <a:lnTo>
                    <a:pt x="2025441" y="2110719"/>
                  </a:lnTo>
                  <a:cubicBezTo>
                    <a:pt x="2025441" y="2138558"/>
                    <a:pt x="2014381" y="2165258"/>
                    <a:pt x="1994696" y="2184943"/>
                  </a:cubicBezTo>
                  <a:cubicBezTo>
                    <a:pt x="1975010" y="2204628"/>
                    <a:pt x="1948311" y="2215688"/>
                    <a:pt x="1920472" y="2215688"/>
                  </a:cubicBezTo>
                  <a:lnTo>
                    <a:pt x="104969" y="2215688"/>
                  </a:lnTo>
                  <a:cubicBezTo>
                    <a:pt x="77129" y="2215688"/>
                    <a:pt x="50430" y="2204628"/>
                    <a:pt x="30745" y="2184943"/>
                  </a:cubicBezTo>
                  <a:cubicBezTo>
                    <a:pt x="11059" y="2165258"/>
                    <a:pt x="0" y="2138558"/>
                    <a:pt x="0" y="2110719"/>
                  </a:cubicBezTo>
                  <a:lnTo>
                    <a:pt x="0" y="104969"/>
                  </a:lnTo>
                  <a:cubicBezTo>
                    <a:pt x="0" y="77129"/>
                    <a:pt x="11059" y="50430"/>
                    <a:pt x="30745" y="30745"/>
                  </a:cubicBezTo>
                  <a:cubicBezTo>
                    <a:pt x="50430" y="11059"/>
                    <a:pt x="77129" y="0"/>
                    <a:pt x="104969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25440" cy="22537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341441" y="5143500"/>
            <a:ext cx="3761488" cy="4114800"/>
            <a:chOff x="0" y="0"/>
            <a:chExt cx="2025440" cy="22156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25441" cy="2215688"/>
            </a:xfrm>
            <a:custGeom>
              <a:avLst/>
              <a:gdLst/>
              <a:ahLst/>
              <a:cxnLst/>
              <a:rect r="r" b="b" t="t" l="l"/>
              <a:pathLst>
                <a:path h="2215688" w="2025441">
                  <a:moveTo>
                    <a:pt x="104969" y="0"/>
                  </a:moveTo>
                  <a:lnTo>
                    <a:pt x="1920472" y="0"/>
                  </a:lnTo>
                  <a:cubicBezTo>
                    <a:pt x="1948311" y="0"/>
                    <a:pt x="1975010" y="11059"/>
                    <a:pt x="1994696" y="30745"/>
                  </a:cubicBezTo>
                  <a:cubicBezTo>
                    <a:pt x="2014381" y="50430"/>
                    <a:pt x="2025441" y="77129"/>
                    <a:pt x="2025441" y="104969"/>
                  </a:cubicBezTo>
                  <a:lnTo>
                    <a:pt x="2025441" y="2110719"/>
                  </a:lnTo>
                  <a:cubicBezTo>
                    <a:pt x="2025441" y="2138558"/>
                    <a:pt x="2014381" y="2165258"/>
                    <a:pt x="1994696" y="2184943"/>
                  </a:cubicBezTo>
                  <a:cubicBezTo>
                    <a:pt x="1975010" y="2204628"/>
                    <a:pt x="1948311" y="2215688"/>
                    <a:pt x="1920472" y="2215688"/>
                  </a:cubicBezTo>
                  <a:lnTo>
                    <a:pt x="104969" y="2215688"/>
                  </a:lnTo>
                  <a:cubicBezTo>
                    <a:pt x="77129" y="2215688"/>
                    <a:pt x="50430" y="2204628"/>
                    <a:pt x="30745" y="2184943"/>
                  </a:cubicBezTo>
                  <a:cubicBezTo>
                    <a:pt x="11059" y="2165258"/>
                    <a:pt x="0" y="2138558"/>
                    <a:pt x="0" y="2110719"/>
                  </a:cubicBezTo>
                  <a:lnTo>
                    <a:pt x="0" y="104969"/>
                  </a:lnTo>
                  <a:cubicBezTo>
                    <a:pt x="0" y="77129"/>
                    <a:pt x="11059" y="50430"/>
                    <a:pt x="30745" y="30745"/>
                  </a:cubicBezTo>
                  <a:cubicBezTo>
                    <a:pt x="50430" y="11059"/>
                    <a:pt x="77129" y="0"/>
                    <a:pt x="104969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25440" cy="22537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497812" y="5143500"/>
            <a:ext cx="3761488" cy="4114800"/>
            <a:chOff x="0" y="0"/>
            <a:chExt cx="2025440" cy="22156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25441" cy="2215688"/>
            </a:xfrm>
            <a:custGeom>
              <a:avLst/>
              <a:gdLst/>
              <a:ahLst/>
              <a:cxnLst/>
              <a:rect r="r" b="b" t="t" l="l"/>
              <a:pathLst>
                <a:path h="2215688" w="2025441">
                  <a:moveTo>
                    <a:pt x="104969" y="0"/>
                  </a:moveTo>
                  <a:lnTo>
                    <a:pt x="1920472" y="0"/>
                  </a:lnTo>
                  <a:cubicBezTo>
                    <a:pt x="1948311" y="0"/>
                    <a:pt x="1975010" y="11059"/>
                    <a:pt x="1994696" y="30745"/>
                  </a:cubicBezTo>
                  <a:cubicBezTo>
                    <a:pt x="2014381" y="50430"/>
                    <a:pt x="2025441" y="77129"/>
                    <a:pt x="2025441" y="104969"/>
                  </a:cubicBezTo>
                  <a:lnTo>
                    <a:pt x="2025441" y="2110719"/>
                  </a:lnTo>
                  <a:cubicBezTo>
                    <a:pt x="2025441" y="2138558"/>
                    <a:pt x="2014381" y="2165258"/>
                    <a:pt x="1994696" y="2184943"/>
                  </a:cubicBezTo>
                  <a:cubicBezTo>
                    <a:pt x="1975010" y="2204628"/>
                    <a:pt x="1948311" y="2215688"/>
                    <a:pt x="1920472" y="2215688"/>
                  </a:cubicBezTo>
                  <a:lnTo>
                    <a:pt x="104969" y="2215688"/>
                  </a:lnTo>
                  <a:cubicBezTo>
                    <a:pt x="77129" y="2215688"/>
                    <a:pt x="50430" y="2204628"/>
                    <a:pt x="30745" y="2184943"/>
                  </a:cubicBezTo>
                  <a:cubicBezTo>
                    <a:pt x="11059" y="2165258"/>
                    <a:pt x="0" y="2138558"/>
                    <a:pt x="0" y="2110719"/>
                  </a:cubicBezTo>
                  <a:lnTo>
                    <a:pt x="0" y="104969"/>
                  </a:lnTo>
                  <a:cubicBezTo>
                    <a:pt x="0" y="77129"/>
                    <a:pt x="11059" y="50430"/>
                    <a:pt x="30745" y="30745"/>
                  </a:cubicBezTo>
                  <a:cubicBezTo>
                    <a:pt x="50430" y="11059"/>
                    <a:pt x="77129" y="0"/>
                    <a:pt x="104969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025440" cy="22537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300388" y="5668047"/>
            <a:ext cx="1218113" cy="1063080"/>
          </a:xfrm>
          <a:custGeom>
            <a:avLst/>
            <a:gdLst/>
            <a:ahLst/>
            <a:cxnLst/>
            <a:rect r="r" b="b" t="t" l="l"/>
            <a:pathLst>
              <a:path h="1063080" w="1218113">
                <a:moveTo>
                  <a:pt x="0" y="0"/>
                </a:moveTo>
                <a:lnTo>
                  <a:pt x="1218112" y="0"/>
                </a:lnTo>
                <a:lnTo>
                  <a:pt x="1218112" y="1063080"/>
                </a:lnTo>
                <a:lnTo>
                  <a:pt x="0" y="1063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662798" y="5668047"/>
            <a:ext cx="856263" cy="1063080"/>
          </a:xfrm>
          <a:custGeom>
            <a:avLst/>
            <a:gdLst/>
            <a:ahLst/>
            <a:cxnLst/>
            <a:rect r="r" b="b" t="t" l="l"/>
            <a:pathLst>
              <a:path h="1063080" w="856263">
                <a:moveTo>
                  <a:pt x="0" y="0"/>
                </a:moveTo>
                <a:lnTo>
                  <a:pt x="856263" y="0"/>
                </a:lnTo>
                <a:lnTo>
                  <a:pt x="856263" y="1063080"/>
                </a:lnTo>
                <a:lnTo>
                  <a:pt x="0" y="10630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606284" y="5668047"/>
            <a:ext cx="1231803" cy="1063080"/>
          </a:xfrm>
          <a:custGeom>
            <a:avLst/>
            <a:gdLst/>
            <a:ahLst/>
            <a:cxnLst/>
            <a:rect r="r" b="b" t="t" l="l"/>
            <a:pathLst>
              <a:path h="1063080" w="1231803">
                <a:moveTo>
                  <a:pt x="0" y="0"/>
                </a:moveTo>
                <a:lnTo>
                  <a:pt x="1231803" y="0"/>
                </a:lnTo>
                <a:lnTo>
                  <a:pt x="1231803" y="1063080"/>
                </a:lnTo>
                <a:lnTo>
                  <a:pt x="0" y="10630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817429" y="5668047"/>
            <a:ext cx="1122253" cy="1063080"/>
          </a:xfrm>
          <a:custGeom>
            <a:avLst/>
            <a:gdLst/>
            <a:ahLst/>
            <a:cxnLst/>
            <a:rect r="r" b="b" t="t" l="l"/>
            <a:pathLst>
              <a:path h="1063080" w="1122253">
                <a:moveTo>
                  <a:pt x="0" y="0"/>
                </a:moveTo>
                <a:lnTo>
                  <a:pt x="1122254" y="0"/>
                </a:lnTo>
                <a:lnTo>
                  <a:pt x="1122254" y="1063080"/>
                </a:lnTo>
                <a:lnTo>
                  <a:pt x="0" y="10630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858438" y="3036740"/>
            <a:ext cx="10571124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Your main Competitors and their products, how are they different and what value do you provide to your customers?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19799" y="1852073"/>
            <a:ext cx="11648401" cy="115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0"/>
              </a:lnSpc>
            </a:pPr>
            <a:r>
              <a:rPr lang="en-US" b="true" sz="800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Competitive Analysis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28743" y="7134225"/>
            <a:ext cx="3361402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sz="2400" u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Give a striking overview of the problem and explain it briefly.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385114" y="7134225"/>
            <a:ext cx="3361402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sz="2400" u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Give a striking overview of the problem and explain it briefly.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41484" y="7134225"/>
            <a:ext cx="3361402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sz="2400" u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Give a striking overview of the problem and explain it briefly.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697855" y="7134225"/>
            <a:ext cx="3361402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sz="2400" u="none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Give a striking overview of the problem and explain it briefly.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5214" y="1535855"/>
            <a:ext cx="1462910" cy="1459207"/>
            <a:chOff x="0" y="0"/>
            <a:chExt cx="406400" cy="4053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400" cy="405371"/>
            </a:xfrm>
            <a:custGeom>
              <a:avLst/>
              <a:gdLst/>
              <a:ahLst/>
              <a:cxnLst/>
              <a:rect r="r" b="b" t="t" l="l"/>
              <a:pathLst>
                <a:path h="405371" w="406400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85214" y="4413897"/>
            <a:ext cx="1462910" cy="1459207"/>
            <a:chOff x="0" y="0"/>
            <a:chExt cx="406400" cy="4053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405371"/>
            </a:xfrm>
            <a:custGeom>
              <a:avLst/>
              <a:gdLst/>
              <a:ahLst/>
              <a:cxnLst/>
              <a:rect r="r" b="b" t="t" l="l"/>
              <a:pathLst>
                <a:path h="405371" w="406400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85214" y="7291938"/>
            <a:ext cx="1462910" cy="1459207"/>
            <a:chOff x="0" y="0"/>
            <a:chExt cx="406400" cy="4053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405371"/>
            </a:xfrm>
            <a:custGeom>
              <a:avLst/>
              <a:gdLst/>
              <a:ahLst/>
              <a:cxnLst/>
              <a:rect r="r" b="b" t="t" l="l"/>
              <a:pathLst>
                <a:path h="405371" w="406400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718704" y="1879797"/>
            <a:ext cx="1195929" cy="714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08"/>
              </a:lnSpc>
            </a:pPr>
            <a:r>
              <a:rPr lang="en-US" b="true" sz="434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18704" y="4757839"/>
            <a:ext cx="1195929" cy="714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08"/>
              </a:lnSpc>
            </a:pPr>
            <a:r>
              <a:rPr lang="en-US" b="true" sz="434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18704" y="7635880"/>
            <a:ext cx="1195929" cy="714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08"/>
              </a:lnSpc>
            </a:pPr>
            <a:r>
              <a:rPr lang="en-US" b="true" sz="434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616180" y="1583167"/>
            <a:ext cx="427593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5"/>
              </a:lnSpc>
            </a:pPr>
            <a:r>
              <a:rPr lang="en-US" b="true" sz="4029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Insight 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16180" y="4453781"/>
            <a:ext cx="427593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5"/>
              </a:lnSpc>
            </a:pPr>
            <a:r>
              <a:rPr lang="en-US" b="true" sz="4029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Insight 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16180" y="7339250"/>
            <a:ext cx="427593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5"/>
              </a:lnSpc>
            </a:pPr>
            <a:r>
              <a:rPr lang="en-US" b="true" sz="4029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Insight 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616180" y="2205990"/>
            <a:ext cx="5527820" cy="71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0"/>
              </a:lnSpc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Describe how you envision to solve the problems you previously shared.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616180" y="5075616"/>
            <a:ext cx="5527820" cy="71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0"/>
              </a:lnSpc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Describe how you envision to solve the problems you previously shared.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616180" y="7962073"/>
            <a:ext cx="5527820" cy="71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0"/>
              </a:lnSpc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Describe how you envision to solve the problems you previously shared.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144000" y="1028700"/>
            <a:ext cx="8115300" cy="8229600"/>
            <a:chOff x="0" y="0"/>
            <a:chExt cx="2137363" cy="216746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37363" cy="2167467"/>
            </a:xfrm>
            <a:custGeom>
              <a:avLst/>
              <a:gdLst/>
              <a:ahLst/>
              <a:cxnLst/>
              <a:rect r="r" b="b" t="t" l="l"/>
              <a:pathLst>
                <a:path h="2167467" w="2137363">
                  <a:moveTo>
                    <a:pt x="48654" y="0"/>
                  </a:moveTo>
                  <a:lnTo>
                    <a:pt x="2088710" y="0"/>
                  </a:lnTo>
                  <a:cubicBezTo>
                    <a:pt x="2115580" y="0"/>
                    <a:pt x="2137363" y="21783"/>
                    <a:pt x="2137363" y="48654"/>
                  </a:cubicBezTo>
                  <a:lnTo>
                    <a:pt x="2137363" y="2118813"/>
                  </a:lnTo>
                  <a:cubicBezTo>
                    <a:pt x="2137363" y="2145684"/>
                    <a:pt x="2115580" y="2167467"/>
                    <a:pt x="2088710" y="2167467"/>
                  </a:cubicBezTo>
                  <a:lnTo>
                    <a:pt x="48654" y="2167467"/>
                  </a:lnTo>
                  <a:cubicBezTo>
                    <a:pt x="21783" y="2167467"/>
                    <a:pt x="0" y="2145684"/>
                    <a:pt x="0" y="2118813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137363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978482" y="1032862"/>
            <a:ext cx="8446337" cy="82212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1535855"/>
            <a:ext cx="1462910" cy="1459207"/>
            <a:chOff x="0" y="0"/>
            <a:chExt cx="406400" cy="4053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400" cy="405371"/>
            </a:xfrm>
            <a:custGeom>
              <a:avLst/>
              <a:gdLst/>
              <a:ahLst/>
              <a:cxnLst/>
              <a:rect r="r" b="b" t="t" l="l"/>
              <a:pathLst>
                <a:path h="405371" w="406400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0" y="4413897"/>
            <a:ext cx="1462910" cy="1459207"/>
            <a:chOff x="0" y="0"/>
            <a:chExt cx="406400" cy="4053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" cy="405371"/>
            </a:xfrm>
            <a:custGeom>
              <a:avLst/>
              <a:gdLst/>
              <a:ahLst/>
              <a:cxnLst/>
              <a:rect r="r" b="b" t="t" l="l"/>
              <a:pathLst>
                <a:path h="405371" w="406400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0" y="7291938"/>
            <a:ext cx="1462910" cy="1459207"/>
            <a:chOff x="0" y="0"/>
            <a:chExt cx="406400" cy="4053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" cy="405371"/>
            </a:xfrm>
            <a:custGeom>
              <a:avLst/>
              <a:gdLst/>
              <a:ahLst/>
              <a:cxnLst/>
              <a:rect r="r" b="b" t="t" l="l"/>
              <a:pathLst>
                <a:path h="405371" w="406400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919571" y="1028700"/>
            <a:ext cx="5760720" cy="8229600"/>
            <a:chOff x="0" y="0"/>
            <a:chExt cx="4445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3429000" y="6350000"/>
                  </a:moveTo>
                  <a:lnTo>
                    <a:pt x="1016000" y="6350000"/>
                  </a:lnTo>
                  <a:cubicBezTo>
                    <a:pt x="454660" y="6350000"/>
                    <a:pt x="0" y="5895340"/>
                    <a:pt x="0" y="5334000"/>
                  </a:cubicBezTo>
                  <a:lnTo>
                    <a:pt x="0" y="1016000"/>
                  </a:lnTo>
                  <a:cubicBezTo>
                    <a:pt x="0" y="454660"/>
                    <a:pt x="454660" y="0"/>
                    <a:pt x="1016000" y="0"/>
                  </a:cubicBezTo>
                  <a:lnTo>
                    <a:pt x="3429000" y="0"/>
                  </a:lnTo>
                  <a:cubicBezTo>
                    <a:pt x="3990340" y="0"/>
                    <a:pt x="4445000" y="454660"/>
                    <a:pt x="4445000" y="1016000"/>
                  </a:cubicBezTo>
                  <a:lnTo>
                    <a:pt x="4445000" y="5334000"/>
                  </a:lnTo>
                  <a:cubicBezTo>
                    <a:pt x="4445000" y="5895340"/>
                    <a:pt x="3990340" y="6350000"/>
                    <a:pt x="3429000" y="6350000"/>
                  </a:cubicBezTo>
                  <a:close/>
                </a:path>
              </a:pathLst>
            </a:custGeom>
            <a:blipFill>
              <a:blip r:embed="rId2"/>
              <a:stretch>
                <a:fillRect l="-57009" t="0" r="-57009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3429000" y="19050"/>
                  </a:moveTo>
                  <a:cubicBezTo>
                    <a:pt x="3978910" y="19050"/>
                    <a:pt x="4425950" y="466090"/>
                    <a:pt x="4425950" y="1016000"/>
                  </a:cubicBezTo>
                  <a:lnTo>
                    <a:pt x="4425950" y="5334000"/>
                  </a:lnTo>
                  <a:cubicBezTo>
                    <a:pt x="4425950" y="5883910"/>
                    <a:pt x="3978910" y="6330950"/>
                    <a:pt x="3429000" y="6330950"/>
                  </a:cubicBezTo>
                  <a:lnTo>
                    <a:pt x="1016000" y="6330950"/>
                  </a:lnTo>
                  <a:cubicBezTo>
                    <a:pt x="466090" y="6330950"/>
                    <a:pt x="19050" y="5883910"/>
                    <a:pt x="19050" y="5334000"/>
                  </a:cubicBezTo>
                  <a:lnTo>
                    <a:pt x="19050" y="1016000"/>
                  </a:lnTo>
                  <a:cubicBezTo>
                    <a:pt x="19050" y="466090"/>
                    <a:pt x="466090" y="19050"/>
                    <a:pt x="1016000" y="19050"/>
                  </a:cubicBezTo>
                  <a:lnTo>
                    <a:pt x="3429000" y="19050"/>
                  </a:lnTo>
                  <a:moveTo>
                    <a:pt x="3429000" y="0"/>
                  </a:moveTo>
                  <a:lnTo>
                    <a:pt x="1016000" y="0"/>
                  </a:lnTo>
                  <a:cubicBezTo>
                    <a:pt x="454660" y="0"/>
                    <a:pt x="0" y="454660"/>
                    <a:pt x="0" y="1016000"/>
                  </a:cubicBezTo>
                  <a:lnTo>
                    <a:pt x="0" y="5334000"/>
                  </a:lnTo>
                  <a:cubicBezTo>
                    <a:pt x="0" y="5895340"/>
                    <a:pt x="454660" y="6350000"/>
                    <a:pt x="1016000" y="6350000"/>
                  </a:cubicBezTo>
                  <a:lnTo>
                    <a:pt x="3429000" y="6350000"/>
                  </a:lnTo>
                  <a:cubicBezTo>
                    <a:pt x="3990340" y="6350000"/>
                    <a:pt x="4445000" y="5895340"/>
                    <a:pt x="4445000" y="5334000"/>
                  </a:cubicBezTo>
                  <a:lnTo>
                    <a:pt x="4445000" y="1016000"/>
                  </a:lnTo>
                  <a:cubicBezTo>
                    <a:pt x="4445000" y="454660"/>
                    <a:pt x="3990340" y="0"/>
                    <a:pt x="3429000" y="0"/>
                  </a:cubicBezTo>
                  <a:lnTo>
                    <a:pt x="3429000" y="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277490" y="1879797"/>
            <a:ext cx="1195929" cy="714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08"/>
              </a:lnSpc>
            </a:pPr>
            <a:r>
              <a:rPr lang="en-US" b="true" sz="434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77490" y="4757839"/>
            <a:ext cx="1195929" cy="714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08"/>
              </a:lnSpc>
            </a:pPr>
            <a:r>
              <a:rPr lang="en-US" b="true" sz="434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77490" y="7635880"/>
            <a:ext cx="1195929" cy="714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08"/>
              </a:lnSpc>
            </a:pPr>
            <a:r>
              <a:rPr lang="en-US" b="true" sz="434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16333" y="1583167"/>
            <a:ext cx="427593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5"/>
              </a:lnSpc>
            </a:pPr>
            <a:r>
              <a:rPr lang="en-US" b="true" sz="4029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Elegant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16333" y="4453781"/>
            <a:ext cx="427593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5"/>
              </a:lnSpc>
            </a:pPr>
            <a:r>
              <a:rPr lang="en-US" b="true" sz="4029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Stylish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16333" y="7339250"/>
            <a:ext cx="427593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35"/>
              </a:lnSpc>
            </a:pPr>
            <a:r>
              <a:rPr lang="en-US" b="true" sz="4029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Attractive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916333" y="2205990"/>
            <a:ext cx="5527820" cy="71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0"/>
              </a:lnSpc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Describe how you envision to solve the problems you previously shared.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916333" y="5075616"/>
            <a:ext cx="5527820" cy="71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0"/>
              </a:lnSpc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Describe how you envision to solve the problems you previously shared.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916333" y="7962073"/>
            <a:ext cx="5527820" cy="718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20"/>
              </a:lnSpc>
            </a:pPr>
            <a:r>
              <a:rPr lang="en-US" sz="2014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Describe how you envision to solve the problems you previously shared.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D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3618178"/>
            <a:chOff x="0" y="0"/>
            <a:chExt cx="4274726" cy="9529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952936"/>
            </a:xfrm>
            <a:custGeom>
              <a:avLst/>
              <a:gdLst/>
              <a:ahLst/>
              <a:cxnLst/>
              <a:rect r="r" b="b" t="t" l="l"/>
              <a:pathLst>
                <a:path h="952936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928609"/>
                  </a:lnTo>
                  <a:cubicBezTo>
                    <a:pt x="4274726" y="935061"/>
                    <a:pt x="4272163" y="941248"/>
                    <a:pt x="4267601" y="945810"/>
                  </a:cubicBezTo>
                  <a:cubicBezTo>
                    <a:pt x="4263039" y="950373"/>
                    <a:pt x="4256851" y="952936"/>
                    <a:pt x="4250399" y="952936"/>
                  </a:cubicBezTo>
                  <a:lnTo>
                    <a:pt x="24327" y="952936"/>
                  </a:lnTo>
                  <a:cubicBezTo>
                    <a:pt x="10891" y="952936"/>
                    <a:pt x="0" y="942044"/>
                    <a:pt x="0" y="928609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991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17220" y="5443121"/>
            <a:ext cx="3372968" cy="3060445"/>
            <a:chOff x="0" y="0"/>
            <a:chExt cx="1816235" cy="16479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16235" cy="1647951"/>
            </a:xfrm>
            <a:custGeom>
              <a:avLst/>
              <a:gdLst/>
              <a:ahLst/>
              <a:cxnLst/>
              <a:rect r="r" b="b" t="t" l="l"/>
              <a:pathLst>
                <a:path h="1647951" w="1816235">
                  <a:moveTo>
                    <a:pt x="117059" y="0"/>
                  </a:moveTo>
                  <a:lnTo>
                    <a:pt x="1699175" y="0"/>
                  </a:lnTo>
                  <a:cubicBezTo>
                    <a:pt x="1763825" y="0"/>
                    <a:pt x="1816235" y="52409"/>
                    <a:pt x="1816235" y="117059"/>
                  </a:cubicBezTo>
                  <a:lnTo>
                    <a:pt x="1816235" y="1530892"/>
                  </a:lnTo>
                  <a:cubicBezTo>
                    <a:pt x="1816235" y="1595542"/>
                    <a:pt x="1763825" y="1647951"/>
                    <a:pt x="1699175" y="1647951"/>
                  </a:cubicBezTo>
                  <a:lnTo>
                    <a:pt x="117059" y="1647951"/>
                  </a:lnTo>
                  <a:cubicBezTo>
                    <a:pt x="52409" y="1647951"/>
                    <a:pt x="0" y="1595542"/>
                    <a:pt x="0" y="1530892"/>
                  </a:cubicBezTo>
                  <a:lnTo>
                    <a:pt x="0" y="117059"/>
                  </a:lnTo>
                  <a:cubicBezTo>
                    <a:pt x="0" y="52409"/>
                    <a:pt x="52409" y="0"/>
                    <a:pt x="117059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16235" cy="1686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446880" y="5443121"/>
            <a:ext cx="3372968" cy="3060445"/>
            <a:chOff x="0" y="0"/>
            <a:chExt cx="1816235" cy="16479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16235" cy="1647951"/>
            </a:xfrm>
            <a:custGeom>
              <a:avLst/>
              <a:gdLst/>
              <a:ahLst/>
              <a:cxnLst/>
              <a:rect r="r" b="b" t="t" l="l"/>
              <a:pathLst>
                <a:path h="1647951" w="1816235">
                  <a:moveTo>
                    <a:pt x="117059" y="0"/>
                  </a:moveTo>
                  <a:lnTo>
                    <a:pt x="1699175" y="0"/>
                  </a:lnTo>
                  <a:cubicBezTo>
                    <a:pt x="1763825" y="0"/>
                    <a:pt x="1816235" y="52409"/>
                    <a:pt x="1816235" y="117059"/>
                  </a:cubicBezTo>
                  <a:lnTo>
                    <a:pt x="1816235" y="1530892"/>
                  </a:lnTo>
                  <a:cubicBezTo>
                    <a:pt x="1816235" y="1595542"/>
                    <a:pt x="1763825" y="1647951"/>
                    <a:pt x="1699175" y="1647951"/>
                  </a:cubicBezTo>
                  <a:lnTo>
                    <a:pt x="117059" y="1647951"/>
                  </a:lnTo>
                  <a:cubicBezTo>
                    <a:pt x="52409" y="1647951"/>
                    <a:pt x="0" y="1595542"/>
                    <a:pt x="0" y="1530892"/>
                  </a:cubicBezTo>
                  <a:lnTo>
                    <a:pt x="0" y="117059"/>
                  </a:lnTo>
                  <a:cubicBezTo>
                    <a:pt x="0" y="52409"/>
                    <a:pt x="52409" y="0"/>
                    <a:pt x="117059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816235" cy="1686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470948" y="5443121"/>
            <a:ext cx="3372968" cy="3060445"/>
            <a:chOff x="0" y="0"/>
            <a:chExt cx="1816235" cy="16479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16235" cy="1647951"/>
            </a:xfrm>
            <a:custGeom>
              <a:avLst/>
              <a:gdLst/>
              <a:ahLst/>
              <a:cxnLst/>
              <a:rect r="r" b="b" t="t" l="l"/>
              <a:pathLst>
                <a:path h="1647951" w="1816235">
                  <a:moveTo>
                    <a:pt x="117059" y="0"/>
                  </a:moveTo>
                  <a:lnTo>
                    <a:pt x="1699175" y="0"/>
                  </a:lnTo>
                  <a:cubicBezTo>
                    <a:pt x="1763825" y="0"/>
                    <a:pt x="1816235" y="52409"/>
                    <a:pt x="1816235" y="117059"/>
                  </a:cubicBezTo>
                  <a:lnTo>
                    <a:pt x="1816235" y="1530892"/>
                  </a:lnTo>
                  <a:cubicBezTo>
                    <a:pt x="1816235" y="1595542"/>
                    <a:pt x="1763825" y="1647951"/>
                    <a:pt x="1699175" y="1647951"/>
                  </a:cubicBezTo>
                  <a:lnTo>
                    <a:pt x="117059" y="1647951"/>
                  </a:lnTo>
                  <a:cubicBezTo>
                    <a:pt x="52409" y="1647951"/>
                    <a:pt x="0" y="1595542"/>
                    <a:pt x="0" y="1530892"/>
                  </a:cubicBezTo>
                  <a:lnTo>
                    <a:pt x="0" y="117059"/>
                  </a:lnTo>
                  <a:cubicBezTo>
                    <a:pt x="0" y="52409"/>
                    <a:pt x="52409" y="0"/>
                    <a:pt x="117059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16235" cy="1686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501141" y="5426037"/>
            <a:ext cx="3372968" cy="3060445"/>
            <a:chOff x="0" y="0"/>
            <a:chExt cx="1816235" cy="16479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16235" cy="1647951"/>
            </a:xfrm>
            <a:custGeom>
              <a:avLst/>
              <a:gdLst/>
              <a:ahLst/>
              <a:cxnLst/>
              <a:rect r="r" b="b" t="t" l="l"/>
              <a:pathLst>
                <a:path h="1647951" w="1816235">
                  <a:moveTo>
                    <a:pt x="117059" y="0"/>
                  </a:moveTo>
                  <a:lnTo>
                    <a:pt x="1699175" y="0"/>
                  </a:lnTo>
                  <a:cubicBezTo>
                    <a:pt x="1763825" y="0"/>
                    <a:pt x="1816235" y="52409"/>
                    <a:pt x="1816235" y="117059"/>
                  </a:cubicBezTo>
                  <a:lnTo>
                    <a:pt x="1816235" y="1530892"/>
                  </a:lnTo>
                  <a:cubicBezTo>
                    <a:pt x="1816235" y="1595542"/>
                    <a:pt x="1763825" y="1647951"/>
                    <a:pt x="1699175" y="1647951"/>
                  </a:cubicBezTo>
                  <a:lnTo>
                    <a:pt x="117059" y="1647951"/>
                  </a:lnTo>
                  <a:cubicBezTo>
                    <a:pt x="52409" y="1647951"/>
                    <a:pt x="0" y="1595542"/>
                    <a:pt x="0" y="1530892"/>
                  </a:cubicBezTo>
                  <a:lnTo>
                    <a:pt x="0" y="117059"/>
                  </a:lnTo>
                  <a:cubicBezTo>
                    <a:pt x="0" y="52409"/>
                    <a:pt x="52409" y="0"/>
                    <a:pt x="117059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816235" cy="1686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348970" y="7748832"/>
            <a:ext cx="1509468" cy="150946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61574" y="0"/>
                  </a:moveTo>
                  <a:lnTo>
                    <a:pt x="551226" y="0"/>
                  </a:lnTo>
                  <a:cubicBezTo>
                    <a:pt x="620600" y="0"/>
                    <a:pt x="687132" y="27559"/>
                    <a:pt x="736187" y="76613"/>
                  </a:cubicBezTo>
                  <a:cubicBezTo>
                    <a:pt x="785241" y="125668"/>
                    <a:pt x="812800" y="192200"/>
                    <a:pt x="812800" y="261574"/>
                  </a:cubicBezTo>
                  <a:lnTo>
                    <a:pt x="812800" y="551226"/>
                  </a:lnTo>
                  <a:cubicBezTo>
                    <a:pt x="812800" y="620600"/>
                    <a:pt x="785241" y="687132"/>
                    <a:pt x="736187" y="736187"/>
                  </a:cubicBezTo>
                  <a:cubicBezTo>
                    <a:pt x="687132" y="785241"/>
                    <a:pt x="620600" y="812800"/>
                    <a:pt x="551226" y="812800"/>
                  </a:cubicBezTo>
                  <a:lnTo>
                    <a:pt x="261574" y="812800"/>
                  </a:lnTo>
                  <a:cubicBezTo>
                    <a:pt x="192200" y="812800"/>
                    <a:pt x="125668" y="785241"/>
                    <a:pt x="76613" y="736187"/>
                  </a:cubicBezTo>
                  <a:cubicBezTo>
                    <a:pt x="27559" y="687132"/>
                    <a:pt x="0" y="620600"/>
                    <a:pt x="0" y="551226"/>
                  </a:cubicBezTo>
                  <a:lnTo>
                    <a:pt x="0" y="261574"/>
                  </a:lnTo>
                  <a:cubicBezTo>
                    <a:pt x="0" y="192200"/>
                    <a:pt x="27559" y="125668"/>
                    <a:pt x="76613" y="76613"/>
                  </a:cubicBezTo>
                  <a:cubicBezTo>
                    <a:pt x="125668" y="27559"/>
                    <a:pt x="192200" y="0"/>
                    <a:pt x="261574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378630" y="7748832"/>
            <a:ext cx="1509468" cy="150946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61574" y="0"/>
                  </a:moveTo>
                  <a:lnTo>
                    <a:pt x="551226" y="0"/>
                  </a:lnTo>
                  <a:cubicBezTo>
                    <a:pt x="620600" y="0"/>
                    <a:pt x="687132" y="27559"/>
                    <a:pt x="736187" y="76613"/>
                  </a:cubicBezTo>
                  <a:cubicBezTo>
                    <a:pt x="785241" y="125668"/>
                    <a:pt x="812800" y="192200"/>
                    <a:pt x="812800" y="261574"/>
                  </a:cubicBezTo>
                  <a:lnTo>
                    <a:pt x="812800" y="551226"/>
                  </a:lnTo>
                  <a:cubicBezTo>
                    <a:pt x="812800" y="620600"/>
                    <a:pt x="785241" y="687132"/>
                    <a:pt x="736187" y="736187"/>
                  </a:cubicBezTo>
                  <a:cubicBezTo>
                    <a:pt x="687132" y="785241"/>
                    <a:pt x="620600" y="812800"/>
                    <a:pt x="551226" y="812800"/>
                  </a:cubicBezTo>
                  <a:lnTo>
                    <a:pt x="261574" y="812800"/>
                  </a:lnTo>
                  <a:cubicBezTo>
                    <a:pt x="192200" y="812800"/>
                    <a:pt x="125668" y="785241"/>
                    <a:pt x="76613" y="736187"/>
                  </a:cubicBezTo>
                  <a:cubicBezTo>
                    <a:pt x="27559" y="687132"/>
                    <a:pt x="0" y="620600"/>
                    <a:pt x="0" y="551226"/>
                  </a:cubicBezTo>
                  <a:lnTo>
                    <a:pt x="0" y="261574"/>
                  </a:lnTo>
                  <a:cubicBezTo>
                    <a:pt x="0" y="192200"/>
                    <a:pt x="27559" y="125668"/>
                    <a:pt x="76613" y="76613"/>
                  </a:cubicBezTo>
                  <a:cubicBezTo>
                    <a:pt x="125668" y="27559"/>
                    <a:pt x="192200" y="0"/>
                    <a:pt x="261574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402698" y="7748832"/>
            <a:ext cx="1509468" cy="1509468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61574" y="0"/>
                  </a:moveTo>
                  <a:lnTo>
                    <a:pt x="551226" y="0"/>
                  </a:lnTo>
                  <a:cubicBezTo>
                    <a:pt x="620600" y="0"/>
                    <a:pt x="687132" y="27559"/>
                    <a:pt x="736187" y="76613"/>
                  </a:cubicBezTo>
                  <a:cubicBezTo>
                    <a:pt x="785241" y="125668"/>
                    <a:pt x="812800" y="192200"/>
                    <a:pt x="812800" y="261574"/>
                  </a:cubicBezTo>
                  <a:lnTo>
                    <a:pt x="812800" y="551226"/>
                  </a:lnTo>
                  <a:cubicBezTo>
                    <a:pt x="812800" y="620600"/>
                    <a:pt x="785241" y="687132"/>
                    <a:pt x="736187" y="736187"/>
                  </a:cubicBezTo>
                  <a:cubicBezTo>
                    <a:pt x="687132" y="785241"/>
                    <a:pt x="620600" y="812800"/>
                    <a:pt x="551226" y="812800"/>
                  </a:cubicBezTo>
                  <a:lnTo>
                    <a:pt x="261574" y="812800"/>
                  </a:lnTo>
                  <a:cubicBezTo>
                    <a:pt x="192200" y="812800"/>
                    <a:pt x="125668" y="785241"/>
                    <a:pt x="76613" y="736187"/>
                  </a:cubicBezTo>
                  <a:cubicBezTo>
                    <a:pt x="27559" y="687132"/>
                    <a:pt x="0" y="620600"/>
                    <a:pt x="0" y="551226"/>
                  </a:cubicBezTo>
                  <a:lnTo>
                    <a:pt x="0" y="261574"/>
                  </a:lnTo>
                  <a:cubicBezTo>
                    <a:pt x="0" y="192200"/>
                    <a:pt x="27559" y="125668"/>
                    <a:pt x="76613" y="76613"/>
                  </a:cubicBezTo>
                  <a:cubicBezTo>
                    <a:pt x="125668" y="27559"/>
                    <a:pt x="192200" y="0"/>
                    <a:pt x="261574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426766" y="7748832"/>
            <a:ext cx="1509468" cy="1509468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61574" y="0"/>
                  </a:moveTo>
                  <a:lnTo>
                    <a:pt x="551226" y="0"/>
                  </a:lnTo>
                  <a:cubicBezTo>
                    <a:pt x="620600" y="0"/>
                    <a:pt x="687132" y="27559"/>
                    <a:pt x="736187" y="76613"/>
                  </a:cubicBezTo>
                  <a:cubicBezTo>
                    <a:pt x="785241" y="125668"/>
                    <a:pt x="812800" y="192200"/>
                    <a:pt x="812800" y="261574"/>
                  </a:cubicBezTo>
                  <a:lnTo>
                    <a:pt x="812800" y="551226"/>
                  </a:lnTo>
                  <a:cubicBezTo>
                    <a:pt x="812800" y="620600"/>
                    <a:pt x="785241" y="687132"/>
                    <a:pt x="736187" y="736187"/>
                  </a:cubicBezTo>
                  <a:cubicBezTo>
                    <a:pt x="687132" y="785241"/>
                    <a:pt x="620600" y="812800"/>
                    <a:pt x="551226" y="812800"/>
                  </a:cubicBezTo>
                  <a:lnTo>
                    <a:pt x="261574" y="812800"/>
                  </a:lnTo>
                  <a:cubicBezTo>
                    <a:pt x="192200" y="812800"/>
                    <a:pt x="125668" y="785241"/>
                    <a:pt x="76613" y="736187"/>
                  </a:cubicBezTo>
                  <a:cubicBezTo>
                    <a:pt x="27559" y="687132"/>
                    <a:pt x="0" y="620600"/>
                    <a:pt x="0" y="551226"/>
                  </a:cubicBezTo>
                  <a:lnTo>
                    <a:pt x="0" y="261574"/>
                  </a:lnTo>
                  <a:cubicBezTo>
                    <a:pt x="0" y="192200"/>
                    <a:pt x="27559" y="125668"/>
                    <a:pt x="76613" y="76613"/>
                  </a:cubicBezTo>
                  <a:cubicBezTo>
                    <a:pt x="125668" y="27559"/>
                    <a:pt x="192200" y="0"/>
                    <a:pt x="261574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AutoShape 29" id="29"/>
          <p:cNvSpPr/>
          <p:nvPr/>
        </p:nvSpPr>
        <p:spPr>
          <a:xfrm>
            <a:off x="3858438" y="8503566"/>
            <a:ext cx="2520192" cy="0"/>
          </a:xfrm>
          <a:prstGeom prst="line">
            <a:avLst/>
          </a:prstGeom>
          <a:ln cap="flat" w="76200">
            <a:solidFill>
              <a:srgbClr val="1A1A1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0" id="30"/>
          <p:cNvSpPr/>
          <p:nvPr/>
        </p:nvSpPr>
        <p:spPr>
          <a:xfrm rot="0">
            <a:off x="7888098" y="8465466"/>
            <a:ext cx="2520192" cy="0"/>
          </a:xfrm>
          <a:prstGeom prst="line">
            <a:avLst/>
          </a:prstGeom>
          <a:ln cap="flat" w="76200">
            <a:solidFill>
              <a:srgbClr val="1A1A1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1" id="31"/>
          <p:cNvSpPr/>
          <p:nvPr/>
        </p:nvSpPr>
        <p:spPr>
          <a:xfrm rot="0">
            <a:off x="11912166" y="8465466"/>
            <a:ext cx="2520192" cy="0"/>
          </a:xfrm>
          <a:prstGeom prst="line">
            <a:avLst/>
          </a:prstGeom>
          <a:ln cap="flat" w="76200">
            <a:solidFill>
              <a:srgbClr val="1A1A1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32" id="32"/>
          <p:cNvSpPr/>
          <p:nvPr/>
        </p:nvSpPr>
        <p:spPr>
          <a:xfrm flipH="false" flipV="false" rot="0">
            <a:off x="2624010" y="8084052"/>
            <a:ext cx="959388" cy="839028"/>
          </a:xfrm>
          <a:custGeom>
            <a:avLst/>
            <a:gdLst/>
            <a:ahLst/>
            <a:cxnLst/>
            <a:rect r="r" b="b" t="t" l="l"/>
            <a:pathLst>
              <a:path h="839028" w="959388">
                <a:moveTo>
                  <a:pt x="0" y="0"/>
                </a:moveTo>
                <a:lnTo>
                  <a:pt x="959388" y="0"/>
                </a:lnTo>
                <a:lnTo>
                  <a:pt x="959388" y="839028"/>
                </a:lnTo>
                <a:lnTo>
                  <a:pt x="0" y="839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6602094" y="8244400"/>
            <a:ext cx="1056948" cy="594533"/>
          </a:xfrm>
          <a:custGeom>
            <a:avLst/>
            <a:gdLst/>
            <a:ahLst/>
            <a:cxnLst/>
            <a:rect r="r" b="b" t="t" l="l"/>
            <a:pathLst>
              <a:path h="594533" w="1056948">
                <a:moveTo>
                  <a:pt x="0" y="0"/>
                </a:moveTo>
                <a:lnTo>
                  <a:pt x="1056948" y="0"/>
                </a:lnTo>
                <a:lnTo>
                  <a:pt x="1056948" y="594533"/>
                </a:lnTo>
                <a:lnTo>
                  <a:pt x="0" y="5945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0616828" y="8155239"/>
            <a:ext cx="1081208" cy="662486"/>
          </a:xfrm>
          <a:custGeom>
            <a:avLst/>
            <a:gdLst/>
            <a:ahLst/>
            <a:cxnLst/>
            <a:rect r="r" b="b" t="t" l="l"/>
            <a:pathLst>
              <a:path h="662486" w="1081208">
                <a:moveTo>
                  <a:pt x="0" y="0"/>
                </a:moveTo>
                <a:lnTo>
                  <a:pt x="1081208" y="0"/>
                </a:lnTo>
                <a:lnTo>
                  <a:pt x="1081208" y="662486"/>
                </a:lnTo>
                <a:lnTo>
                  <a:pt x="0" y="6624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4840287" y="7976629"/>
            <a:ext cx="694675" cy="1019707"/>
          </a:xfrm>
          <a:custGeom>
            <a:avLst/>
            <a:gdLst/>
            <a:ahLst/>
            <a:cxnLst/>
            <a:rect r="r" b="b" t="t" l="l"/>
            <a:pathLst>
              <a:path h="1019707" w="694675">
                <a:moveTo>
                  <a:pt x="0" y="0"/>
                </a:moveTo>
                <a:lnTo>
                  <a:pt x="694675" y="0"/>
                </a:lnTo>
                <a:lnTo>
                  <a:pt x="694675" y="1019707"/>
                </a:lnTo>
                <a:lnTo>
                  <a:pt x="0" y="10197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845487" y="6956260"/>
            <a:ext cx="251643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Q1 2022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20401" y="6134252"/>
            <a:ext cx="2966607" cy="778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64"/>
              </a:lnSpc>
            </a:pPr>
            <a:r>
              <a:rPr lang="en-US" b="true" sz="420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Prototype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858438" y="3036740"/>
            <a:ext cx="10571124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What are your next steps and goals? How much support do you need from investors and what will it get you?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319799" y="1852073"/>
            <a:ext cx="11648401" cy="1155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0"/>
              </a:lnSpc>
            </a:pPr>
            <a:r>
              <a:rPr lang="en-US" b="true" sz="8000">
                <a:solidFill>
                  <a:srgbClr val="ECA406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Future Roadmap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872351" y="6956260"/>
            <a:ext cx="251643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Q2 2022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647265" y="6134252"/>
            <a:ext cx="2966607" cy="778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64"/>
              </a:lnSpc>
            </a:pPr>
            <a:r>
              <a:rPr lang="en-US" b="true" sz="420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Launch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899215" y="6956260"/>
            <a:ext cx="251643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Q3 2022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674129" y="6134252"/>
            <a:ext cx="2966607" cy="778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64"/>
              </a:lnSpc>
            </a:pPr>
            <a:r>
              <a:rPr lang="en-US" b="true" sz="420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V2.0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926079" y="6956260"/>
            <a:ext cx="2516435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9"/>
              </a:lnSpc>
            </a:pPr>
            <a:r>
              <a:rPr lang="en-US" sz="24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Q4 2022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700993" y="6134252"/>
            <a:ext cx="2966607" cy="778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64"/>
              </a:lnSpc>
            </a:pPr>
            <a:r>
              <a:rPr lang="en-US" b="true" sz="420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V2.2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20906" y="7638820"/>
            <a:ext cx="3579538" cy="1619480"/>
            <a:chOff x="0" y="0"/>
            <a:chExt cx="942759" cy="4265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42759" cy="426530"/>
            </a:xfrm>
            <a:custGeom>
              <a:avLst/>
              <a:gdLst/>
              <a:ahLst/>
              <a:cxnLst/>
              <a:rect r="r" b="b" t="t" l="l"/>
              <a:pathLst>
                <a:path h="426530" w="942759">
                  <a:moveTo>
                    <a:pt x="110304" y="0"/>
                  </a:moveTo>
                  <a:lnTo>
                    <a:pt x="832455" y="0"/>
                  </a:lnTo>
                  <a:cubicBezTo>
                    <a:pt x="893374" y="0"/>
                    <a:pt x="942759" y="49385"/>
                    <a:pt x="942759" y="110304"/>
                  </a:cubicBezTo>
                  <a:lnTo>
                    <a:pt x="942759" y="316225"/>
                  </a:lnTo>
                  <a:cubicBezTo>
                    <a:pt x="942759" y="377145"/>
                    <a:pt x="893374" y="426530"/>
                    <a:pt x="832455" y="426530"/>
                  </a:cubicBezTo>
                  <a:lnTo>
                    <a:pt x="110304" y="426530"/>
                  </a:lnTo>
                  <a:cubicBezTo>
                    <a:pt x="49385" y="426530"/>
                    <a:pt x="0" y="377145"/>
                    <a:pt x="0" y="316225"/>
                  </a:cubicBezTo>
                  <a:lnTo>
                    <a:pt x="0" y="110304"/>
                  </a:lnTo>
                  <a:cubicBezTo>
                    <a:pt x="0" y="49385"/>
                    <a:pt x="49385" y="0"/>
                    <a:pt x="110304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42759" cy="464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7638820"/>
            <a:ext cx="6087406" cy="1619480"/>
            <a:chOff x="0" y="0"/>
            <a:chExt cx="1603267" cy="4265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03267" cy="426530"/>
            </a:xfrm>
            <a:custGeom>
              <a:avLst/>
              <a:gdLst/>
              <a:ahLst/>
              <a:cxnLst/>
              <a:rect r="r" b="b" t="t" l="l"/>
              <a:pathLst>
                <a:path h="426530" w="1603267">
                  <a:moveTo>
                    <a:pt x="64861" y="0"/>
                  </a:moveTo>
                  <a:lnTo>
                    <a:pt x="1538406" y="0"/>
                  </a:lnTo>
                  <a:cubicBezTo>
                    <a:pt x="1574228" y="0"/>
                    <a:pt x="1603267" y="29039"/>
                    <a:pt x="1603267" y="64861"/>
                  </a:cubicBezTo>
                  <a:lnTo>
                    <a:pt x="1603267" y="361668"/>
                  </a:lnTo>
                  <a:cubicBezTo>
                    <a:pt x="1603267" y="397490"/>
                    <a:pt x="1574228" y="426530"/>
                    <a:pt x="1538406" y="426530"/>
                  </a:cubicBezTo>
                  <a:lnTo>
                    <a:pt x="64861" y="426530"/>
                  </a:lnTo>
                  <a:cubicBezTo>
                    <a:pt x="47659" y="426530"/>
                    <a:pt x="31161" y="419696"/>
                    <a:pt x="18997" y="407532"/>
                  </a:cubicBezTo>
                  <a:cubicBezTo>
                    <a:pt x="6834" y="395368"/>
                    <a:pt x="0" y="378870"/>
                    <a:pt x="0" y="361668"/>
                  </a:cubicBezTo>
                  <a:lnTo>
                    <a:pt x="0" y="64861"/>
                  </a:lnTo>
                  <a:cubicBezTo>
                    <a:pt x="0" y="29039"/>
                    <a:pt x="29039" y="0"/>
                    <a:pt x="64861" y="0"/>
                  </a:cubicBezTo>
                  <a:close/>
                </a:path>
              </a:pathLst>
            </a:custGeom>
            <a:solidFill>
              <a:srgbClr val="ECA40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03267" cy="464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306671" y="7638820"/>
            <a:ext cx="5952629" cy="1619480"/>
            <a:chOff x="0" y="0"/>
            <a:chExt cx="1567771" cy="4265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67771" cy="426530"/>
            </a:xfrm>
            <a:custGeom>
              <a:avLst/>
              <a:gdLst/>
              <a:ahLst/>
              <a:cxnLst/>
              <a:rect r="r" b="b" t="t" l="l"/>
              <a:pathLst>
                <a:path h="426530" w="1567771">
                  <a:moveTo>
                    <a:pt x="66330" y="0"/>
                  </a:moveTo>
                  <a:lnTo>
                    <a:pt x="1501441" y="0"/>
                  </a:lnTo>
                  <a:cubicBezTo>
                    <a:pt x="1519032" y="0"/>
                    <a:pt x="1535904" y="6988"/>
                    <a:pt x="1548343" y="19428"/>
                  </a:cubicBezTo>
                  <a:cubicBezTo>
                    <a:pt x="1560782" y="31867"/>
                    <a:pt x="1567771" y="48738"/>
                    <a:pt x="1567771" y="66330"/>
                  </a:cubicBezTo>
                  <a:lnTo>
                    <a:pt x="1567771" y="360200"/>
                  </a:lnTo>
                  <a:cubicBezTo>
                    <a:pt x="1567771" y="377791"/>
                    <a:pt x="1560782" y="394663"/>
                    <a:pt x="1548343" y="407102"/>
                  </a:cubicBezTo>
                  <a:cubicBezTo>
                    <a:pt x="1535904" y="419541"/>
                    <a:pt x="1519032" y="426530"/>
                    <a:pt x="1501441" y="426530"/>
                  </a:cubicBezTo>
                  <a:lnTo>
                    <a:pt x="66330" y="426530"/>
                  </a:lnTo>
                  <a:cubicBezTo>
                    <a:pt x="48738" y="426530"/>
                    <a:pt x="31867" y="419541"/>
                    <a:pt x="19428" y="407102"/>
                  </a:cubicBezTo>
                  <a:cubicBezTo>
                    <a:pt x="6988" y="394663"/>
                    <a:pt x="0" y="377791"/>
                    <a:pt x="0" y="360200"/>
                  </a:cubicBezTo>
                  <a:lnTo>
                    <a:pt x="0" y="66330"/>
                  </a:lnTo>
                  <a:cubicBezTo>
                    <a:pt x="0" y="48738"/>
                    <a:pt x="6988" y="31867"/>
                    <a:pt x="19428" y="19428"/>
                  </a:cubicBezTo>
                  <a:cubicBezTo>
                    <a:pt x="31867" y="6988"/>
                    <a:pt x="48738" y="0"/>
                    <a:pt x="66330" y="0"/>
                  </a:cubicBezTo>
                  <a:close/>
                </a:path>
              </a:pathLst>
            </a:custGeom>
            <a:solidFill>
              <a:srgbClr val="DDDDD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67771" cy="4646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2020566" y="8071439"/>
            <a:ext cx="888295" cy="754243"/>
          </a:xfrm>
          <a:custGeom>
            <a:avLst/>
            <a:gdLst/>
            <a:ahLst/>
            <a:cxnLst/>
            <a:rect r="r" b="b" t="t" l="l"/>
            <a:pathLst>
              <a:path h="754243" w="888295">
                <a:moveTo>
                  <a:pt x="0" y="0"/>
                </a:moveTo>
                <a:lnTo>
                  <a:pt x="888295" y="0"/>
                </a:lnTo>
                <a:lnTo>
                  <a:pt x="888295" y="754243"/>
                </a:lnTo>
                <a:lnTo>
                  <a:pt x="0" y="7542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93967" y="2544439"/>
            <a:ext cx="15700066" cy="2949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41"/>
              </a:lnSpc>
            </a:pPr>
            <a:r>
              <a:rPr lang="en-US" b="true" sz="16243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Thank You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5061094"/>
            <a:ext cx="16230600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spc="1058">
                <a:solidFill>
                  <a:srgbClr val="ECA406"/>
                </a:solidFill>
                <a:latin typeface="Poppins"/>
                <a:ea typeface="Poppins"/>
                <a:cs typeface="Poppins"/>
                <a:sym typeface="Poppins"/>
              </a:rPr>
              <a:t>FOR YOUR TIME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71938" y="8150745"/>
            <a:ext cx="5422095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hello@reallygreatsite.com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87958" y="8150745"/>
            <a:ext cx="3045434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Alfredo Torres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078805" y="8025650"/>
            <a:ext cx="350390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F5F5F5"/>
                </a:solidFill>
                <a:latin typeface="Telegraf"/>
                <a:ea typeface="Telegraf"/>
                <a:cs typeface="Telegraf"/>
                <a:sym typeface="Telegraf"/>
              </a:rPr>
              <a:t>Fauget Inc.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DAGirQpXH8s</dc:identifier>
  <dcterms:modified xsi:type="dcterms:W3CDTF">2011-08-01T06:04:30Z</dcterms:modified>
  <cp:revision>1</cp:revision>
</cp:coreProperties>
</file>