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2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58.xml" ContentType="application/vnd.openxmlformats-officedocument.presentationml.slideLayou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64" r:id="rId3"/>
    <p:sldId id="272" r:id="rId4"/>
    <p:sldId id="270" r:id="rId5"/>
    <p:sldId id="277" r:id="rId6"/>
    <p:sldId id="293" r:id="rId7"/>
    <p:sldId id="286" r:id="rId8"/>
    <p:sldId id="271" r:id="rId9"/>
    <p:sldId id="347" r:id="rId10"/>
    <p:sldId id="349" r:id="rId11"/>
    <p:sldId id="348" r:id="rId12"/>
    <p:sldId id="350" r:id="rId13"/>
    <p:sldId id="278" r:id="rId14"/>
    <p:sldId id="351" r:id="rId15"/>
    <p:sldId id="357" r:id="rId16"/>
    <p:sldId id="353" r:id="rId17"/>
    <p:sldId id="354" r:id="rId18"/>
    <p:sldId id="355" r:id="rId19"/>
    <p:sldId id="356" r:id="rId20"/>
    <p:sldId id="297" r:id="rId21"/>
  </p:sldIdLst>
  <p:sldSz cx="9144000" cy="5143500" type="screen16x9"/>
  <p:notesSz cx="6858000" cy="9144000"/>
  <p:embeddedFontLst>
    <p:embeddedFont>
      <p:font typeface="Didact Gothic" panose="00000500000000000000" pitchFamily="2" charset="0"/>
      <p:regular r:id="rId23"/>
    </p:embeddedFont>
    <p:embeddedFont>
      <p:font typeface="Julius Sans One" panose="020B0604020202020204" charset="0"/>
      <p:regular r:id="rId24"/>
    </p:embeddedFont>
    <p:embeddedFont>
      <p:font typeface="Montserrat" panose="00000500000000000000" pitchFamily="2" charset="0"/>
      <p:regular r:id="rId25"/>
      <p:bold r:id="rId26"/>
      <p:italic r:id="rId27"/>
      <p:boldItalic r:id="rId28"/>
    </p:embeddedFont>
    <p:embeddedFont>
      <p:font typeface="Questrial" pitchFamily="2"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4458"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78B879A-B406-4038-840F-5819EC8416F1}" styleName="Table_0">
    <a:wholeTbl>
      <a:tcTxStyle>
        <a:font>
          <a:latin typeface="Aptos Light"/>
          <a:ea typeface="Aptos Light"/>
          <a:cs typeface="Aptos Light"/>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3" d="100"/>
          <a:sy n="103" d="100"/>
        </p:scale>
        <p:origin x="1142" y="77"/>
      </p:cViewPr>
      <p:guideLst>
        <p:guide pos="4458"/>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8f4bd2034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8f4bd2034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a1249ffcf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a1249ffcf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7b02797fa4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7b02797fa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a1249ffcf0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a1249ffcf0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a1249ffcf0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9" name="Google Shape;679;ga1249ffcf0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7b02797fa4_2_1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7b02797fa4_2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a1249ffcf0_1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a1249ffcf0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7b02797fa4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7b02797fa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8f6f6f201e_0_7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8f6f6f201e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8f6f6f201e_0_7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8f6f6f201e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8f6f6f201e_0_7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8f6f6f201e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8f6f6f201e_0_7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8f6f6f201e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7b02797fa4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7b02797fa4_2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7b02797fa4_2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7b02797fa4_2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a:extLst>
            <a:ext uri="{FF2B5EF4-FFF2-40B4-BE49-F238E27FC236}">
              <a16:creationId xmlns:a16="http://schemas.microsoft.com/office/drawing/2014/main" id="{59EDD300-3277-1E8B-94B6-D4A28B975D8B}"/>
            </a:ext>
          </a:extLst>
        </p:cNvPr>
        <p:cNvGrpSpPr/>
        <p:nvPr/>
      </p:nvGrpSpPr>
      <p:grpSpPr>
        <a:xfrm>
          <a:off x="0" y="0"/>
          <a:ext cx="0" cy="0"/>
          <a:chOff x="0" y="0"/>
          <a:chExt cx="0" cy="0"/>
        </a:xfrm>
      </p:grpSpPr>
      <p:sp>
        <p:nvSpPr>
          <p:cNvPr id="927" name="Google Shape;927;g7b02797fa4_2_1377:notes">
            <a:extLst>
              <a:ext uri="{FF2B5EF4-FFF2-40B4-BE49-F238E27FC236}">
                <a16:creationId xmlns:a16="http://schemas.microsoft.com/office/drawing/2014/main" id="{04E2632A-B700-5EE4-50BC-6285F068BE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7b02797fa4_2_1377:notes">
            <a:extLst>
              <a:ext uri="{FF2B5EF4-FFF2-40B4-BE49-F238E27FC236}">
                <a16:creationId xmlns:a16="http://schemas.microsoft.com/office/drawing/2014/main" id="{B323E4C6-0A5A-B239-DD26-7E0937FF38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7932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1"/>
        <p:cNvGrpSpPr/>
        <p:nvPr/>
      </p:nvGrpSpPr>
      <p:grpSpPr>
        <a:xfrm>
          <a:off x="0" y="0"/>
          <a:ext cx="0" cy="0"/>
          <a:chOff x="0" y="0"/>
          <a:chExt cx="0" cy="0"/>
        </a:xfrm>
      </p:grpSpPr>
      <p:sp>
        <p:nvSpPr>
          <p:cNvPr id="1922" name="Google Shape;1922;g7b02797fa4_2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3" name="Google Shape;1923;g7b02797fa4_2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1"/>
        <p:cNvGrpSpPr/>
        <p:nvPr/>
      </p:nvGrpSpPr>
      <p:grpSpPr>
        <a:xfrm>
          <a:off x="0" y="0"/>
          <a:ext cx="0" cy="0"/>
          <a:chOff x="0" y="0"/>
          <a:chExt cx="0" cy="0"/>
        </a:xfrm>
      </p:grpSpPr>
      <p:sp>
        <p:nvSpPr>
          <p:cNvPr id="1922" name="Google Shape;1922;g7b02797fa4_2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3" name="Google Shape;1923;g7b02797fa4_2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d5f8853c8d_2_2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d5f8853c8d_2_2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d5f8853c8d_2_2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d5f8853c8d_2_2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7b02797fa4_2_2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7b02797fa4_2_2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5"/>
        </a:solidFill>
        <a:effectLst/>
      </p:bgPr>
    </p:bg>
    <p:spTree>
      <p:nvGrpSpPr>
        <p:cNvPr id="1" name="Shape 8"/>
        <p:cNvGrpSpPr/>
        <p:nvPr/>
      </p:nvGrpSpPr>
      <p:grpSpPr>
        <a:xfrm>
          <a:off x="0" y="0"/>
          <a:ext cx="0" cy="0"/>
          <a:chOff x="0" y="0"/>
          <a:chExt cx="0" cy="0"/>
        </a:xfrm>
      </p:grpSpPr>
      <p:sp>
        <p:nvSpPr>
          <p:cNvPr id="9" name="Google Shape;9;p2"/>
          <p:cNvSpPr/>
          <p:nvPr/>
        </p:nvSpPr>
        <p:spPr>
          <a:xfrm>
            <a:off x="-3537625" y="711975"/>
            <a:ext cx="7035600" cy="3277200"/>
          </a:xfrm>
          <a:prstGeom prst="triangle">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1255025"/>
            <a:ext cx="4322700" cy="3891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1034200" y="0"/>
            <a:ext cx="10867800" cy="5143500"/>
          </a:xfrm>
          <a:prstGeom prst="triangle">
            <a:avLst>
              <a:gd name="adj" fmla="val 4985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805750" y="2198675"/>
            <a:ext cx="4322700" cy="1508400"/>
          </a:xfrm>
          <a:prstGeom prst="rect">
            <a:avLst/>
          </a:prstGeom>
        </p:spPr>
        <p:txBody>
          <a:bodyPr spcFirstLastPara="1" wrap="square" lIns="91425" tIns="91425" rIns="91425" bIns="91425" anchor="ctr" anchorCtr="0">
            <a:noAutofit/>
          </a:bodyPr>
          <a:lstStyle>
            <a:lvl1pPr lvl="0" algn="r">
              <a:lnSpc>
                <a:spcPct val="90000"/>
              </a:lnSpc>
              <a:spcBef>
                <a:spcPts val="0"/>
              </a:spcBef>
              <a:spcAft>
                <a:spcPts val="0"/>
              </a:spcAft>
              <a:buClr>
                <a:schemeClr val="lt1"/>
              </a:buClr>
              <a:buSzPts val="4700"/>
              <a:buFont typeface="Julius Sans One" panose="02000000000000000000"/>
              <a:buNone/>
              <a:defRPr sz="4000" b="1">
                <a:solidFill>
                  <a:schemeClr val="lt1"/>
                </a:solidFill>
                <a:latin typeface="Julius Sans One" panose="02000000000000000000"/>
                <a:ea typeface="Julius Sans One" panose="02000000000000000000"/>
                <a:cs typeface="Julius Sans One" panose="02000000000000000000"/>
                <a:sym typeface="Julius Sans One" panose="02000000000000000000"/>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299250" y="4154375"/>
            <a:ext cx="3829200" cy="248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lt1"/>
              </a:buClr>
              <a:buSzPts val="2800"/>
              <a:buFont typeface="Questrial"/>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2pPr>
            <a:lvl3pPr lvl="2"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3pPr>
            <a:lvl4pPr lvl="3"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4pPr>
            <a:lvl5pPr lvl="4"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5pPr>
            <a:lvl6pPr lvl="5"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6pPr>
            <a:lvl7pPr lvl="6"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7pPr>
            <a:lvl8pPr lvl="7"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8pPr>
            <a:lvl9pPr lvl="8" algn="r">
              <a:lnSpc>
                <a:spcPct val="100000"/>
              </a:lnSpc>
              <a:spcBef>
                <a:spcPts val="0"/>
              </a:spcBef>
              <a:spcAft>
                <a:spcPts val="0"/>
              </a:spcAft>
              <a:buClr>
                <a:schemeClr val="lt1"/>
              </a:buClr>
              <a:buSzPts val="2800"/>
              <a:buFont typeface="Questrial"/>
              <a:buNone/>
              <a:defRPr sz="2800">
                <a:solidFill>
                  <a:schemeClr val="lt1"/>
                </a:solidFill>
                <a:latin typeface="Questrial"/>
                <a:ea typeface="Questrial"/>
                <a:cs typeface="Questrial"/>
                <a:sym typeface="Quest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5"/>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784875" y="2098184"/>
            <a:ext cx="3423600" cy="862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3600"/>
              <a:buNone/>
              <a:defRPr sz="3400" b="1">
                <a:solidFill>
                  <a:schemeClr val="dk1"/>
                </a:solidFill>
              </a:defRPr>
            </a:lvl1pPr>
            <a:lvl2pPr lvl="1" algn="r" rtl="0">
              <a:spcBef>
                <a:spcPts val="0"/>
              </a:spcBef>
              <a:spcAft>
                <a:spcPts val="0"/>
              </a:spcAft>
              <a:buClr>
                <a:schemeClr val="dk1"/>
              </a:buClr>
              <a:buSzPts val="3600"/>
              <a:buNone/>
              <a:defRPr sz="3600" b="1">
                <a:solidFill>
                  <a:schemeClr val="dk1"/>
                </a:solidFill>
              </a:defRPr>
            </a:lvl2pPr>
            <a:lvl3pPr lvl="2" algn="r" rtl="0">
              <a:spcBef>
                <a:spcPts val="0"/>
              </a:spcBef>
              <a:spcAft>
                <a:spcPts val="0"/>
              </a:spcAft>
              <a:buClr>
                <a:schemeClr val="dk1"/>
              </a:buClr>
              <a:buSzPts val="3600"/>
              <a:buNone/>
              <a:defRPr sz="3600" b="1">
                <a:solidFill>
                  <a:schemeClr val="dk1"/>
                </a:solidFill>
              </a:defRPr>
            </a:lvl3pPr>
            <a:lvl4pPr lvl="3" algn="r" rtl="0">
              <a:spcBef>
                <a:spcPts val="0"/>
              </a:spcBef>
              <a:spcAft>
                <a:spcPts val="0"/>
              </a:spcAft>
              <a:buClr>
                <a:schemeClr val="dk1"/>
              </a:buClr>
              <a:buSzPts val="3600"/>
              <a:buNone/>
              <a:defRPr sz="3600" b="1">
                <a:solidFill>
                  <a:schemeClr val="dk1"/>
                </a:solidFill>
              </a:defRPr>
            </a:lvl4pPr>
            <a:lvl5pPr lvl="4" algn="r" rtl="0">
              <a:spcBef>
                <a:spcPts val="0"/>
              </a:spcBef>
              <a:spcAft>
                <a:spcPts val="0"/>
              </a:spcAft>
              <a:buClr>
                <a:schemeClr val="dk1"/>
              </a:buClr>
              <a:buSzPts val="3600"/>
              <a:buNone/>
              <a:defRPr sz="3600" b="1">
                <a:solidFill>
                  <a:schemeClr val="dk1"/>
                </a:solidFill>
              </a:defRPr>
            </a:lvl5pPr>
            <a:lvl6pPr lvl="5" algn="r" rtl="0">
              <a:spcBef>
                <a:spcPts val="0"/>
              </a:spcBef>
              <a:spcAft>
                <a:spcPts val="0"/>
              </a:spcAft>
              <a:buClr>
                <a:schemeClr val="dk1"/>
              </a:buClr>
              <a:buSzPts val="3600"/>
              <a:buNone/>
              <a:defRPr sz="3600" b="1">
                <a:solidFill>
                  <a:schemeClr val="dk1"/>
                </a:solidFill>
              </a:defRPr>
            </a:lvl6pPr>
            <a:lvl7pPr lvl="6" algn="r" rtl="0">
              <a:spcBef>
                <a:spcPts val="0"/>
              </a:spcBef>
              <a:spcAft>
                <a:spcPts val="0"/>
              </a:spcAft>
              <a:buClr>
                <a:schemeClr val="dk1"/>
              </a:buClr>
              <a:buSzPts val="3600"/>
              <a:buNone/>
              <a:defRPr sz="3600" b="1">
                <a:solidFill>
                  <a:schemeClr val="dk1"/>
                </a:solidFill>
              </a:defRPr>
            </a:lvl7pPr>
            <a:lvl8pPr lvl="7" algn="r" rtl="0">
              <a:spcBef>
                <a:spcPts val="0"/>
              </a:spcBef>
              <a:spcAft>
                <a:spcPts val="0"/>
              </a:spcAft>
              <a:buClr>
                <a:schemeClr val="dk1"/>
              </a:buClr>
              <a:buSzPts val="3600"/>
              <a:buNone/>
              <a:defRPr sz="3600" b="1">
                <a:solidFill>
                  <a:schemeClr val="dk1"/>
                </a:solidFill>
              </a:defRPr>
            </a:lvl8pPr>
            <a:lvl9pPr lvl="8" algn="r" rtl="0">
              <a:spcBef>
                <a:spcPts val="0"/>
              </a:spcBef>
              <a:spcAft>
                <a:spcPts val="0"/>
              </a:spcAft>
              <a:buClr>
                <a:schemeClr val="dk1"/>
              </a:buClr>
              <a:buSzPts val="3600"/>
              <a:buNone/>
              <a:defRPr sz="3600" b="1">
                <a:solidFill>
                  <a:schemeClr val="dk1"/>
                </a:solidFill>
              </a:defRPr>
            </a:lvl9pPr>
          </a:lstStyle>
          <a:p>
            <a:endParaRPr/>
          </a:p>
        </p:txBody>
      </p:sp>
      <p:sp>
        <p:nvSpPr>
          <p:cNvPr id="16" name="Google Shape;16;p3"/>
          <p:cNvSpPr txBox="1">
            <a:spLocks noGrp="1"/>
          </p:cNvSpPr>
          <p:nvPr>
            <p:ph type="title" idx="2" hasCustomPrompt="1"/>
          </p:nvPr>
        </p:nvSpPr>
        <p:spPr>
          <a:xfrm>
            <a:off x="5151175" y="1032009"/>
            <a:ext cx="3057300" cy="862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8000"/>
              <a:buNone/>
              <a:defRPr sz="8000" b="1">
                <a:solidFill>
                  <a:schemeClr val="dk1"/>
                </a:solidFill>
              </a:defRPr>
            </a:lvl1pPr>
            <a:lvl2pPr lvl="1" algn="r" rtl="0">
              <a:spcBef>
                <a:spcPts val="0"/>
              </a:spcBef>
              <a:spcAft>
                <a:spcPts val="0"/>
              </a:spcAft>
              <a:buClr>
                <a:schemeClr val="dk1"/>
              </a:buClr>
              <a:buSzPts val="8000"/>
              <a:buNone/>
              <a:defRPr sz="8000" b="1">
                <a:solidFill>
                  <a:schemeClr val="dk1"/>
                </a:solidFill>
              </a:defRPr>
            </a:lvl2pPr>
            <a:lvl3pPr lvl="2" algn="r" rtl="0">
              <a:spcBef>
                <a:spcPts val="0"/>
              </a:spcBef>
              <a:spcAft>
                <a:spcPts val="0"/>
              </a:spcAft>
              <a:buClr>
                <a:schemeClr val="dk1"/>
              </a:buClr>
              <a:buSzPts val="8000"/>
              <a:buNone/>
              <a:defRPr sz="8000" b="1">
                <a:solidFill>
                  <a:schemeClr val="dk1"/>
                </a:solidFill>
              </a:defRPr>
            </a:lvl3pPr>
            <a:lvl4pPr lvl="3" algn="r" rtl="0">
              <a:spcBef>
                <a:spcPts val="0"/>
              </a:spcBef>
              <a:spcAft>
                <a:spcPts val="0"/>
              </a:spcAft>
              <a:buClr>
                <a:schemeClr val="dk1"/>
              </a:buClr>
              <a:buSzPts val="8000"/>
              <a:buNone/>
              <a:defRPr sz="8000" b="1">
                <a:solidFill>
                  <a:schemeClr val="dk1"/>
                </a:solidFill>
              </a:defRPr>
            </a:lvl4pPr>
            <a:lvl5pPr lvl="4" algn="r" rtl="0">
              <a:spcBef>
                <a:spcPts val="0"/>
              </a:spcBef>
              <a:spcAft>
                <a:spcPts val="0"/>
              </a:spcAft>
              <a:buClr>
                <a:schemeClr val="dk1"/>
              </a:buClr>
              <a:buSzPts val="8000"/>
              <a:buNone/>
              <a:defRPr sz="8000" b="1">
                <a:solidFill>
                  <a:schemeClr val="dk1"/>
                </a:solidFill>
              </a:defRPr>
            </a:lvl5pPr>
            <a:lvl6pPr lvl="5" algn="r" rtl="0">
              <a:spcBef>
                <a:spcPts val="0"/>
              </a:spcBef>
              <a:spcAft>
                <a:spcPts val="0"/>
              </a:spcAft>
              <a:buClr>
                <a:schemeClr val="dk1"/>
              </a:buClr>
              <a:buSzPts val="8000"/>
              <a:buNone/>
              <a:defRPr sz="8000" b="1">
                <a:solidFill>
                  <a:schemeClr val="dk1"/>
                </a:solidFill>
              </a:defRPr>
            </a:lvl6pPr>
            <a:lvl7pPr lvl="6" algn="r" rtl="0">
              <a:spcBef>
                <a:spcPts val="0"/>
              </a:spcBef>
              <a:spcAft>
                <a:spcPts val="0"/>
              </a:spcAft>
              <a:buClr>
                <a:schemeClr val="dk1"/>
              </a:buClr>
              <a:buSzPts val="8000"/>
              <a:buNone/>
              <a:defRPr sz="8000" b="1">
                <a:solidFill>
                  <a:schemeClr val="dk1"/>
                </a:solidFill>
              </a:defRPr>
            </a:lvl7pPr>
            <a:lvl8pPr lvl="7" algn="r" rtl="0">
              <a:spcBef>
                <a:spcPts val="0"/>
              </a:spcBef>
              <a:spcAft>
                <a:spcPts val="0"/>
              </a:spcAft>
              <a:buClr>
                <a:schemeClr val="dk1"/>
              </a:buClr>
              <a:buSzPts val="8000"/>
              <a:buNone/>
              <a:defRPr sz="8000" b="1">
                <a:solidFill>
                  <a:schemeClr val="dk1"/>
                </a:solidFill>
              </a:defRPr>
            </a:lvl8pPr>
            <a:lvl9pPr lvl="8" algn="r" rtl="0">
              <a:spcBef>
                <a:spcPts val="0"/>
              </a:spcBef>
              <a:spcAft>
                <a:spcPts val="0"/>
              </a:spcAft>
              <a:buClr>
                <a:schemeClr val="dk1"/>
              </a:buClr>
              <a:buSzPts val="8000"/>
              <a:buNone/>
              <a:defRPr sz="8000" b="1">
                <a:solidFill>
                  <a:schemeClr val="dk1"/>
                </a:solidFill>
              </a:defRPr>
            </a:lvl9pPr>
          </a:lstStyle>
          <a:p>
            <a:r>
              <a:t>xx%</a:t>
            </a:r>
          </a:p>
        </p:txBody>
      </p:sp>
      <p:sp>
        <p:nvSpPr>
          <p:cNvPr id="17" name="Google Shape;17;p3"/>
          <p:cNvSpPr txBox="1">
            <a:spLocks noGrp="1"/>
          </p:cNvSpPr>
          <p:nvPr>
            <p:ph type="subTitle" idx="1"/>
          </p:nvPr>
        </p:nvSpPr>
        <p:spPr>
          <a:xfrm>
            <a:off x="6127050" y="3320300"/>
            <a:ext cx="2081400" cy="5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18" name="Google Shape;18;p3"/>
          <p:cNvCxnSpPr/>
          <p:nvPr/>
        </p:nvCxnSpPr>
        <p:spPr>
          <a:xfrm flipH="1">
            <a:off x="2814150" y="-1263000"/>
            <a:ext cx="3757500" cy="4183800"/>
          </a:xfrm>
          <a:prstGeom prst="straightConnector1">
            <a:avLst/>
          </a:prstGeom>
          <a:noFill/>
          <a:ln w="19050" cap="flat" cmpd="sng">
            <a:solidFill>
              <a:schemeClr val="dk1"/>
            </a:solidFill>
            <a:prstDash val="solid"/>
            <a:round/>
            <a:headEnd type="none" w="med" len="med"/>
            <a:tailEnd type="none" w="med" len="med"/>
          </a:ln>
        </p:spPr>
      </p:cxnSp>
      <p:sp>
        <p:nvSpPr>
          <p:cNvPr id="19" name="Google Shape;19;p3"/>
          <p:cNvSpPr/>
          <p:nvPr/>
        </p:nvSpPr>
        <p:spPr>
          <a:xfrm flipH="1">
            <a:off x="7919875" y="3825775"/>
            <a:ext cx="1296000" cy="1382400"/>
          </a:xfrm>
          <a:prstGeom prst="rtTriangl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accent5"/>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body" idx="1"/>
          </p:nvPr>
        </p:nvSpPr>
        <p:spPr>
          <a:xfrm>
            <a:off x="713225" y="1424150"/>
            <a:ext cx="6075000" cy="3259800"/>
          </a:xfrm>
          <a:prstGeom prst="rect">
            <a:avLst/>
          </a:prstGeom>
        </p:spPr>
        <p:txBody>
          <a:bodyPr spcFirstLastPara="1" wrap="square" lIns="91425" tIns="91425" rIns="91425" bIns="91425" anchor="t" anchorCtr="0">
            <a:noAutofit/>
          </a:bodyPr>
          <a:lstStyle>
            <a:lvl1pPr marL="457200" marR="50800" lvl="0" indent="-31750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2" name="Google Shape;22;p4"/>
          <p:cNvSpPr txBox="1">
            <a:spLocks noGrp="1"/>
          </p:cNvSpPr>
          <p:nvPr>
            <p:ph type="title"/>
          </p:nvPr>
        </p:nvSpPr>
        <p:spPr>
          <a:xfrm>
            <a:off x="713225" y="530584"/>
            <a:ext cx="57681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23" name="Google Shape;23;p4"/>
          <p:cNvSpPr/>
          <p:nvPr/>
        </p:nvSpPr>
        <p:spPr>
          <a:xfrm flipH="1">
            <a:off x="5808550" y="1533900"/>
            <a:ext cx="4800600" cy="4800600"/>
          </a:xfrm>
          <a:prstGeom prst="rtTriangl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dos columnas " type="twoColTx">
  <p:cSld name="TITLE_AND_TWO_COLUMNS">
    <p:bg>
      <p:bgPr>
        <a:solidFill>
          <a:schemeClr val="accent5"/>
        </a:solidFill>
        <a:effectLst/>
      </p:bgPr>
    </p:bg>
    <p:spTree>
      <p:nvGrpSpPr>
        <p:cNvPr id="1" name="Shape 24"/>
        <p:cNvGrpSpPr/>
        <p:nvPr/>
      </p:nvGrpSpPr>
      <p:grpSpPr>
        <a:xfrm>
          <a:off x="0" y="0"/>
          <a:ext cx="0" cy="0"/>
          <a:chOff x="0" y="0"/>
          <a:chExt cx="0" cy="0"/>
        </a:xfrm>
      </p:grpSpPr>
      <p:sp>
        <p:nvSpPr>
          <p:cNvPr id="25" name="Google Shape;25;p5"/>
          <p:cNvSpPr txBox="1">
            <a:spLocks noGrp="1"/>
          </p:cNvSpPr>
          <p:nvPr>
            <p:ph type="subTitle" idx="1"/>
          </p:nvPr>
        </p:nvSpPr>
        <p:spPr>
          <a:xfrm>
            <a:off x="833927" y="2641577"/>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6" name="Google Shape;26;p5"/>
          <p:cNvSpPr txBox="1">
            <a:spLocks noGrp="1"/>
          </p:cNvSpPr>
          <p:nvPr>
            <p:ph type="subTitle" idx="2"/>
          </p:nvPr>
        </p:nvSpPr>
        <p:spPr>
          <a:xfrm>
            <a:off x="5209273" y="2641577"/>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7" name="Google Shape;27;p5"/>
          <p:cNvSpPr txBox="1">
            <a:spLocks noGrp="1"/>
          </p:cNvSpPr>
          <p:nvPr>
            <p:ph type="title"/>
          </p:nvPr>
        </p:nvSpPr>
        <p:spPr>
          <a:xfrm>
            <a:off x="1554977" y="1985760"/>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28" name="Google Shape;28;p5"/>
          <p:cNvSpPr txBox="1">
            <a:spLocks noGrp="1"/>
          </p:cNvSpPr>
          <p:nvPr>
            <p:ph type="title" idx="3"/>
          </p:nvPr>
        </p:nvSpPr>
        <p:spPr>
          <a:xfrm>
            <a:off x="5930323" y="1985760"/>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29" name="Google Shape;29;p5"/>
          <p:cNvSpPr/>
          <p:nvPr/>
        </p:nvSpPr>
        <p:spPr>
          <a:xfrm rot="10800000">
            <a:off x="3588450" y="-22625"/>
            <a:ext cx="1967100" cy="8859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título " type="titleOnly">
  <p:cSld name="TITLE_ONLY">
    <p:bg>
      <p:bgPr>
        <a:solidFill>
          <a:schemeClr val="accent5"/>
        </a:solidFill>
        <a:effectLst/>
      </p:bgPr>
    </p:bg>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892050" y="530725"/>
            <a:ext cx="7359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2" name="Google Shape;32;p6"/>
          <p:cNvSpPr/>
          <p:nvPr/>
        </p:nvSpPr>
        <p:spPr>
          <a:xfrm flipH="1">
            <a:off x="7024500" y="2600625"/>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 name="Google Shape;33;p6"/>
          <p:cNvSpPr/>
          <p:nvPr/>
        </p:nvSpPr>
        <p:spPr>
          <a:xfrm flipH="1">
            <a:off x="7128800" y="2600625"/>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 name="Google Shape;34;p6"/>
          <p:cNvSpPr/>
          <p:nvPr/>
        </p:nvSpPr>
        <p:spPr>
          <a:xfrm rot="10800000" flipH="1">
            <a:off x="-76242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 name="Google Shape;35;p6"/>
          <p:cNvSpPr/>
          <p:nvPr/>
        </p:nvSpPr>
        <p:spPr>
          <a:xfrm rot="10800000" flipH="1">
            <a:off x="-1681400" y="-15226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5"/>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body" idx="1"/>
          </p:nvPr>
        </p:nvSpPr>
        <p:spPr>
          <a:xfrm>
            <a:off x="713225" y="2204605"/>
            <a:ext cx="3850200" cy="690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8" name="Google Shape;38;p7"/>
          <p:cNvSpPr txBox="1">
            <a:spLocks noGrp="1"/>
          </p:cNvSpPr>
          <p:nvPr>
            <p:ph type="title"/>
          </p:nvPr>
        </p:nvSpPr>
        <p:spPr>
          <a:xfrm>
            <a:off x="713225" y="923025"/>
            <a:ext cx="4220700" cy="982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lt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05050" y="1840500"/>
            <a:ext cx="7533900" cy="1462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700"/>
              <a:buNone/>
              <a:defRPr sz="6000" b="1">
                <a:solidFill>
                  <a:schemeClr val="lt1"/>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accent5"/>
        </a:solidFill>
        <a:effectLst/>
      </p:bgPr>
    </p:bg>
    <p:spTree>
      <p:nvGrpSpPr>
        <p:cNvPr id="1" name="Shape 41"/>
        <p:cNvGrpSpPr/>
        <p:nvPr/>
      </p:nvGrpSpPr>
      <p:grpSpPr>
        <a:xfrm>
          <a:off x="0" y="0"/>
          <a:ext cx="0" cy="0"/>
          <a:chOff x="0" y="0"/>
          <a:chExt cx="0" cy="0"/>
        </a:xfrm>
      </p:grpSpPr>
      <p:sp>
        <p:nvSpPr>
          <p:cNvPr id="42" name="Google Shape;42;p9"/>
          <p:cNvSpPr/>
          <p:nvPr/>
        </p:nvSpPr>
        <p:spPr>
          <a:xfrm>
            <a:off x="0" y="457200"/>
            <a:ext cx="9144000" cy="46863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9"/>
          <p:cNvSpPr/>
          <p:nvPr/>
        </p:nvSpPr>
        <p:spPr>
          <a:xfrm rot="5400000">
            <a:off x="-64425" y="64350"/>
            <a:ext cx="4243200" cy="41145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9"/>
          <p:cNvSpPr/>
          <p:nvPr/>
        </p:nvSpPr>
        <p:spPr>
          <a:xfrm rot="-5400000" flipH="1">
            <a:off x="4941700" y="26525"/>
            <a:ext cx="4364700" cy="4227600"/>
          </a:xfrm>
          <a:prstGeom prst="rtTriangl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9"/>
          <p:cNvSpPr txBox="1">
            <a:spLocks noGrp="1"/>
          </p:cNvSpPr>
          <p:nvPr>
            <p:ph type="ctrTitle"/>
          </p:nvPr>
        </p:nvSpPr>
        <p:spPr>
          <a:xfrm>
            <a:off x="1690800" y="2470300"/>
            <a:ext cx="5762400" cy="699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8000"/>
              <a:buNone/>
              <a:defRPr sz="3000" b="1">
                <a:solidFill>
                  <a:schemeClr val="lt1"/>
                </a:solidFill>
              </a:defRPr>
            </a:lvl1pPr>
            <a:lvl2pPr lvl="1" algn="ctr" rtl="0">
              <a:spcBef>
                <a:spcPts val="0"/>
              </a:spcBef>
              <a:spcAft>
                <a:spcPts val="0"/>
              </a:spcAft>
              <a:buClr>
                <a:schemeClr val="lt1"/>
              </a:buClr>
              <a:buSzPts val="8000"/>
              <a:buNone/>
              <a:defRPr sz="8000" b="1">
                <a:solidFill>
                  <a:schemeClr val="lt1"/>
                </a:solidFill>
              </a:defRPr>
            </a:lvl2pPr>
            <a:lvl3pPr lvl="2" algn="ctr" rtl="0">
              <a:spcBef>
                <a:spcPts val="0"/>
              </a:spcBef>
              <a:spcAft>
                <a:spcPts val="0"/>
              </a:spcAft>
              <a:buClr>
                <a:schemeClr val="lt1"/>
              </a:buClr>
              <a:buSzPts val="8000"/>
              <a:buNone/>
              <a:defRPr sz="8000" b="1">
                <a:solidFill>
                  <a:schemeClr val="lt1"/>
                </a:solidFill>
              </a:defRPr>
            </a:lvl3pPr>
            <a:lvl4pPr lvl="3" algn="ctr" rtl="0">
              <a:spcBef>
                <a:spcPts val="0"/>
              </a:spcBef>
              <a:spcAft>
                <a:spcPts val="0"/>
              </a:spcAft>
              <a:buClr>
                <a:schemeClr val="lt1"/>
              </a:buClr>
              <a:buSzPts val="8000"/>
              <a:buNone/>
              <a:defRPr sz="8000" b="1">
                <a:solidFill>
                  <a:schemeClr val="lt1"/>
                </a:solidFill>
              </a:defRPr>
            </a:lvl4pPr>
            <a:lvl5pPr lvl="4" algn="ctr" rtl="0">
              <a:spcBef>
                <a:spcPts val="0"/>
              </a:spcBef>
              <a:spcAft>
                <a:spcPts val="0"/>
              </a:spcAft>
              <a:buClr>
                <a:schemeClr val="lt1"/>
              </a:buClr>
              <a:buSzPts val="8000"/>
              <a:buNone/>
              <a:defRPr sz="8000" b="1">
                <a:solidFill>
                  <a:schemeClr val="lt1"/>
                </a:solidFill>
              </a:defRPr>
            </a:lvl5pPr>
            <a:lvl6pPr lvl="5" algn="ctr" rtl="0">
              <a:spcBef>
                <a:spcPts val="0"/>
              </a:spcBef>
              <a:spcAft>
                <a:spcPts val="0"/>
              </a:spcAft>
              <a:buClr>
                <a:schemeClr val="lt1"/>
              </a:buClr>
              <a:buSzPts val="8000"/>
              <a:buNone/>
              <a:defRPr sz="8000" b="1">
                <a:solidFill>
                  <a:schemeClr val="lt1"/>
                </a:solidFill>
              </a:defRPr>
            </a:lvl6pPr>
            <a:lvl7pPr lvl="6" algn="ctr" rtl="0">
              <a:spcBef>
                <a:spcPts val="0"/>
              </a:spcBef>
              <a:spcAft>
                <a:spcPts val="0"/>
              </a:spcAft>
              <a:buClr>
                <a:schemeClr val="lt1"/>
              </a:buClr>
              <a:buSzPts val="8000"/>
              <a:buNone/>
              <a:defRPr sz="8000" b="1">
                <a:solidFill>
                  <a:schemeClr val="lt1"/>
                </a:solidFill>
              </a:defRPr>
            </a:lvl7pPr>
            <a:lvl8pPr lvl="7" algn="ctr" rtl="0">
              <a:spcBef>
                <a:spcPts val="0"/>
              </a:spcBef>
              <a:spcAft>
                <a:spcPts val="0"/>
              </a:spcAft>
              <a:buClr>
                <a:schemeClr val="lt1"/>
              </a:buClr>
              <a:buSzPts val="8000"/>
              <a:buNone/>
              <a:defRPr sz="8000" b="1">
                <a:solidFill>
                  <a:schemeClr val="lt1"/>
                </a:solidFill>
              </a:defRPr>
            </a:lvl8pPr>
            <a:lvl9pPr lvl="8" algn="ctr" rtl="0">
              <a:spcBef>
                <a:spcPts val="0"/>
              </a:spcBef>
              <a:spcAft>
                <a:spcPts val="0"/>
              </a:spcAft>
              <a:buClr>
                <a:schemeClr val="lt1"/>
              </a:buClr>
              <a:buSzPts val="8000"/>
              <a:buNone/>
              <a:defRPr sz="8000" b="1">
                <a:solidFill>
                  <a:schemeClr val="lt1"/>
                </a:solidFill>
              </a:defRPr>
            </a:lvl9pPr>
          </a:lstStyle>
          <a:p>
            <a:endParaRPr/>
          </a:p>
        </p:txBody>
      </p:sp>
      <p:sp>
        <p:nvSpPr>
          <p:cNvPr id="46" name="Google Shape;46;p9"/>
          <p:cNvSpPr txBox="1">
            <a:spLocks noGrp="1"/>
          </p:cNvSpPr>
          <p:nvPr>
            <p:ph type="subTitle" idx="1"/>
          </p:nvPr>
        </p:nvSpPr>
        <p:spPr>
          <a:xfrm>
            <a:off x="2218725" y="3334300"/>
            <a:ext cx="4706400" cy="79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5"/>
        </a:solidFill>
        <a:effectLst/>
      </p:bgPr>
    </p:bg>
    <p:spTree>
      <p:nvGrpSpPr>
        <p:cNvPr id="1" name="Shape 47"/>
        <p:cNvGrpSpPr/>
        <p:nvPr/>
      </p:nvGrpSpPr>
      <p:grpSpPr>
        <a:xfrm>
          <a:off x="0" y="0"/>
          <a:ext cx="0" cy="0"/>
          <a:chOff x="0" y="0"/>
          <a:chExt cx="0" cy="0"/>
        </a:xfrm>
      </p:grpSpPr>
      <p:sp>
        <p:nvSpPr>
          <p:cNvPr id="48" name="Google Shape;48;p10"/>
          <p:cNvSpPr/>
          <p:nvPr/>
        </p:nvSpPr>
        <p:spPr>
          <a:xfrm>
            <a:off x="-50" y="5600"/>
            <a:ext cx="9144000" cy="5143500"/>
          </a:xfrm>
          <a:prstGeom prst="rect">
            <a:avLst/>
          </a:prstGeom>
          <a:solidFill>
            <a:schemeClr val="lt1">
              <a:alpha val="235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0"/>
          <p:cNvSpPr/>
          <p:nvPr/>
        </p:nvSpPr>
        <p:spPr>
          <a:xfrm>
            <a:off x="4312400" y="3669275"/>
            <a:ext cx="4886400" cy="105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0"/>
          <p:cNvSpPr txBox="1">
            <a:spLocks noGrp="1"/>
          </p:cNvSpPr>
          <p:nvPr>
            <p:ph type="title"/>
          </p:nvPr>
        </p:nvSpPr>
        <p:spPr>
          <a:xfrm>
            <a:off x="4572000" y="3729575"/>
            <a:ext cx="3858900" cy="778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700"/>
              <a:buNone/>
              <a:defRPr sz="2500" b="1">
                <a:solidFill>
                  <a:schemeClr val="lt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51" name="Google Shape;51;p10"/>
          <p:cNvSpPr/>
          <p:nvPr/>
        </p:nvSpPr>
        <p:spPr>
          <a:xfrm rot="5400000">
            <a:off x="-341212" y="-788137"/>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52" name="Google Shape;52;p10"/>
          <p:cNvSpPr/>
          <p:nvPr/>
        </p:nvSpPr>
        <p:spPr>
          <a:xfrm rot="5400000">
            <a:off x="-436462" y="-1007212"/>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5"/>
        </a:solidFill>
        <a:effectLst/>
      </p:bgPr>
    </p:bg>
    <p:spTree>
      <p:nvGrpSpPr>
        <p:cNvPr id="1" name="Shape 53"/>
        <p:cNvGrpSpPr/>
        <p:nvPr/>
      </p:nvGrpSpPr>
      <p:grpSpPr>
        <a:xfrm>
          <a:off x="0" y="0"/>
          <a:ext cx="0" cy="0"/>
          <a:chOff x="0" y="0"/>
          <a:chExt cx="0" cy="0"/>
        </a:xfrm>
      </p:grpSpPr>
      <p:sp>
        <p:nvSpPr>
          <p:cNvPr id="54" name="Google Shape;54;p11"/>
          <p:cNvSpPr/>
          <p:nvPr/>
        </p:nvSpPr>
        <p:spPr>
          <a:xfrm rot="10800000">
            <a:off x="-19875" y="-19325"/>
            <a:ext cx="9203100" cy="5162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1"/>
          <p:cNvSpPr txBox="1">
            <a:spLocks noGrp="1"/>
          </p:cNvSpPr>
          <p:nvPr>
            <p:ph type="title" hasCustomPrompt="1"/>
          </p:nvPr>
        </p:nvSpPr>
        <p:spPr>
          <a:xfrm>
            <a:off x="713250" y="638800"/>
            <a:ext cx="77175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9000"/>
              <a:buNone/>
              <a:defRPr sz="9000" b="1">
                <a:solidFill>
                  <a:schemeClr val="lt1"/>
                </a:solidFill>
              </a:defRPr>
            </a:lvl1pPr>
            <a:lvl2pPr lvl="1" algn="ctr" rtl="0">
              <a:spcBef>
                <a:spcPts val="0"/>
              </a:spcBef>
              <a:spcAft>
                <a:spcPts val="0"/>
              </a:spcAft>
              <a:buClr>
                <a:schemeClr val="lt1"/>
              </a:buClr>
              <a:buSzPts val="9000"/>
              <a:buNone/>
              <a:defRPr sz="9000" b="1">
                <a:solidFill>
                  <a:schemeClr val="lt1"/>
                </a:solidFill>
              </a:defRPr>
            </a:lvl2pPr>
            <a:lvl3pPr lvl="2" algn="ctr" rtl="0">
              <a:spcBef>
                <a:spcPts val="0"/>
              </a:spcBef>
              <a:spcAft>
                <a:spcPts val="0"/>
              </a:spcAft>
              <a:buClr>
                <a:schemeClr val="lt1"/>
              </a:buClr>
              <a:buSzPts val="9000"/>
              <a:buNone/>
              <a:defRPr sz="9000" b="1">
                <a:solidFill>
                  <a:schemeClr val="lt1"/>
                </a:solidFill>
              </a:defRPr>
            </a:lvl3pPr>
            <a:lvl4pPr lvl="3" algn="ctr" rtl="0">
              <a:spcBef>
                <a:spcPts val="0"/>
              </a:spcBef>
              <a:spcAft>
                <a:spcPts val="0"/>
              </a:spcAft>
              <a:buClr>
                <a:schemeClr val="lt1"/>
              </a:buClr>
              <a:buSzPts val="9000"/>
              <a:buNone/>
              <a:defRPr sz="9000" b="1">
                <a:solidFill>
                  <a:schemeClr val="lt1"/>
                </a:solidFill>
              </a:defRPr>
            </a:lvl4pPr>
            <a:lvl5pPr lvl="4" algn="ctr" rtl="0">
              <a:spcBef>
                <a:spcPts val="0"/>
              </a:spcBef>
              <a:spcAft>
                <a:spcPts val="0"/>
              </a:spcAft>
              <a:buClr>
                <a:schemeClr val="lt1"/>
              </a:buClr>
              <a:buSzPts val="9000"/>
              <a:buNone/>
              <a:defRPr sz="9000" b="1">
                <a:solidFill>
                  <a:schemeClr val="lt1"/>
                </a:solidFill>
              </a:defRPr>
            </a:lvl5pPr>
            <a:lvl6pPr lvl="5" algn="ctr" rtl="0">
              <a:spcBef>
                <a:spcPts val="0"/>
              </a:spcBef>
              <a:spcAft>
                <a:spcPts val="0"/>
              </a:spcAft>
              <a:buClr>
                <a:schemeClr val="lt1"/>
              </a:buClr>
              <a:buSzPts val="9000"/>
              <a:buNone/>
              <a:defRPr sz="9000" b="1">
                <a:solidFill>
                  <a:schemeClr val="lt1"/>
                </a:solidFill>
              </a:defRPr>
            </a:lvl6pPr>
            <a:lvl7pPr lvl="6" algn="ctr" rtl="0">
              <a:spcBef>
                <a:spcPts val="0"/>
              </a:spcBef>
              <a:spcAft>
                <a:spcPts val="0"/>
              </a:spcAft>
              <a:buClr>
                <a:schemeClr val="lt1"/>
              </a:buClr>
              <a:buSzPts val="9000"/>
              <a:buNone/>
              <a:defRPr sz="9000" b="1">
                <a:solidFill>
                  <a:schemeClr val="lt1"/>
                </a:solidFill>
              </a:defRPr>
            </a:lvl7pPr>
            <a:lvl8pPr lvl="7" algn="ctr" rtl="0">
              <a:spcBef>
                <a:spcPts val="0"/>
              </a:spcBef>
              <a:spcAft>
                <a:spcPts val="0"/>
              </a:spcAft>
              <a:buClr>
                <a:schemeClr val="lt1"/>
              </a:buClr>
              <a:buSzPts val="9000"/>
              <a:buNone/>
              <a:defRPr sz="9000" b="1">
                <a:solidFill>
                  <a:schemeClr val="lt1"/>
                </a:solidFill>
              </a:defRPr>
            </a:lvl8pPr>
            <a:lvl9pPr lvl="8" algn="ctr" rtl="0">
              <a:spcBef>
                <a:spcPts val="0"/>
              </a:spcBef>
              <a:spcAft>
                <a:spcPts val="0"/>
              </a:spcAft>
              <a:buClr>
                <a:schemeClr val="lt1"/>
              </a:buClr>
              <a:buSzPts val="9000"/>
              <a:buNone/>
              <a:defRPr sz="9000" b="1">
                <a:solidFill>
                  <a:schemeClr val="lt1"/>
                </a:solidFill>
              </a:defRPr>
            </a:lvl9pPr>
          </a:lstStyle>
          <a:p>
            <a:r>
              <a:t>xx%</a:t>
            </a:r>
          </a:p>
        </p:txBody>
      </p:sp>
      <p:sp>
        <p:nvSpPr>
          <p:cNvPr id="56" name="Google Shape;56;p11"/>
          <p:cNvSpPr txBox="1">
            <a:spLocks noGrp="1"/>
          </p:cNvSpPr>
          <p:nvPr>
            <p:ph type="body" idx="1"/>
          </p:nvPr>
        </p:nvSpPr>
        <p:spPr>
          <a:xfrm>
            <a:off x="713250" y="2706376"/>
            <a:ext cx="7717500" cy="4482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algn="ctr">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algn="ctr">
              <a:spcBef>
                <a:spcPts val="1600"/>
              </a:spcBef>
              <a:spcAft>
                <a:spcPts val="160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_1">
    <p:bg>
      <p:bgPr>
        <a:solidFill>
          <a:schemeClr val="accent5"/>
        </a:solidFill>
        <a:effectLst/>
      </p:bgPr>
    </p:bg>
    <p:spTree>
      <p:nvGrpSpPr>
        <p:cNvPr id="1" name="Shape 58"/>
        <p:cNvGrpSpPr/>
        <p:nvPr/>
      </p:nvGrpSpPr>
      <p:grpSpPr>
        <a:xfrm>
          <a:off x="0" y="0"/>
          <a:ext cx="0" cy="0"/>
          <a:chOff x="0" y="0"/>
          <a:chExt cx="0" cy="0"/>
        </a:xfrm>
      </p:grpSpPr>
      <p:sp>
        <p:nvSpPr>
          <p:cNvPr id="59" name="Google Shape;59;p13"/>
          <p:cNvSpPr/>
          <p:nvPr/>
        </p:nvSpPr>
        <p:spPr>
          <a:xfrm>
            <a:off x="-169300" y="-64500"/>
            <a:ext cx="4451100" cy="5272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13"/>
          <p:cNvCxnSpPr/>
          <p:nvPr/>
        </p:nvCxnSpPr>
        <p:spPr>
          <a:xfrm rot="10800000">
            <a:off x="-1604675" y="1624350"/>
            <a:ext cx="4819800" cy="4419600"/>
          </a:xfrm>
          <a:prstGeom prst="straightConnector1">
            <a:avLst/>
          </a:prstGeom>
          <a:noFill/>
          <a:ln w="19050" cap="flat" cmpd="sng">
            <a:solidFill>
              <a:schemeClr val="lt1"/>
            </a:solidFill>
            <a:prstDash val="solid"/>
            <a:round/>
            <a:headEnd type="none" w="med" len="med"/>
            <a:tailEnd type="none" w="med" len="med"/>
          </a:ln>
        </p:spPr>
      </p:cxnSp>
      <p:sp>
        <p:nvSpPr>
          <p:cNvPr id="61" name="Google Shape;61;p13"/>
          <p:cNvSpPr txBox="1">
            <a:spLocks noGrp="1"/>
          </p:cNvSpPr>
          <p:nvPr>
            <p:ph type="title"/>
          </p:nvPr>
        </p:nvSpPr>
        <p:spPr>
          <a:xfrm>
            <a:off x="5690650" y="1883225"/>
            <a:ext cx="31938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62" name="Google Shape;62;p13"/>
          <p:cNvSpPr txBox="1">
            <a:spLocks noGrp="1"/>
          </p:cNvSpPr>
          <p:nvPr>
            <p:ph type="title" idx="2" hasCustomPrompt="1"/>
          </p:nvPr>
        </p:nvSpPr>
        <p:spPr>
          <a:xfrm>
            <a:off x="4810771" y="1164068"/>
            <a:ext cx="684600" cy="2904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r>
              <a:t>xx%</a:t>
            </a:r>
          </a:p>
        </p:txBody>
      </p:sp>
      <p:sp>
        <p:nvSpPr>
          <p:cNvPr id="63" name="Google Shape;63;p13"/>
          <p:cNvSpPr txBox="1">
            <a:spLocks noGrp="1"/>
          </p:cNvSpPr>
          <p:nvPr>
            <p:ph type="title" idx="3" hasCustomPrompt="1"/>
          </p:nvPr>
        </p:nvSpPr>
        <p:spPr>
          <a:xfrm>
            <a:off x="4810771" y="2031990"/>
            <a:ext cx="684600" cy="2904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r>
              <a:t>xx%</a:t>
            </a:r>
          </a:p>
        </p:txBody>
      </p:sp>
      <p:sp>
        <p:nvSpPr>
          <p:cNvPr id="64" name="Google Shape;64;p13"/>
          <p:cNvSpPr txBox="1">
            <a:spLocks noGrp="1"/>
          </p:cNvSpPr>
          <p:nvPr>
            <p:ph type="title" idx="4"/>
          </p:nvPr>
        </p:nvSpPr>
        <p:spPr>
          <a:xfrm>
            <a:off x="5690650" y="3628275"/>
            <a:ext cx="31938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65" name="Google Shape;65;p13"/>
          <p:cNvSpPr txBox="1">
            <a:spLocks noGrp="1"/>
          </p:cNvSpPr>
          <p:nvPr>
            <p:ph type="title" idx="5"/>
          </p:nvPr>
        </p:nvSpPr>
        <p:spPr>
          <a:xfrm>
            <a:off x="5690650" y="1044000"/>
            <a:ext cx="31938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66" name="Google Shape;66;p13"/>
          <p:cNvSpPr txBox="1">
            <a:spLocks noGrp="1"/>
          </p:cNvSpPr>
          <p:nvPr>
            <p:ph type="title" idx="6"/>
          </p:nvPr>
        </p:nvSpPr>
        <p:spPr>
          <a:xfrm>
            <a:off x="5690650" y="2760350"/>
            <a:ext cx="31938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67" name="Google Shape;67;p13"/>
          <p:cNvSpPr txBox="1">
            <a:spLocks noGrp="1"/>
          </p:cNvSpPr>
          <p:nvPr>
            <p:ph type="title" idx="7" hasCustomPrompt="1"/>
          </p:nvPr>
        </p:nvSpPr>
        <p:spPr>
          <a:xfrm>
            <a:off x="4810771" y="2880418"/>
            <a:ext cx="684600" cy="2904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r>
              <a:t>xx%</a:t>
            </a:r>
          </a:p>
        </p:txBody>
      </p:sp>
      <p:sp>
        <p:nvSpPr>
          <p:cNvPr id="68" name="Google Shape;68;p13"/>
          <p:cNvSpPr txBox="1">
            <a:spLocks noGrp="1"/>
          </p:cNvSpPr>
          <p:nvPr>
            <p:ph type="title" idx="8" hasCustomPrompt="1"/>
          </p:nvPr>
        </p:nvSpPr>
        <p:spPr>
          <a:xfrm>
            <a:off x="4810771" y="3748340"/>
            <a:ext cx="684600" cy="2904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r>
              <a:t>xx%</a:t>
            </a:r>
          </a:p>
        </p:txBody>
      </p:sp>
      <p:sp>
        <p:nvSpPr>
          <p:cNvPr id="69" name="Google Shape;69;p13"/>
          <p:cNvSpPr txBox="1">
            <a:spLocks noGrp="1"/>
          </p:cNvSpPr>
          <p:nvPr>
            <p:ph type="subTitle" idx="1"/>
          </p:nvPr>
        </p:nvSpPr>
        <p:spPr>
          <a:xfrm>
            <a:off x="5690650" y="1319545"/>
            <a:ext cx="2454000" cy="2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70" name="Google Shape;70;p13"/>
          <p:cNvSpPr txBox="1">
            <a:spLocks noGrp="1"/>
          </p:cNvSpPr>
          <p:nvPr>
            <p:ph type="subTitle" idx="9"/>
          </p:nvPr>
        </p:nvSpPr>
        <p:spPr>
          <a:xfrm>
            <a:off x="5690650" y="3045420"/>
            <a:ext cx="2454000" cy="2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71" name="Google Shape;71;p13"/>
          <p:cNvSpPr txBox="1">
            <a:spLocks noGrp="1"/>
          </p:cNvSpPr>
          <p:nvPr>
            <p:ph type="subTitle" idx="13"/>
          </p:nvPr>
        </p:nvSpPr>
        <p:spPr>
          <a:xfrm>
            <a:off x="5690650" y="2162698"/>
            <a:ext cx="2454000" cy="2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72" name="Google Shape;72;p13"/>
          <p:cNvSpPr txBox="1">
            <a:spLocks noGrp="1"/>
          </p:cNvSpPr>
          <p:nvPr>
            <p:ph type="subTitle" idx="14"/>
          </p:nvPr>
        </p:nvSpPr>
        <p:spPr>
          <a:xfrm>
            <a:off x="5690650" y="3907748"/>
            <a:ext cx="2454000" cy="2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73" name="Google Shape;73;p13"/>
          <p:cNvSpPr txBox="1">
            <a:spLocks noGrp="1"/>
          </p:cNvSpPr>
          <p:nvPr>
            <p:ph type="title" idx="15"/>
          </p:nvPr>
        </p:nvSpPr>
        <p:spPr>
          <a:xfrm>
            <a:off x="713225" y="2198800"/>
            <a:ext cx="34164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700"/>
              <a:buNone/>
              <a:defRPr sz="3000" b="1">
                <a:solidFill>
                  <a:schemeClr val="lt1"/>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_2">
    <p:bg>
      <p:bgPr>
        <a:solidFill>
          <a:schemeClr val="accent5"/>
        </a:solidFill>
        <a:effectLst/>
      </p:bgPr>
    </p:bg>
    <p:spTree>
      <p:nvGrpSpPr>
        <p:cNvPr id="1" name="Shape 74"/>
        <p:cNvGrpSpPr/>
        <p:nvPr/>
      </p:nvGrpSpPr>
      <p:grpSpPr>
        <a:xfrm>
          <a:off x="0" y="0"/>
          <a:ext cx="0" cy="0"/>
          <a:chOff x="0" y="0"/>
          <a:chExt cx="0" cy="0"/>
        </a:xfrm>
      </p:grpSpPr>
      <p:sp>
        <p:nvSpPr>
          <p:cNvPr id="75" name="Google Shape;75;p14"/>
          <p:cNvSpPr txBox="1">
            <a:spLocks noGrp="1"/>
          </p:cNvSpPr>
          <p:nvPr>
            <p:ph type="title" hasCustomPrompt="1"/>
          </p:nvPr>
        </p:nvSpPr>
        <p:spPr>
          <a:xfrm>
            <a:off x="815488" y="2995725"/>
            <a:ext cx="608400" cy="402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r" rtl="0">
              <a:spcBef>
                <a:spcPts val="0"/>
              </a:spcBef>
              <a:spcAft>
                <a:spcPts val="0"/>
              </a:spcAft>
              <a:buClr>
                <a:schemeClr val="dk1"/>
              </a:buClr>
              <a:buSzPts val="1800"/>
              <a:buNone/>
              <a:defRPr sz="1800">
                <a:solidFill>
                  <a:schemeClr val="dk1"/>
                </a:solidFill>
              </a:defRPr>
            </a:lvl2pPr>
            <a:lvl3pPr lvl="2" algn="r" rtl="0">
              <a:spcBef>
                <a:spcPts val="0"/>
              </a:spcBef>
              <a:spcAft>
                <a:spcPts val="0"/>
              </a:spcAft>
              <a:buClr>
                <a:schemeClr val="dk1"/>
              </a:buClr>
              <a:buSzPts val="1800"/>
              <a:buNone/>
              <a:defRPr sz="1800">
                <a:solidFill>
                  <a:schemeClr val="dk1"/>
                </a:solidFill>
              </a:defRPr>
            </a:lvl3pPr>
            <a:lvl4pPr lvl="3" algn="r" rtl="0">
              <a:spcBef>
                <a:spcPts val="0"/>
              </a:spcBef>
              <a:spcAft>
                <a:spcPts val="0"/>
              </a:spcAft>
              <a:buClr>
                <a:schemeClr val="dk1"/>
              </a:buClr>
              <a:buSzPts val="1800"/>
              <a:buNone/>
              <a:defRPr sz="1800">
                <a:solidFill>
                  <a:schemeClr val="dk1"/>
                </a:solidFill>
              </a:defRPr>
            </a:lvl4pPr>
            <a:lvl5pPr lvl="4" algn="r" rtl="0">
              <a:spcBef>
                <a:spcPts val="0"/>
              </a:spcBef>
              <a:spcAft>
                <a:spcPts val="0"/>
              </a:spcAft>
              <a:buClr>
                <a:schemeClr val="dk1"/>
              </a:buClr>
              <a:buSzPts val="1800"/>
              <a:buNone/>
              <a:defRPr sz="1800">
                <a:solidFill>
                  <a:schemeClr val="dk1"/>
                </a:solidFill>
              </a:defRPr>
            </a:lvl5pPr>
            <a:lvl6pPr lvl="5" algn="r" rtl="0">
              <a:spcBef>
                <a:spcPts val="0"/>
              </a:spcBef>
              <a:spcAft>
                <a:spcPts val="0"/>
              </a:spcAft>
              <a:buClr>
                <a:schemeClr val="dk1"/>
              </a:buClr>
              <a:buSzPts val="1800"/>
              <a:buNone/>
              <a:defRPr sz="1800">
                <a:solidFill>
                  <a:schemeClr val="dk1"/>
                </a:solidFill>
              </a:defRPr>
            </a:lvl6pPr>
            <a:lvl7pPr lvl="6" algn="r" rtl="0">
              <a:spcBef>
                <a:spcPts val="0"/>
              </a:spcBef>
              <a:spcAft>
                <a:spcPts val="0"/>
              </a:spcAft>
              <a:buClr>
                <a:schemeClr val="dk1"/>
              </a:buClr>
              <a:buSzPts val="1800"/>
              <a:buNone/>
              <a:defRPr sz="1800">
                <a:solidFill>
                  <a:schemeClr val="dk1"/>
                </a:solidFill>
              </a:defRPr>
            </a:lvl7pPr>
            <a:lvl8pPr lvl="7" algn="r" rtl="0">
              <a:spcBef>
                <a:spcPts val="0"/>
              </a:spcBef>
              <a:spcAft>
                <a:spcPts val="0"/>
              </a:spcAft>
              <a:buClr>
                <a:schemeClr val="dk1"/>
              </a:buClr>
              <a:buSzPts val="1800"/>
              <a:buNone/>
              <a:defRPr sz="1800">
                <a:solidFill>
                  <a:schemeClr val="dk1"/>
                </a:solidFill>
              </a:defRPr>
            </a:lvl8pPr>
            <a:lvl9pPr lvl="8" algn="r" rtl="0">
              <a:spcBef>
                <a:spcPts val="0"/>
              </a:spcBef>
              <a:spcAft>
                <a:spcPts val="0"/>
              </a:spcAft>
              <a:buClr>
                <a:schemeClr val="dk1"/>
              </a:buClr>
              <a:buSzPts val="1800"/>
              <a:buNone/>
              <a:defRPr sz="1800">
                <a:solidFill>
                  <a:schemeClr val="dk1"/>
                </a:solidFill>
              </a:defRPr>
            </a:lvl9pPr>
          </a:lstStyle>
          <a:p>
            <a:r>
              <a:t>xx%</a:t>
            </a:r>
          </a:p>
        </p:txBody>
      </p:sp>
      <p:sp>
        <p:nvSpPr>
          <p:cNvPr id="76" name="Google Shape;76;p14"/>
          <p:cNvSpPr txBox="1">
            <a:spLocks noGrp="1"/>
          </p:cNvSpPr>
          <p:nvPr>
            <p:ph type="title" idx="2"/>
          </p:nvPr>
        </p:nvSpPr>
        <p:spPr>
          <a:xfrm>
            <a:off x="1633438" y="2931800"/>
            <a:ext cx="29334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77" name="Google Shape;77;p14"/>
          <p:cNvSpPr txBox="1">
            <a:spLocks noGrp="1"/>
          </p:cNvSpPr>
          <p:nvPr>
            <p:ph type="subTitle" idx="1"/>
          </p:nvPr>
        </p:nvSpPr>
        <p:spPr>
          <a:xfrm>
            <a:off x="1633438" y="3207354"/>
            <a:ext cx="29334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78" name="Google Shape;78;p14"/>
          <p:cNvSpPr/>
          <p:nvPr/>
        </p:nvSpPr>
        <p:spPr>
          <a:xfrm rot="10800000">
            <a:off x="-19875" y="-13336"/>
            <a:ext cx="9203100" cy="2690100"/>
          </a:xfrm>
          <a:prstGeom prst="triangle">
            <a:avLst>
              <a:gd name="adj" fmla="val 4989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txBox="1">
            <a:spLocks noGrp="1"/>
          </p:cNvSpPr>
          <p:nvPr>
            <p:ph type="title" idx="3" hasCustomPrompt="1"/>
          </p:nvPr>
        </p:nvSpPr>
        <p:spPr>
          <a:xfrm>
            <a:off x="815488" y="3888750"/>
            <a:ext cx="608400" cy="402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r" rtl="0">
              <a:spcBef>
                <a:spcPts val="0"/>
              </a:spcBef>
              <a:spcAft>
                <a:spcPts val="0"/>
              </a:spcAft>
              <a:buClr>
                <a:schemeClr val="dk1"/>
              </a:buClr>
              <a:buSzPts val="1800"/>
              <a:buNone/>
              <a:defRPr sz="1800">
                <a:solidFill>
                  <a:schemeClr val="dk1"/>
                </a:solidFill>
              </a:defRPr>
            </a:lvl2pPr>
            <a:lvl3pPr lvl="2" algn="r" rtl="0">
              <a:spcBef>
                <a:spcPts val="0"/>
              </a:spcBef>
              <a:spcAft>
                <a:spcPts val="0"/>
              </a:spcAft>
              <a:buClr>
                <a:schemeClr val="dk1"/>
              </a:buClr>
              <a:buSzPts val="1800"/>
              <a:buNone/>
              <a:defRPr sz="1800">
                <a:solidFill>
                  <a:schemeClr val="dk1"/>
                </a:solidFill>
              </a:defRPr>
            </a:lvl3pPr>
            <a:lvl4pPr lvl="3" algn="r" rtl="0">
              <a:spcBef>
                <a:spcPts val="0"/>
              </a:spcBef>
              <a:spcAft>
                <a:spcPts val="0"/>
              </a:spcAft>
              <a:buClr>
                <a:schemeClr val="dk1"/>
              </a:buClr>
              <a:buSzPts val="1800"/>
              <a:buNone/>
              <a:defRPr sz="1800">
                <a:solidFill>
                  <a:schemeClr val="dk1"/>
                </a:solidFill>
              </a:defRPr>
            </a:lvl4pPr>
            <a:lvl5pPr lvl="4" algn="r" rtl="0">
              <a:spcBef>
                <a:spcPts val="0"/>
              </a:spcBef>
              <a:spcAft>
                <a:spcPts val="0"/>
              </a:spcAft>
              <a:buClr>
                <a:schemeClr val="dk1"/>
              </a:buClr>
              <a:buSzPts val="1800"/>
              <a:buNone/>
              <a:defRPr sz="1800">
                <a:solidFill>
                  <a:schemeClr val="dk1"/>
                </a:solidFill>
              </a:defRPr>
            </a:lvl5pPr>
            <a:lvl6pPr lvl="5" algn="r" rtl="0">
              <a:spcBef>
                <a:spcPts val="0"/>
              </a:spcBef>
              <a:spcAft>
                <a:spcPts val="0"/>
              </a:spcAft>
              <a:buClr>
                <a:schemeClr val="dk1"/>
              </a:buClr>
              <a:buSzPts val="1800"/>
              <a:buNone/>
              <a:defRPr sz="1800">
                <a:solidFill>
                  <a:schemeClr val="dk1"/>
                </a:solidFill>
              </a:defRPr>
            </a:lvl6pPr>
            <a:lvl7pPr lvl="6" algn="r" rtl="0">
              <a:spcBef>
                <a:spcPts val="0"/>
              </a:spcBef>
              <a:spcAft>
                <a:spcPts val="0"/>
              </a:spcAft>
              <a:buClr>
                <a:schemeClr val="dk1"/>
              </a:buClr>
              <a:buSzPts val="1800"/>
              <a:buNone/>
              <a:defRPr sz="1800">
                <a:solidFill>
                  <a:schemeClr val="dk1"/>
                </a:solidFill>
              </a:defRPr>
            </a:lvl7pPr>
            <a:lvl8pPr lvl="7" algn="r" rtl="0">
              <a:spcBef>
                <a:spcPts val="0"/>
              </a:spcBef>
              <a:spcAft>
                <a:spcPts val="0"/>
              </a:spcAft>
              <a:buClr>
                <a:schemeClr val="dk1"/>
              </a:buClr>
              <a:buSzPts val="1800"/>
              <a:buNone/>
              <a:defRPr sz="1800">
                <a:solidFill>
                  <a:schemeClr val="dk1"/>
                </a:solidFill>
              </a:defRPr>
            </a:lvl8pPr>
            <a:lvl9pPr lvl="8" algn="r" rtl="0">
              <a:spcBef>
                <a:spcPts val="0"/>
              </a:spcBef>
              <a:spcAft>
                <a:spcPts val="0"/>
              </a:spcAft>
              <a:buClr>
                <a:schemeClr val="dk1"/>
              </a:buClr>
              <a:buSzPts val="1800"/>
              <a:buNone/>
              <a:defRPr sz="1800">
                <a:solidFill>
                  <a:schemeClr val="dk1"/>
                </a:solidFill>
              </a:defRPr>
            </a:lvl9pPr>
          </a:lstStyle>
          <a:p>
            <a:r>
              <a:t>xx%</a:t>
            </a:r>
          </a:p>
        </p:txBody>
      </p:sp>
      <p:sp>
        <p:nvSpPr>
          <p:cNvPr id="80" name="Google Shape;80;p14"/>
          <p:cNvSpPr txBox="1">
            <a:spLocks noGrp="1"/>
          </p:cNvSpPr>
          <p:nvPr>
            <p:ph type="title" idx="4"/>
          </p:nvPr>
        </p:nvSpPr>
        <p:spPr>
          <a:xfrm>
            <a:off x="1633438" y="3824821"/>
            <a:ext cx="29334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81" name="Google Shape;81;p14"/>
          <p:cNvSpPr txBox="1">
            <a:spLocks noGrp="1"/>
          </p:cNvSpPr>
          <p:nvPr>
            <p:ph type="subTitle" idx="5"/>
          </p:nvPr>
        </p:nvSpPr>
        <p:spPr>
          <a:xfrm>
            <a:off x="1633438" y="4100375"/>
            <a:ext cx="29334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82" name="Google Shape;82;p14"/>
          <p:cNvSpPr txBox="1">
            <a:spLocks noGrp="1"/>
          </p:cNvSpPr>
          <p:nvPr>
            <p:ph type="title" idx="6" hasCustomPrompt="1"/>
          </p:nvPr>
        </p:nvSpPr>
        <p:spPr>
          <a:xfrm>
            <a:off x="4543875" y="2995725"/>
            <a:ext cx="608400" cy="402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r" rtl="0">
              <a:spcBef>
                <a:spcPts val="0"/>
              </a:spcBef>
              <a:spcAft>
                <a:spcPts val="0"/>
              </a:spcAft>
              <a:buClr>
                <a:schemeClr val="dk1"/>
              </a:buClr>
              <a:buSzPts val="1800"/>
              <a:buNone/>
              <a:defRPr sz="1800">
                <a:solidFill>
                  <a:schemeClr val="dk1"/>
                </a:solidFill>
              </a:defRPr>
            </a:lvl2pPr>
            <a:lvl3pPr lvl="2" algn="r" rtl="0">
              <a:spcBef>
                <a:spcPts val="0"/>
              </a:spcBef>
              <a:spcAft>
                <a:spcPts val="0"/>
              </a:spcAft>
              <a:buClr>
                <a:schemeClr val="dk1"/>
              </a:buClr>
              <a:buSzPts val="1800"/>
              <a:buNone/>
              <a:defRPr sz="1800">
                <a:solidFill>
                  <a:schemeClr val="dk1"/>
                </a:solidFill>
              </a:defRPr>
            </a:lvl3pPr>
            <a:lvl4pPr lvl="3" algn="r" rtl="0">
              <a:spcBef>
                <a:spcPts val="0"/>
              </a:spcBef>
              <a:spcAft>
                <a:spcPts val="0"/>
              </a:spcAft>
              <a:buClr>
                <a:schemeClr val="dk1"/>
              </a:buClr>
              <a:buSzPts val="1800"/>
              <a:buNone/>
              <a:defRPr sz="1800">
                <a:solidFill>
                  <a:schemeClr val="dk1"/>
                </a:solidFill>
              </a:defRPr>
            </a:lvl4pPr>
            <a:lvl5pPr lvl="4" algn="r" rtl="0">
              <a:spcBef>
                <a:spcPts val="0"/>
              </a:spcBef>
              <a:spcAft>
                <a:spcPts val="0"/>
              </a:spcAft>
              <a:buClr>
                <a:schemeClr val="dk1"/>
              </a:buClr>
              <a:buSzPts val="1800"/>
              <a:buNone/>
              <a:defRPr sz="1800">
                <a:solidFill>
                  <a:schemeClr val="dk1"/>
                </a:solidFill>
              </a:defRPr>
            </a:lvl5pPr>
            <a:lvl6pPr lvl="5" algn="r" rtl="0">
              <a:spcBef>
                <a:spcPts val="0"/>
              </a:spcBef>
              <a:spcAft>
                <a:spcPts val="0"/>
              </a:spcAft>
              <a:buClr>
                <a:schemeClr val="dk1"/>
              </a:buClr>
              <a:buSzPts val="1800"/>
              <a:buNone/>
              <a:defRPr sz="1800">
                <a:solidFill>
                  <a:schemeClr val="dk1"/>
                </a:solidFill>
              </a:defRPr>
            </a:lvl6pPr>
            <a:lvl7pPr lvl="6" algn="r" rtl="0">
              <a:spcBef>
                <a:spcPts val="0"/>
              </a:spcBef>
              <a:spcAft>
                <a:spcPts val="0"/>
              </a:spcAft>
              <a:buClr>
                <a:schemeClr val="dk1"/>
              </a:buClr>
              <a:buSzPts val="1800"/>
              <a:buNone/>
              <a:defRPr sz="1800">
                <a:solidFill>
                  <a:schemeClr val="dk1"/>
                </a:solidFill>
              </a:defRPr>
            </a:lvl7pPr>
            <a:lvl8pPr lvl="7" algn="r" rtl="0">
              <a:spcBef>
                <a:spcPts val="0"/>
              </a:spcBef>
              <a:spcAft>
                <a:spcPts val="0"/>
              </a:spcAft>
              <a:buClr>
                <a:schemeClr val="dk1"/>
              </a:buClr>
              <a:buSzPts val="1800"/>
              <a:buNone/>
              <a:defRPr sz="1800">
                <a:solidFill>
                  <a:schemeClr val="dk1"/>
                </a:solidFill>
              </a:defRPr>
            </a:lvl8pPr>
            <a:lvl9pPr lvl="8" algn="r" rtl="0">
              <a:spcBef>
                <a:spcPts val="0"/>
              </a:spcBef>
              <a:spcAft>
                <a:spcPts val="0"/>
              </a:spcAft>
              <a:buClr>
                <a:schemeClr val="dk1"/>
              </a:buClr>
              <a:buSzPts val="1800"/>
              <a:buNone/>
              <a:defRPr sz="1800">
                <a:solidFill>
                  <a:schemeClr val="dk1"/>
                </a:solidFill>
              </a:defRPr>
            </a:lvl9pPr>
          </a:lstStyle>
          <a:p>
            <a:r>
              <a:t>xx%</a:t>
            </a:r>
          </a:p>
        </p:txBody>
      </p:sp>
      <p:sp>
        <p:nvSpPr>
          <p:cNvPr id="83" name="Google Shape;83;p14"/>
          <p:cNvSpPr txBox="1">
            <a:spLocks noGrp="1"/>
          </p:cNvSpPr>
          <p:nvPr>
            <p:ph type="title" idx="7"/>
          </p:nvPr>
        </p:nvSpPr>
        <p:spPr>
          <a:xfrm>
            <a:off x="5395160" y="2931800"/>
            <a:ext cx="29334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84" name="Google Shape;84;p14"/>
          <p:cNvSpPr txBox="1">
            <a:spLocks noGrp="1"/>
          </p:cNvSpPr>
          <p:nvPr>
            <p:ph type="subTitle" idx="8"/>
          </p:nvPr>
        </p:nvSpPr>
        <p:spPr>
          <a:xfrm>
            <a:off x="5395160" y="3207354"/>
            <a:ext cx="29334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85" name="Google Shape;85;p14"/>
          <p:cNvSpPr txBox="1">
            <a:spLocks noGrp="1"/>
          </p:cNvSpPr>
          <p:nvPr>
            <p:ph type="title" idx="9" hasCustomPrompt="1"/>
          </p:nvPr>
        </p:nvSpPr>
        <p:spPr>
          <a:xfrm>
            <a:off x="4543875" y="3888750"/>
            <a:ext cx="608400" cy="4026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1800" b="1">
                <a:solidFill>
                  <a:schemeClr val="dk1"/>
                </a:solidFill>
              </a:defRPr>
            </a:lvl1pPr>
            <a:lvl2pPr lvl="1" algn="r" rtl="0">
              <a:spcBef>
                <a:spcPts val="0"/>
              </a:spcBef>
              <a:spcAft>
                <a:spcPts val="0"/>
              </a:spcAft>
              <a:buClr>
                <a:schemeClr val="dk1"/>
              </a:buClr>
              <a:buSzPts val="1800"/>
              <a:buNone/>
              <a:defRPr sz="1800">
                <a:solidFill>
                  <a:schemeClr val="dk1"/>
                </a:solidFill>
              </a:defRPr>
            </a:lvl2pPr>
            <a:lvl3pPr lvl="2" algn="r" rtl="0">
              <a:spcBef>
                <a:spcPts val="0"/>
              </a:spcBef>
              <a:spcAft>
                <a:spcPts val="0"/>
              </a:spcAft>
              <a:buClr>
                <a:schemeClr val="dk1"/>
              </a:buClr>
              <a:buSzPts val="1800"/>
              <a:buNone/>
              <a:defRPr sz="1800">
                <a:solidFill>
                  <a:schemeClr val="dk1"/>
                </a:solidFill>
              </a:defRPr>
            </a:lvl3pPr>
            <a:lvl4pPr lvl="3" algn="r" rtl="0">
              <a:spcBef>
                <a:spcPts val="0"/>
              </a:spcBef>
              <a:spcAft>
                <a:spcPts val="0"/>
              </a:spcAft>
              <a:buClr>
                <a:schemeClr val="dk1"/>
              </a:buClr>
              <a:buSzPts val="1800"/>
              <a:buNone/>
              <a:defRPr sz="1800">
                <a:solidFill>
                  <a:schemeClr val="dk1"/>
                </a:solidFill>
              </a:defRPr>
            </a:lvl4pPr>
            <a:lvl5pPr lvl="4" algn="r" rtl="0">
              <a:spcBef>
                <a:spcPts val="0"/>
              </a:spcBef>
              <a:spcAft>
                <a:spcPts val="0"/>
              </a:spcAft>
              <a:buClr>
                <a:schemeClr val="dk1"/>
              </a:buClr>
              <a:buSzPts val="1800"/>
              <a:buNone/>
              <a:defRPr sz="1800">
                <a:solidFill>
                  <a:schemeClr val="dk1"/>
                </a:solidFill>
              </a:defRPr>
            </a:lvl5pPr>
            <a:lvl6pPr lvl="5" algn="r" rtl="0">
              <a:spcBef>
                <a:spcPts val="0"/>
              </a:spcBef>
              <a:spcAft>
                <a:spcPts val="0"/>
              </a:spcAft>
              <a:buClr>
                <a:schemeClr val="dk1"/>
              </a:buClr>
              <a:buSzPts val="1800"/>
              <a:buNone/>
              <a:defRPr sz="1800">
                <a:solidFill>
                  <a:schemeClr val="dk1"/>
                </a:solidFill>
              </a:defRPr>
            </a:lvl6pPr>
            <a:lvl7pPr lvl="6" algn="r" rtl="0">
              <a:spcBef>
                <a:spcPts val="0"/>
              </a:spcBef>
              <a:spcAft>
                <a:spcPts val="0"/>
              </a:spcAft>
              <a:buClr>
                <a:schemeClr val="dk1"/>
              </a:buClr>
              <a:buSzPts val="1800"/>
              <a:buNone/>
              <a:defRPr sz="1800">
                <a:solidFill>
                  <a:schemeClr val="dk1"/>
                </a:solidFill>
              </a:defRPr>
            </a:lvl7pPr>
            <a:lvl8pPr lvl="7" algn="r" rtl="0">
              <a:spcBef>
                <a:spcPts val="0"/>
              </a:spcBef>
              <a:spcAft>
                <a:spcPts val="0"/>
              </a:spcAft>
              <a:buClr>
                <a:schemeClr val="dk1"/>
              </a:buClr>
              <a:buSzPts val="1800"/>
              <a:buNone/>
              <a:defRPr sz="1800">
                <a:solidFill>
                  <a:schemeClr val="dk1"/>
                </a:solidFill>
              </a:defRPr>
            </a:lvl8pPr>
            <a:lvl9pPr lvl="8" algn="r" rtl="0">
              <a:spcBef>
                <a:spcPts val="0"/>
              </a:spcBef>
              <a:spcAft>
                <a:spcPts val="0"/>
              </a:spcAft>
              <a:buClr>
                <a:schemeClr val="dk1"/>
              </a:buClr>
              <a:buSzPts val="1800"/>
              <a:buNone/>
              <a:defRPr sz="1800">
                <a:solidFill>
                  <a:schemeClr val="dk1"/>
                </a:solidFill>
              </a:defRPr>
            </a:lvl9pPr>
          </a:lstStyle>
          <a:p>
            <a:r>
              <a:t>xx%</a:t>
            </a:r>
          </a:p>
        </p:txBody>
      </p:sp>
      <p:sp>
        <p:nvSpPr>
          <p:cNvPr id="86" name="Google Shape;86;p14"/>
          <p:cNvSpPr txBox="1">
            <a:spLocks noGrp="1"/>
          </p:cNvSpPr>
          <p:nvPr>
            <p:ph type="title" idx="13"/>
          </p:nvPr>
        </p:nvSpPr>
        <p:spPr>
          <a:xfrm>
            <a:off x="5395160" y="3824822"/>
            <a:ext cx="29334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87" name="Google Shape;87;p14"/>
          <p:cNvSpPr txBox="1">
            <a:spLocks noGrp="1"/>
          </p:cNvSpPr>
          <p:nvPr>
            <p:ph type="subTitle" idx="14"/>
          </p:nvPr>
        </p:nvSpPr>
        <p:spPr>
          <a:xfrm>
            <a:off x="5395160" y="4100376"/>
            <a:ext cx="29334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88" name="Google Shape;88;p14"/>
          <p:cNvCxnSpPr/>
          <p:nvPr/>
        </p:nvCxnSpPr>
        <p:spPr>
          <a:xfrm rot="10800000">
            <a:off x="-2241975" y="1909725"/>
            <a:ext cx="4819800" cy="4419600"/>
          </a:xfrm>
          <a:prstGeom prst="straightConnector1">
            <a:avLst/>
          </a:prstGeom>
          <a:noFill/>
          <a:ln w="19050" cap="flat" cmpd="sng">
            <a:solidFill>
              <a:schemeClr val="dk1"/>
            </a:solidFill>
            <a:prstDash val="solid"/>
            <a:round/>
            <a:headEnd type="none" w="med" len="med"/>
            <a:tailEnd type="none" w="med" len="med"/>
          </a:ln>
        </p:spPr>
      </p:cxnSp>
      <p:cxnSp>
        <p:nvCxnSpPr>
          <p:cNvPr id="89" name="Google Shape;89;p14"/>
          <p:cNvCxnSpPr/>
          <p:nvPr/>
        </p:nvCxnSpPr>
        <p:spPr>
          <a:xfrm rot="10800000" flipH="1">
            <a:off x="6566175" y="1880250"/>
            <a:ext cx="4819800" cy="4419600"/>
          </a:xfrm>
          <a:prstGeom prst="straightConnector1">
            <a:avLst/>
          </a:prstGeom>
          <a:noFill/>
          <a:ln w="19050" cap="flat" cmpd="sng">
            <a:solidFill>
              <a:schemeClr val="dk1"/>
            </a:solidFill>
            <a:prstDash val="solid"/>
            <a:round/>
            <a:headEnd type="none" w="med" len="med"/>
            <a:tailEnd type="none" w="med" len="med"/>
          </a:ln>
        </p:spPr>
      </p:cxnSp>
      <p:sp>
        <p:nvSpPr>
          <p:cNvPr id="90" name="Google Shape;90;p14"/>
          <p:cNvSpPr txBox="1">
            <a:spLocks noGrp="1"/>
          </p:cNvSpPr>
          <p:nvPr>
            <p:ph type="title" idx="15"/>
          </p:nvPr>
        </p:nvSpPr>
        <p:spPr>
          <a:xfrm>
            <a:off x="713225"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lt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1">
    <p:bg>
      <p:bgPr>
        <a:solidFill>
          <a:schemeClr val="dk1"/>
        </a:solidFill>
        <a:effectLst/>
      </p:bgPr>
    </p:bg>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flipH="1">
            <a:off x="1821475" y="2527625"/>
            <a:ext cx="55011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None/>
              <a:defRPr sz="36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sp>
        <p:nvSpPr>
          <p:cNvPr id="93" name="Google Shape;93;p15"/>
          <p:cNvSpPr txBox="1">
            <a:spLocks noGrp="1"/>
          </p:cNvSpPr>
          <p:nvPr>
            <p:ph type="title" idx="2" hasCustomPrompt="1"/>
          </p:nvPr>
        </p:nvSpPr>
        <p:spPr>
          <a:xfrm flipH="1">
            <a:off x="3043350" y="1533511"/>
            <a:ext cx="3057300" cy="87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8000"/>
              <a:buNone/>
              <a:defRPr sz="8000" b="1">
                <a:solidFill>
                  <a:schemeClr val="lt1"/>
                </a:solidFill>
              </a:defRPr>
            </a:lvl1pPr>
            <a:lvl2pPr lvl="1" algn="ctr" rtl="0">
              <a:spcBef>
                <a:spcPts val="0"/>
              </a:spcBef>
              <a:spcAft>
                <a:spcPts val="0"/>
              </a:spcAft>
              <a:buClr>
                <a:schemeClr val="lt1"/>
              </a:buClr>
              <a:buSzPts val="8000"/>
              <a:buNone/>
              <a:defRPr sz="8000" b="1">
                <a:solidFill>
                  <a:schemeClr val="lt1"/>
                </a:solidFill>
              </a:defRPr>
            </a:lvl2pPr>
            <a:lvl3pPr lvl="2" algn="ctr" rtl="0">
              <a:spcBef>
                <a:spcPts val="0"/>
              </a:spcBef>
              <a:spcAft>
                <a:spcPts val="0"/>
              </a:spcAft>
              <a:buClr>
                <a:schemeClr val="lt1"/>
              </a:buClr>
              <a:buSzPts val="8000"/>
              <a:buNone/>
              <a:defRPr sz="8000" b="1">
                <a:solidFill>
                  <a:schemeClr val="lt1"/>
                </a:solidFill>
              </a:defRPr>
            </a:lvl3pPr>
            <a:lvl4pPr lvl="3" algn="ctr" rtl="0">
              <a:spcBef>
                <a:spcPts val="0"/>
              </a:spcBef>
              <a:spcAft>
                <a:spcPts val="0"/>
              </a:spcAft>
              <a:buClr>
                <a:schemeClr val="lt1"/>
              </a:buClr>
              <a:buSzPts val="8000"/>
              <a:buNone/>
              <a:defRPr sz="8000" b="1">
                <a:solidFill>
                  <a:schemeClr val="lt1"/>
                </a:solidFill>
              </a:defRPr>
            </a:lvl4pPr>
            <a:lvl5pPr lvl="4" algn="ctr" rtl="0">
              <a:spcBef>
                <a:spcPts val="0"/>
              </a:spcBef>
              <a:spcAft>
                <a:spcPts val="0"/>
              </a:spcAft>
              <a:buClr>
                <a:schemeClr val="lt1"/>
              </a:buClr>
              <a:buSzPts val="8000"/>
              <a:buNone/>
              <a:defRPr sz="8000" b="1">
                <a:solidFill>
                  <a:schemeClr val="lt1"/>
                </a:solidFill>
              </a:defRPr>
            </a:lvl5pPr>
            <a:lvl6pPr lvl="5" algn="ctr" rtl="0">
              <a:spcBef>
                <a:spcPts val="0"/>
              </a:spcBef>
              <a:spcAft>
                <a:spcPts val="0"/>
              </a:spcAft>
              <a:buClr>
                <a:schemeClr val="lt1"/>
              </a:buClr>
              <a:buSzPts val="8000"/>
              <a:buNone/>
              <a:defRPr sz="8000" b="1">
                <a:solidFill>
                  <a:schemeClr val="lt1"/>
                </a:solidFill>
              </a:defRPr>
            </a:lvl6pPr>
            <a:lvl7pPr lvl="6" algn="ctr" rtl="0">
              <a:spcBef>
                <a:spcPts val="0"/>
              </a:spcBef>
              <a:spcAft>
                <a:spcPts val="0"/>
              </a:spcAft>
              <a:buClr>
                <a:schemeClr val="lt1"/>
              </a:buClr>
              <a:buSzPts val="8000"/>
              <a:buNone/>
              <a:defRPr sz="8000" b="1">
                <a:solidFill>
                  <a:schemeClr val="lt1"/>
                </a:solidFill>
              </a:defRPr>
            </a:lvl7pPr>
            <a:lvl8pPr lvl="7" algn="ctr" rtl="0">
              <a:spcBef>
                <a:spcPts val="0"/>
              </a:spcBef>
              <a:spcAft>
                <a:spcPts val="0"/>
              </a:spcAft>
              <a:buClr>
                <a:schemeClr val="lt1"/>
              </a:buClr>
              <a:buSzPts val="8000"/>
              <a:buNone/>
              <a:defRPr sz="8000" b="1">
                <a:solidFill>
                  <a:schemeClr val="lt1"/>
                </a:solidFill>
              </a:defRPr>
            </a:lvl8pPr>
            <a:lvl9pPr lvl="8" algn="ctr" rtl="0">
              <a:spcBef>
                <a:spcPts val="0"/>
              </a:spcBef>
              <a:spcAft>
                <a:spcPts val="0"/>
              </a:spcAft>
              <a:buClr>
                <a:schemeClr val="lt1"/>
              </a:buClr>
              <a:buSzPts val="8000"/>
              <a:buNone/>
              <a:defRPr sz="8000" b="1">
                <a:solidFill>
                  <a:schemeClr val="lt1"/>
                </a:solidFill>
              </a:defRPr>
            </a:lvl9pPr>
          </a:lstStyle>
          <a:p>
            <a:r>
              <a:t>xx%</a:t>
            </a:r>
          </a:p>
        </p:txBody>
      </p:sp>
      <p:sp>
        <p:nvSpPr>
          <p:cNvPr id="94" name="Google Shape;94;p15"/>
          <p:cNvSpPr txBox="1">
            <a:spLocks noGrp="1"/>
          </p:cNvSpPr>
          <p:nvPr>
            <p:ph type="subTitle" idx="1"/>
          </p:nvPr>
        </p:nvSpPr>
        <p:spPr>
          <a:xfrm flipH="1">
            <a:off x="3198150" y="3293187"/>
            <a:ext cx="2747700" cy="31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95" name="Google Shape;95;p15"/>
          <p:cNvCxnSpPr/>
          <p:nvPr/>
        </p:nvCxnSpPr>
        <p:spPr>
          <a:xfrm>
            <a:off x="6350113" y="-1501125"/>
            <a:ext cx="3757500" cy="4183800"/>
          </a:xfrm>
          <a:prstGeom prst="straightConnector1">
            <a:avLst/>
          </a:prstGeom>
          <a:noFill/>
          <a:ln w="19050" cap="flat" cmpd="sng">
            <a:solidFill>
              <a:schemeClr val="lt1"/>
            </a:solidFill>
            <a:prstDash val="solid"/>
            <a:round/>
            <a:headEnd type="none" w="med" len="med"/>
            <a:tailEnd type="none" w="med" len="med"/>
          </a:ln>
        </p:spPr>
      </p:cxnSp>
      <p:sp>
        <p:nvSpPr>
          <p:cNvPr id="96" name="Google Shape;96;p15"/>
          <p:cNvSpPr/>
          <p:nvPr/>
        </p:nvSpPr>
        <p:spPr>
          <a:xfrm>
            <a:off x="-64200" y="3825775"/>
            <a:ext cx="1296000" cy="1382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5258900" y="-237925"/>
            <a:ext cx="11403900" cy="58443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rot="10800000">
            <a:off x="-5389050" y="-2161975"/>
            <a:ext cx="11403900" cy="58443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5211275" y="3863525"/>
            <a:ext cx="2907300" cy="14901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rot="10800000">
            <a:off x="1107975" y="-556075"/>
            <a:ext cx="2907300" cy="14901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SECTION_HEADER_2">
    <p:bg>
      <p:bgPr>
        <a:solidFill>
          <a:schemeClr val="accent5"/>
        </a:solidFill>
        <a:effectLst/>
      </p:bgPr>
    </p:bg>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931700" y="2019718"/>
            <a:ext cx="3252900" cy="1000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3600"/>
              <a:buNone/>
              <a:defRPr sz="3400" b="1">
                <a:solidFill>
                  <a:schemeClr val="dk1"/>
                </a:solidFill>
              </a:defRPr>
            </a:lvl1pPr>
            <a:lvl2pPr lvl="1" rtl="0">
              <a:spcBef>
                <a:spcPts val="0"/>
              </a:spcBef>
              <a:spcAft>
                <a:spcPts val="0"/>
              </a:spcAft>
              <a:buClr>
                <a:schemeClr val="dk1"/>
              </a:buClr>
              <a:buSzPts val="3600"/>
              <a:buNone/>
              <a:defRPr sz="3600" b="1">
                <a:solidFill>
                  <a:schemeClr val="dk1"/>
                </a:solidFill>
              </a:defRPr>
            </a:lvl2pPr>
            <a:lvl3pPr lvl="2" rtl="0">
              <a:spcBef>
                <a:spcPts val="0"/>
              </a:spcBef>
              <a:spcAft>
                <a:spcPts val="0"/>
              </a:spcAft>
              <a:buClr>
                <a:schemeClr val="dk1"/>
              </a:buClr>
              <a:buSzPts val="3600"/>
              <a:buNone/>
              <a:defRPr sz="3600" b="1">
                <a:solidFill>
                  <a:schemeClr val="dk1"/>
                </a:solidFill>
              </a:defRPr>
            </a:lvl3pPr>
            <a:lvl4pPr lvl="3" rtl="0">
              <a:spcBef>
                <a:spcPts val="0"/>
              </a:spcBef>
              <a:spcAft>
                <a:spcPts val="0"/>
              </a:spcAft>
              <a:buClr>
                <a:schemeClr val="dk1"/>
              </a:buClr>
              <a:buSzPts val="3600"/>
              <a:buNone/>
              <a:defRPr sz="3600" b="1">
                <a:solidFill>
                  <a:schemeClr val="dk1"/>
                </a:solidFill>
              </a:defRPr>
            </a:lvl4pPr>
            <a:lvl5pPr lvl="4" rtl="0">
              <a:spcBef>
                <a:spcPts val="0"/>
              </a:spcBef>
              <a:spcAft>
                <a:spcPts val="0"/>
              </a:spcAft>
              <a:buClr>
                <a:schemeClr val="dk1"/>
              </a:buClr>
              <a:buSzPts val="3600"/>
              <a:buNone/>
              <a:defRPr sz="3600" b="1">
                <a:solidFill>
                  <a:schemeClr val="dk1"/>
                </a:solidFill>
              </a:defRPr>
            </a:lvl5pPr>
            <a:lvl6pPr lvl="5" rtl="0">
              <a:spcBef>
                <a:spcPts val="0"/>
              </a:spcBef>
              <a:spcAft>
                <a:spcPts val="0"/>
              </a:spcAft>
              <a:buClr>
                <a:schemeClr val="dk1"/>
              </a:buClr>
              <a:buSzPts val="3600"/>
              <a:buNone/>
              <a:defRPr sz="3600" b="1">
                <a:solidFill>
                  <a:schemeClr val="dk1"/>
                </a:solidFill>
              </a:defRPr>
            </a:lvl6pPr>
            <a:lvl7pPr lvl="6" rtl="0">
              <a:spcBef>
                <a:spcPts val="0"/>
              </a:spcBef>
              <a:spcAft>
                <a:spcPts val="0"/>
              </a:spcAft>
              <a:buClr>
                <a:schemeClr val="dk1"/>
              </a:buClr>
              <a:buSzPts val="3600"/>
              <a:buNone/>
              <a:defRPr sz="3600" b="1">
                <a:solidFill>
                  <a:schemeClr val="dk1"/>
                </a:solidFill>
              </a:defRPr>
            </a:lvl7pPr>
            <a:lvl8pPr lvl="7" rtl="0">
              <a:spcBef>
                <a:spcPts val="0"/>
              </a:spcBef>
              <a:spcAft>
                <a:spcPts val="0"/>
              </a:spcAft>
              <a:buClr>
                <a:schemeClr val="dk1"/>
              </a:buClr>
              <a:buSzPts val="3600"/>
              <a:buNone/>
              <a:defRPr sz="3600" b="1">
                <a:solidFill>
                  <a:schemeClr val="dk1"/>
                </a:solidFill>
              </a:defRPr>
            </a:lvl8pPr>
            <a:lvl9pPr lvl="8" rtl="0">
              <a:spcBef>
                <a:spcPts val="0"/>
              </a:spcBef>
              <a:spcAft>
                <a:spcPts val="0"/>
              </a:spcAft>
              <a:buClr>
                <a:schemeClr val="dk1"/>
              </a:buClr>
              <a:buSzPts val="3600"/>
              <a:buNone/>
              <a:defRPr sz="3600" b="1">
                <a:solidFill>
                  <a:schemeClr val="dk1"/>
                </a:solidFill>
              </a:defRPr>
            </a:lvl9pPr>
          </a:lstStyle>
          <a:p>
            <a:endParaRPr/>
          </a:p>
        </p:txBody>
      </p:sp>
      <p:sp>
        <p:nvSpPr>
          <p:cNvPr id="103" name="Google Shape;103;p16"/>
          <p:cNvSpPr txBox="1">
            <a:spLocks noGrp="1"/>
          </p:cNvSpPr>
          <p:nvPr>
            <p:ph type="title" idx="2" hasCustomPrompt="1"/>
          </p:nvPr>
        </p:nvSpPr>
        <p:spPr>
          <a:xfrm>
            <a:off x="931700" y="967055"/>
            <a:ext cx="3057300" cy="967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8000"/>
              <a:buNone/>
              <a:defRPr sz="8000" b="1">
                <a:solidFill>
                  <a:schemeClr val="dk1"/>
                </a:solidFill>
              </a:defRPr>
            </a:lvl1pPr>
            <a:lvl2pPr lvl="1" rtl="0">
              <a:spcBef>
                <a:spcPts val="0"/>
              </a:spcBef>
              <a:spcAft>
                <a:spcPts val="0"/>
              </a:spcAft>
              <a:buClr>
                <a:schemeClr val="dk1"/>
              </a:buClr>
              <a:buSzPts val="8000"/>
              <a:buNone/>
              <a:defRPr sz="8000" b="1">
                <a:solidFill>
                  <a:schemeClr val="dk1"/>
                </a:solidFill>
              </a:defRPr>
            </a:lvl2pPr>
            <a:lvl3pPr lvl="2" rtl="0">
              <a:spcBef>
                <a:spcPts val="0"/>
              </a:spcBef>
              <a:spcAft>
                <a:spcPts val="0"/>
              </a:spcAft>
              <a:buClr>
                <a:schemeClr val="dk1"/>
              </a:buClr>
              <a:buSzPts val="8000"/>
              <a:buNone/>
              <a:defRPr sz="8000" b="1">
                <a:solidFill>
                  <a:schemeClr val="dk1"/>
                </a:solidFill>
              </a:defRPr>
            </a:lvl3pPr>
            <a:lvl4pPr lvl="3" rtl="0">
              <a:spcBef>
                <a:spcPts val="0"/>
              </a:spcBef>
              <a:spcAft>
                <a:spcPts val="0"/>
              </a:spcAft>
              <a:buClr>
                <a:schemeClr val="dk1"/>
              </a:buClr>
              <a:buSzPts val="8000"/>
              <a:buNone/>
              <a:defRPr sz="8000" b="1">
                <a:solidFill>
                  <a:schemeClr val="dk1"/>
                </a:solidFill>
              </a:defRPr>
            </a:lvl4pPr>
            <a:lvl5pPr lvl="4" rtl="0">
              <a:spcBef>
                <a:spcPts val="0"/>
              </a:spcBef>
              <a:spcAft>
                <a:spcPts val="0"/>
              </a:spcAft>
              <a:buClr>
                <a:schemeClr val="dk1"/>
              </a:buClr>
              <a:buSzPts val="8000"/>
              <a:buNone/>
              <a:defRPr sz="8000" b="1">
                <a:solidFill>
                  <a:schemeClr val="dk1"/>
                </a:solidFill>
              </a:defRPr>
            </a:lvl5pPr>
            <a:lvl6pPr lvl="5" rtl="0">
              <a:spcBef>
                <a:spcPts val="0"/>
              </a:spcBef>
              <a:spcAft>
                <a:spcPts val="0"/>
              </a:spcAft>
              <a:buClr>
                <a:schemeClr val="dk1"/>
              </a:buClr>
              <a:buSzPts val="8000"/>
              <a:buNone/>
              <a:defRPr sz="8000" b="1">
                <a:solidFill>
                  <a:schemeClr val="dk1"/>
                </a:solidFill>
              </a:defRPr>
            </a:lvl6pPr>
            <a:lvl7pPr lvl="6" rtl="0">
              <a:spcBef>
                <a:spcPts val="0"/>
              </a:spcBef>
              <a:spcAft>
                <a:spcPts val="0"/>
              </a:spcAft>
              <a:buClr>
                <a:schemeClr val="dk1"/>
              </a:buClr>
              <a:buSzPts val="8000"/>
              <a:buNone/>
              <a:defRPr sz="8000" b="1">
                <a:solidFill>
                  <a:schemeClr val="dk1"/>
                </a:solidFill>
              </a:defRPr>
            </a:lvl7pPr>
            <a:lvl8pPr lvl="7" rtl="0">
              <a:spcBef>
                <a:spcPts val="0"/>
              </a:spcBef>
              <a:spcAft>
                <a:spcPts val="0"/>
              </a:spcAft>
              <a:buClr>
                <a:schemeClr val="dk1"/>
              </a:buClr>
              <a:buSzPts val="8000"/>
              <a:buNone/>
              <a:defRPr sz="8000" b="1">
                <a:solidFill>
                  <a:schemeClr val="dk1"/>
                </a:solidFill>
              </a:defRPr>
            </a:lvl8pPr>
            <a:lvl9pPr lvl="8" rtl="0">
              <a:spcBef>
                <a:spcPts val="0"/>
              </a:spcBef>
              <a:spcAft>
                <a:spcPts val="0"/>
              </a:spcAft>
              <a:buClr>
                <a:schemeClr val="dk1"/>
              </a:buClr>
              <a:buSzPts val="8000"/>
              <a:buNone/>
              <a:defRPr sz="8000" b="1">
                <a:solidFill>
                  <a:schemeClr val="dk1"/>
                </a:solidFill>
              </a:defRPr>
            </a:lvl9pPr>
          </a:lstStyle>
          <a:p>
            <a:r>
              <a:t>xx%</a:t>
            </a:r>
          </a:p>
        </p:txBody>
      </p:sp>
      <p:sp>
        <p:nvSpPr>
          <p:cNvPr id="104" name="Google Shape;104;p16"/>
          <p:cNvSpPr txBox="1">
            <a:spLocks noGrp="1"/>
          </p:cNvSpPr>
          <p:nvPr>
            <p:ph type="subTitle" idx="1"/>
          </p:nvPr>
        </p:nvSpPr>
        <p:spPr>
          <a:xfrm>
            <a:off x="931700" y="3326230"/>
            <a:ext cx="1978500" cy="5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105" name="Google Shape;105;p16"/>
          <p:cNvCxnSpPr/>
          <p:nvPr/>
        </p:nvCxnSpPr>
        <p:spPr>
          <a:xfrm>
            <a:off x="2581800" y="-1263000"/>
            <a:ext cx="3757500" cy="4183800"/>
          </a:xfrm>
          <a:prstGeom prst="straightConnector1">
            <a:avLst/>
          </a:prstGeom>
          <a:noFill/>
          <a:ln w="19050" cap="flat" cmpd="sng">
            <a:solidFill>
              <a:schemeClr val="dk1"/>
            </a:solidFill>
            <a:prstDash val="solid"/>
            <a:round/>
            <a:headEnd type="none" w="med" len="med"/>
            <a:tailEnd type="none" w="med" len="med"/>
          </a:ln>
        </p:spPr>
      </p:cxnSp>
      <p:sp>
        <p:nvSpPr>
          <p:cNvPr id="106" name="Google Shape;106;p16"/>
          <p:cNvSpPr/>
          <p:nvPr/>
        </p:nvSpPr>
        <p:spPr>
          <a:xfrm>
            <a:off x="-62425" y="3825775"/>
            <a:ext cx="1296000" cy="1382400"/>
          </a:xfrm>
          <a:prstGeom prst="rtTriangl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3">
  <p:cSld name="SECTION_HEADER_1_1">
    <p:bg>
      <p:bgPr>
        <a:solidFill>
          <a:schemeClr val="accent5"/>
        </a:solidFill>
        <a:effectLst/>
      </p:bgPr>
    </p:bg>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flipH="1">
            <a:off x="1821475" y="2527625"/>
            <a:ext cx="55011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600"/>
              <a:buNone/>
              <a:defRPr sz="3600" b="1">
                <a:solidFill>
                  <a:schemeClr val="dk1"/>
                </a:solidFill>
              </a:defRPr>
            </a:lvl1pPr>
            <a:lvl2pPr lvl="1" algn="ctr" rtl="0">
              <a:spcBef>
                <a:spcPts val="0"/>
              </a:spcBef>
              <a:spcAft>
                <a:spcPts val="0"/>
              </a:spcAft>
              <a:buClr>
                <a:schemeClr val="dk1"/>
              </a:buClr>
              <a:buSzPts val="3600"/>
              <a:buNone/>
              <a:defRPr sz="3600" b="1">
                <a:solidFill>
                  <a:schemeClr val="dk1"/>
                </a:solidFill>
              </a:defRPr>
            </a:lvl2pPr>
            <a:lvl3pPr lvl="2" algn="ctr" rtl="0">
              <a:spcBef>
                <a:spcPts val="0"/>
              </a:spcBef>
              <a:spcAft>
                <a:spcPts val="0"/>
              </a:spcAft>
              <a:buClr>
                <a:schemeClr val="dk1"/>
              </a:buClr>
              <a:buSzPts val="3600"/>
              <a:buNone/>
              <a:defRPr sz="3600" b="1">
                <a:solidFill>
                  <a:schemeClr val="dk1"/>
                </a:solidFill>
              </a:defRPr>
            </a:lvl3pPr>
            <a:lvl4pPr lvl="3" algn="ctr" rtl="0">
              <a:spcBef>
                <a:spcPts val="0"/>
              </a:spcBef>
              <a:spcAft>
                <a:spcPts val="0"/>
              </a:spcAft>
              <a:buClr>
                <a:schemeClr val="dk1"/>
              </a:buClr>
              <a:buSzPts val="3600"/>
              <a:buNone/>
              <a:defRPr sz="3600" b="1">
                <a:solidFill>
                  <a:schemeClr val="dk1"/>
                </a:solidFill>
              </a:defRPr>
            </a:lvl4pPr>
            <a:lvl5pPr lvl="4" algn="ctr" rtl="0">
              <a:spcBef>
                <a:spcPts val="0"/>
              </a:spcBef>
              <a:spcAft>
                <a:spcPts val="0"/>
              </a:spcAft>
              <a:buClr>
                <a:schemeClr val="dk1"/>
              </a:buClr>
              <a:buSzPts val="3600"/>
              <a:buNone/>
              <a:defRPr sz="3600" b="1">
                <a:solidFill>
                  <a:schemeClr val="dk1"/>
                </a:solidFill>
              </a:defRPr>
            </a:lvl5pPr>
            <a:lvl6pPr lvl="5" algn="ctr" rtl="0">
              <a:spcBef>
                <a:spcPts val="0"/>
              </a:spcBef>
              <a:spcAft>
                <a:spcPts val="0"/>
              </a:spcAft>
              <a:buClr>
                <a:schemeClr val="dk1"/>
              </a:buClr>
              <a:buSzPts val="3600"/>
              <a:buNone/>
              <a:defRPr sz="3600" b="1">
                <a:solidFill>
                  <a:schemeClr val="dk1"/>
                </a:solidFill>
              </a:defRPr>
            </a:lvl6pPr>
            <a:lvl7pPr lvl="6" algn="ctr" rtl="0">
              <a:spcBef>
                <a:spcPts val="0"/>
              </a:spcBef>
              <a:spcAft>
                <a:spcPts val="0"/>
              </a:spcAft>
              <a:buClr>
                <a:schemeClr val="dk1"/>
              </a:buClr>
              <a:buSzPts val="3600"/>
              <a:buNone/>
              <a:defRPr sz="3600" b="1">
                <a:solidFill>
                  <a:schemeClr val="dk1"/>
                </a:solidFill>
              </a:defRPr>
            </a:lvl7pPr>
            <a:lvl8pPr lvl="7" algn="ctr" rtl="0">
              <a:spcBef>
                <a:spcPts val="0"/>
              </a:spcBef>
              <a:spcAft>
                <a:spcPts val="0"/>
              </a:spcAft>
              <a:buClr>
                <a:schemeClr val="dk1"/>
              </a:buClr>
              <a:buSzPts val="3600"/>
              <a:buNone/>
              <a:defRPr sz="3600" b="1">
                <a:solidFill>
                  <a:schemeClr val="dk1"/>
                </a:solidFill>
              </a:defRPr>
            </a:lvl8pPr>
            <a:lvl9pPr lvl="8" algn="ctr" rtl="0">
              <a:spcBef>
                <a:spcPts val="0"/>
              </a:spcBef>
              <a:spcAft>
                <a:spcPts val="0"/>
              </a:spcAft>
              <a:buClr>
                <a:schemeClr val="dk1"/>
              </a:buClr>
              <a:buSzPts val="3600"/>
              <a:buNone/>
              <a:defRPr sz="3600" b="1">
                <a:solidFill>
                  <a:schemeClr val="dk1"/>
                </a:solidFill>
              </a:defRPr>
            </a:lvl9pPr>
          </a:lstStyle>
          <a:p>
            <a:endParaRPr/>
          </a:p>
        </p:txBody>
      </p:sp>
      <p:sp>
        <p:nvSpPr>
          <p:cNvPr id="109" name="Google Shape;109;p17"/>
          <p:cNvSpPr txBox="1">
            <a:spLocks noGrp="1"/>
          </p:cNvSpPr>
          <p:nvPr>
            <p:ph type="title" idx="2" hasCustomPrompt="1"/>
          </p:nvPr>
        </p:nvSpPr>
        <p:spPr>
          <a:xfrm flipH="1">
            <a:off x="3043350" y="1533511"/>
            <a:ext cx="3057300" cy="87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8000"/>
              <a:buNone/>
              <a:defRPr sz="8000" b="1">
                <a:solidFill>
                  <a:schemeClr val="dk1"/>
                </a:solidFill>
              </a:defRPr>
            </a:lvl1pPr>
            <a:lvl2pPr lvl="1" algn="ctr" rtl="0">
              <a:spcBef>
                <a:spcPts val="0"/>
              </a:spcBef>
              <a:spcAft>
                <a:spcPts val="0"/>
              </a:spcAft>
              <a:buClr>
                <a:schemeClr val="dk1"/>
              </a:buClr>
              <a:buSzPts val="8000"/>
              <a:buNone/>
              <a:defRPr sz="8000" b="1">
                <a:solidFill>
                  <a:schemeClr val="dk1"/>
                </a:solidFill>
              </a:defRPr>
            </a:lvl2pPr>
            <a:lvl3pPr lvl="2" algn="ctr" rtl="0">
              <a:spcBef>
                <a:spcPts val="0"/>
              </a:spcBef>
              <a:spcAft>
                <a:spcPts val="0"/>
              </a:spcAft>
              <a:buClr>
                <a:schemeClr val="dk1"/>
              </a:buClr>
              <a:buSzPts val="8000"/>
              <a:buNone/>
              <a:defRPr sz="8000" b="1">
                <a:solidFill>
                  <a:schemeClr val="dk1"/>
                </a:solidFill>
              </a:defRPr>
            </a:lvl3pPr>
            <a:lvl4pPr lvl="3" algn="ctr" rtl="0">
              <a:spcBef>
                <a:spcPts val="0"/>
              </a:spcBef>
              <a:spcAft>
                <a:spcPts val="0"/>
              </a:spcAft>
              <a:buClr>
                <a:schemeClr val="dk1"/>
              </a:buClr>
              <a:buSzPts val="8000"/>
              <a:buNone/>
              <a:defRPr sz="8000" b="1">
                <a:solidFill>
                  <a:schemeClr val="dk1"/>
                </a:solidFill>
              </a:defRPr>
            </a:lvl4pPr>
            <a:lvl5pPr lvl="4" algn="ctr" rtl="0">
              <a:spcBef>
                <a:spcPts val="0"/>
              </a:spcBef>
              <a:spcAft>
                <a:spcPts val="0"/>
              </a:spcAft>
              <a:buClr>
                <a:schemeClr val="dk1"/>
              </a:buClr>
              <a:buSzPts val="8000"/>
              <a:buNone/>
              <a:defRPr sz="8000" b="1">
                <a:solidFill>
                  <a:schemeClr val="dk1"/>
                </a:solidFill>
              </a:defRPr>
            </a:lvl5pPr>
            <a:lvl6pPr lvl="5" algn="ctr" rtl="0">
              <a:spcBef>
                <a:spcPts val="0"/>
              </a:spcBef>
              <a:spcAft>
                <a:spcPts val="0"/>
              </a:spcAft>
              <a:buClr>
                <a:schemeClr val="dk1"/>
              </a:buClr>
              <a:buSzPts val="8000"/>
              <a:buNone/>
              <a:defRPr sz="8000" b="1">
                <a:solidFill>
                  <a:schemeClr val="dk1"/>
                </a:solidFill>
              </a:defRPr>
            </a:lvl6pPr>
            <a:lvl7pPr lvl="6" algn="ctr" rtl="0">
              <a:spcBef>
                <a:spcPts val="0"/>
              </a:spcBef>
              <a:spcAft>
                <a:spcPts val="0"/>
              </a:spcAft>
              <a:buClr>
                <a:schemeClr val="dk1"/>
              </a:buClr>
              <a:buSzPts val="8000"/>
              <a:buNone/>
              <a:defRPr sz="8000" b="1">
                <a:solidFill>
                  <a:schemeClr val="dk1"/>
                </a:solidFill>
              </a:defRPr>
            </a:lvl7pPr>
            <a:lvl8pPr lvl="7" algn="ctr" rtl="0">
              <a:spcBef>
                <a:spcPts val="0"/>
              </a:spcBef>
              <a:spcAft>
                <a:spcPts val="0"/>
              </a:spcAft>
              <a:buClr>
                <a:schemeClr val="dk1"/>
              </a:buClr>
              <a:buSzPts val="8000"/>
              <a:buNone/>
              <a:defRPr sz="8000" b="1">
                <a:solidFill>
                  <a:schemeClr val="dk1"/>
                </a:solidFill>
              </a:defRPr>
            </a:lvl8pPr>
            <a:lvl9pPr lvl="8" algn="ctr" rtl="0">
              <a:spcBef>
                <a:spcPts val="0"/>
              </a:spcBef>
              <a:spcAft>
                <a:spcPts val="0"/>
              </a:spcAft>
              <a:buClr>
                <a:schemeClr val="dk1"/>
              </a:buClr>
              <a:buSzPts val="8000"/>
              <a:buNone/>
              <a:defRPr sz="8000" b="1">
                <a:solidFill>
                  <a:schemeClr val="dk1"/>
                </a:solidFill>
              </a:defRPr>
            </a:lvl9pPr>
          </a:lstStyle>
          <a:p>
            <a:r>
              <a:t>xx%</a:t>
            </a:r>
          </a:p>
        </p:txBody>
      </p:sp>
      <p:sp>
        <p:nvSpPr>
          <p:cNvPr id="110" name="Google Shape;110;p17"/>
          <p:cNvSpPr txBox="1">
            <a:spLocks noGrp="1"/>
          </p:cNvSpPr>
          <p:nvPr>
            <p:ph type="subTitle" idx="1"/>
          </p:nvPr>
        </p:nvSpPr>
        <p:spPr>
          <a:xfrm flipH="1">
            <a:off x="3198150" y="3293187"/>
            <a:ext cx="2747700" cy="31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111" name="Google Shape;111;p17"/>
          <p:cNvCxnSpPr/>
          <p:nvPr/>
        </p:nvCxnSpPr>
        <p:spPr>
          <a:xfrm>
            <a:off x="6350113" y="-1501125"/>
            <a:ext cx="3757500" cy="4183800"/>
          </a:xfrm>
          <a:prstGeom prst="straightConnector1">
            <a:avLst/>
          </a:prstGeom>
          <a:noFill/>
          <a:ln w="19050" cap="flat" cmpd="sng">
            <a:solidFill>
              <a:schemeClr val="dk1"/>
            </a:solidFill>
            <a:prstDash val="solid"/>
            <a:round/>
            <a:headEnd type="none" w="med" len="med"/>
            <a:tailEnd type="none" w="med" len="med"/>
          </a:ln>
        </p:spPr>
      </p:cxnSp>
      <p:sp>
        <p:nvSpPr>
          <p:cNvPr id="112" name="Google Shape;112;p17"/>
          <p:cNvSpPr/>
          <p:nvPr/>
        </p:nvSpPr>
        <p:spPr>
          <a:xfrm>
            <a:off x="-64200" y="3825775"/>
            <a:ext cx="1296000" cy="138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p:nvPr/>
        </p:nvSpPr>
        <p:spPr>
          <a:xfrm>
            <a:off x="5258900" y="-237925"/>
            <a:ext cx="11403900" cy="58443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7"/>
          <p:cNvSpPr/>
          <p:nvPr/>
        </p:nvSpPr>
        <p:spPr>
          <a:xfrm rot="10800000">
            <a:off x="-5389050" y="-2161975"/>
            <a:ext cx="11403900" cy="58443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7"/>
          <p:cNvSpPr/>
          <p:nvPr/>
        </p:nvSpPr>
        <p:spPr>
          <a:xfrm>
            <a:off x="5211275" y="3863525"/>
            <a:ext cx="2907300" cy="14901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7"/>
          <p:cNvSpPr/>
          <p:nvPr/>
        </p:nvSpPr>
        <p:spPr>
          <a:xfrm rot="10800000">
            <a:off x="1107975" y="-556075"/>
            <a:ext cx="2907300" cy="14901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25">
    <p:bg>
      <p:bgPr>
        <a:solidFill>
          <a:schemeClr val="accent5"/>
        </a:solidFill>
        <a:effectLst/>
      </p:bgPr>
    </p:bg>
    <p:spTree>
      <p:nvGrpSpPr>
        <p:cNvPr id="1" name="Shape 117"/>
        <p:cNvGrpSpPr/>
        <p:nvPr/>
      </p:nvGrpSpPr>
      <p:grpSpPr>
        <a:xfrm>
          <a:off x="0" y="0"/>
          <a:ext cx="0" cy="0"/>
          <a:chOff x="0" y="0"/>
          <a:chExt cx="0" cy="0"/>
        </a:xfrm>
      </p:grpSpPr>
      <p:sp>
        <p:nvSpPr>
          <p:cNvPr id="118" name="Google Shape;118;p18"/>
          <p:cNvSpPr/>
          <p:nvPr/>
        </p:nvSpPr>
        <p:spPr>
          <a:xfrm>
            <a:off x="4796125" y="-217575"/>
            <a:ext cx="4347900" cy="5619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19" name="Google Shape;119;p18"/>
          <p:cNvSpPr txBox="1">
            <a:spLocks noGrp="1"/>
          </p:cNvSpPr>
          <p:nvPr>
            <p:ph type="title"/>
          </p:nvPr>
        </p:nvSpPr>
        <p:spPr>
          <a:xfrm>
            <a:off x="713225" y="1440200"/>
            <a:ext cx="3858900" cy="528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000"/>
              <a:buNone/>
              <a:defRPr sz="3000" b="1">
                <a:solidFill>
                  <a:schemeClr val="dk1"/>
                </a:solidFill>
              </a:defRPr>
            </a:lvl1pPr>
            <a:lvl2pPr lvl="1" rtl="0">
              <a:spcBef>
                <a:spcPts val="0"/>
              </a:spcBef>
              <a:spcAft>
                <a:spcPts val="0"/>
              </a:spcAft>
              <a:buClr>
                <a:schemeClr val="dk1"/>
              </a:buClr>
              <a:buSzPts val="2000"/>
              <a:buNone/>
              <a:defRPr sz="2000" b="1">
                <a:solidFill>
                  <a:schemeClr val="dk1"/>
                </a:solidFill>
              </a:defRPr>
            </a:lvl2pPr>
            <a:lvl3pPr lvl="2" rtl="0">
              <a:spcBef>
                <a:spcPts val="0"/>
              </a:spcBef>
              <a:spcAft>
                <a:spcPts val="0"/>
              </a:spcAft>
              <a:buClr>
                <a:schemeClr val="dk1"/>
              </a:buClr>
              <a:buSzPts val="2000"/>
              <a:buNone/>
              <a:defRPr sz="2000" b="1">
                <a:solidFill>
                  <a:schemeClr val="dk1"/>
                </a:solidFill>
              </a:defRPr>
            </a:lvl3pPr>
            <a:lvl4pPr lvl="3" rtl="0">
              <a:spcBef>
                <a:spcPts val="0"/>
              </a:spcBef>
              <a:spcAft>
                <a:spcPts val="0"/>
              </a:spcAft>
              <a:buClr>
                <a:schemeClr val="dk1"/>
              </a:buClr>
              <a:buSzPts val="2000"/>
              <a:buNone/>
              <a:defRPr sz="2000" b="1">
                <a:solidFill>
                  <a:schemeClr val="dk1"/>
                </a:solidFill>
              </a:defRPr>
            </a:lvl4pPr>
            <a:lvl5pPr lvl="4" rtl="0">
              <a:spcBef>
                <a:spcPts val="0"/>
              </a:spcBef>
              <a:spcAft>
                <a:spcPts val="0"/>
              </a:spcAft>
              <a:buClr>
                <a:schemeClr val="dk1"/>
              </a:buClr>
              <a:buSzPts val="2000"/>
              <a:buNone/>
              <a:defRPr sz="2000" b="1">
                <a:solidFill>
                  <a:schemeClr val="dk1"/>
                </a:solidFill>
              </a:defRPr>
            </a:lvl5pPr>
            <a:lvl6pPr lvl="5" rtl="0">
              <a:spcBef>
                <a:spcPts val="0"/>
              </a:spcBef>
              <a:spcAft>
                <a:spcPts val="0"/>
              </a:spcAft>
              <a:buClr>
                <a:schemeClr val="dk1"/>
              </a:buClr>
              <a:buSzPts val="2000"/>
              <a:buNone/>
              <a:defRPr sz="2000" b="1">
                <a:solidFill>
                  <a:schemeClr val="dk1"/>
                </a:solidFill>
              </a:defRPr>
            </a:lvl6pPr>
            <a:lvl7pPr lvl="6" rtl="0">
              <a:spcBef>
                <a:spcPts val="0"/>
              </a:spcBef>
              <a:spcAft>
                <a:spcPts val="0"/>
              </a:spcAft>
              <a:buClr>
                <a:schemeClr val="dk1"/>
              </a:buClr>
              <a:buSzPts val="2000"/>
              <a:buNone/>
              <a:defRPr sz="2000" b="1">
                <a:solidFill>
                  <a:schemeClr val="dk1"/>
                </a:solidFill>
              </a:defRPr>
            </a:lvl7pPr>
            <a:lvl8pPr lvl="7" rtl="0">
              <a:spcBef>
                <a:spcPts val="0"/>
              </a:spcBef>
              <a:spcAft>
                <a:spcPts val="0"/>
              </a:spcAft>
              <a:buClr>
                <a:schemeClr val="dk1"/>
              </a:buClr>
              <a:buSzPts val="2000"/>
              <a:buNone/>
              <a:defRPr sz="2000" b="1">
                <a:solidFill>
                  <a:schemeClr val="dk1"/>
                </a:solidFill>
              </a:defRPr>
            </a:lvl8pPr>
            <a:lvl9pPr lvl="8" rtl="0">
              <a:spcBef>
                <a:spcPts val="0"/>
              </a:spcBef>
              <a:spcAft>
                <a:spcPts val="0"/>
              </a:spcAft>
              <a:buClr>
                <a:schemeClr val="dk1"/>
              </a:buClr>
              <a:buSzPts val="2000"/>
              <a:buNone/>
              <a:defRPr sz="2000" b="1">
                <a:solidFill>
                  <a:schemeClr val="dk1"/>
                </a:solidFill>
              </a:defRPr>
            </a:lvl9pPr>
          </a:lstStyle>
          <a:p>
            <a:endParaRPr/>
          </a:p>
        </p:txBody>
      </p:sp>
      <p:sp>
        <p:nvSpPr>
          <p:cNvPr id="120" name="Google Shape;120;p18"/>
          <p:cNvSpPr txBox="1">
            <a:spLocks noGrp="1"/>
          </p:cNvSpPr>
          <p:nvPr>
            <p:ph type="subTitle" idx="1"/>
          </p:nvPr>
        </p:nvSpPr>
        <p:spPr>
          <a:xfrm>
            <a:off x="713225" y="2263300"/>
            <a:ext cx="3400800" cy="131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sz="1400">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spcBef>
                <a:spcPts val="1600"/>
              </a:spcBef>
              <a:spcAft>
                <a:spcPts val="160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21" name="Google Shape;121;p18"/>
          <p:cNvSpPr/>
          <p:nvPr/>
        </p:nvSpPr>
        <p:spPr>
          <a:xfrm>
            <a:off x="842850" y="539500"/>
            <a:ext cx="800100" cy="857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21">
    <p:bg>
      <p:bgPr>
        <a:solidFill>
          <a:schemeClr val="accent5"/>
        </a:solidFill>
        <a:effectLst/>
      </p:bgPr>
    </p:bg>
    <p:spTree>
      <p:nvGrpSpPr>
        <p:cNvPr id="1" name="Shape 122"/>
        <p:cNvGrpSpPr/>
        <p:nvPr/>
      </p:nvGrpSpPr>
      <p:grpSpPr>
        <a:xfrm>
          <a:off x="0" y="0"/>
          <a:ext cx="0" cy="0"/>
          <a:chOff x="0" y="0"/>
          <a:chExt cx="0" cy="0"/>
        </a:xfrm>
      </p:grpSpPr>
      <p:sp>
        <p:nvSpPr>
          <p:cNvPr id="123" name="Google Shape;123;p19"/>
          <p:cNvSpPr/>
          <p:nvPr/>
        </p:nvSpPr>
        <p:spPr>
          <a:xfrm>
            <a:off x="1348225" y="695250"/>
            <a:ext cx="6572100" cy="3753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9"/>
          <p:cNvSpPr/>
          <p:nvPr/>
        </p:nvSpPr>
        <p:spPr>
          <a:xfrm rot="10800000">
            <a:off x="3133650" y="-22775"/>
            <a:ext cx="2876700" cy="1295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9"/>
          <p:cNvSpPr txBox="1">
            <a:spLocks noGrp="1"/>
          </p:cNvSpPr>
          <p:nvPr>
            <p:ph type="body" idx="1"/>
          </p:nvPr>
        </p:nvSpPr>
        <p:spPr>
          <a:xfrm>
            <a:off x="2517475" y="2351960"/>
            <a:ext cx="4109100" cy="14841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Clr>
                <a:srgbClr val="000000"/>
              </a:buClr>
              <a:buSzPts val="15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298450" algn="just" rtl="0">
              <a:spcBef>
                <a:spcPts val="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298450" algn="just" rtl="0">
              <a:spcBef>
                <a:spcPts val="1600"/>
              </a:spcBef>
              <a:spcAft>
                <a:spcPts val="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298450" algn="just" rtl="0">
              <a:spcBef>
                <a:spcPts val="1600"/>
              </a:spcBef>
              <a:spcAft>
                <a:spcPts val="1600"/>
              </a:spcAft>
              <a:buClr>
                <a:srgbClr val="000000"/>
              </a:buClr>
              <a:buSzPts val="1100"/>
              <a:buFont typeface="Montserrat"/>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26" name="Google Shape;126;p19"/>
          <p:cNvSpPr txBox="1">
            <a:spLocks noGrp="1"/>
          </p:cNvSpPr>
          <p:nvPr>
            <p:ph type="title"/>
          </p:nvPr>
        </p:nvSpPr>
        <p:spPr>
          <a:xfrm>
            <a:off x="1687950" y="1521325"/>
            <a:ext cx="57681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5">
    <p:bg>
      <p:bgPr>
        <a:solidFill>
          <a:schemeClr val="accent5"/>
        </a:solidFill>
        <a:effectLst/>
      </p:bgPr>
    </p:bg>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862450" y="3418086"/>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129" name="Google Shape;129;p20"/>
          <p:cNvSpPr txBox="1">
            <a:spLocks noGrp="1"/>
          </p:cNvSpPr>
          <p:nvPr>
            <p:ph type="subTitle" idx="1"/>
          </p:nvPr>
        </p:nvSpPr>
        <p:spPr>
          <a:xfrm>
            <a:off x="424450" y="3659411"/>
            <a:ext cx="2639700" cy="7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30" name="Google Shape;130;p20"/>
          <p:cNvSpPr txBox="1">
            <a:spLocks noGrp="1"/>
          </p:cNvSpPr>
          <p:nvPr>
            <p:ph type="title" idx="2"/>
          </p:nvPr>
        </p:nvSpPr>
        <p:spPr>
          <a:xfrm>
            <a:off x="6525755" y="3418086"/>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131" name="Google Shape;131;p20"/>
          <p:cNvSpPr txBox="1">
            <a:spLocks noGrp="1"/>
          </p:cNvSpPr>
          <p:nvPr>
            <p:ph type="subTitle" idx="3"/>
          </p:nvPr>
        </p:nvSpPr>
        <p:spPr>
          <a:xfrm>
            <a:off x="6087751" y="3659411"/>
            <a:ext cx="2639700" cy="7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32" name="Google Shape;132;p20"/>
          <p:cNvSpPr txBox="1">
            <a:spLocks noGrp="1"/>
          </p:cNvSpPr>
          <p:nvPr>
            <p:ph type="title" idx="4"/>
          </p:nvPr>
        </p:nvSpPr>
        <p:spPr>
          <a:xfrm>
            <a:off x="3690150" y="3418086"/>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133" name="Google Shape;133;p20"/>
          <p:cNvSpPr txBox="1">
            <a:spLocks noGrp="1"/>
          </p:cNvSpPr>
          <p:nvPr>
            <p:ph type="subTitle" idx="5"/>
          </p:nvPr>
        </p:nvSpPr>
        <p:spPr>
          <a:xfrm>
            <a:off x="3252148" y="3659411"/>
            <a:ext cx="2639700" cy="7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34" name="Google Shape;134;p20"/>
          <p:cNvSpPr txBox="1">
            <a:spLocks noGrp="1"/>
          </p:cNvSpPr>
          <p:nvPr>
            <p:ph type="title" idx="6"/>
          </p:nvPr>
        </p:nvSpPr>
        <p:spPr>
          <a:xfrm>
            <a:off x="1687950" y="530725"/>
            <a:ext cx="57681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30">
    <p:bg>
      <p:bgPr>
        <a:solidFill>
          <a:schemeClr val="accent5"/>
        </a:solidFill>
        <a:effectLst/>
      </p:bgPr>
    </p:bg>
    <p:spTree>
      <p:nvGrpSpPr>
        <p:cNvPr id="1" name="Shape 135"/>
        <p:cNvGrpSpPr/>
        <p:nvPr/>
      </p:nvGrpSpPr>
      <p:grpSpPr>
        <a:xfrm>
          <a:off x="0" y="0"/>
          <a:ext cx="0" cy="0"/>
          <a:chOff x="0" y="0"/>
          <a:chExt cx="0" cy="0"/>
        </a:xfrm>
      </p:grpSpPr>
      <p:sp>
        <p:nvSpPr>
          <p:cNvPr id="136" name="Google Shape;136;p21"/>
          <p:cNvSpPr/>
          <p:nvPr/>
        </p:nvSpPr>
        <p:spPr>
          <a:xfrm rot="-5400000">
            <a:off x="5236050" y="1293550"/>
            <a:ext cx="3924900" cy="3891000"/>
          </a:xfrm>
          <a:prstGeom prst="rtTriangle">
            <a:avLst/>
          </a:prstGeom>
          <a:solidFill>
            <a:srgbClr val="686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1"/>
          <p:cNvSpPr/>
          <p:nvPr/>
        </p:nvSpPr>
        <p:spPr>
          <a:xfrm rot="10800000" flipH="1">
            <a:off x="37875" y="150"/>
            <a:ext cx="9106200" cy="4469700"/>
          </a:xfrm>
          <a:prstGeom prst="triangle">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1"/>
          <p:cNvSpPr/>
          <p:nvPr/>
        </p:nvSpPr>
        <p:spPr>
          <a:xfrm flipH="1">
            <a:off x="3580800" y="1387275"/>
            <a:ext cx="9554400" cy="4859700"/>
          </a:xfrm>
          <a:prstGeom prst="triangle">
            <a:avLst>
              <a:gd name="adj" fmla="val 49428"/>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1"/>
          <p:cNvSpPr txBox="1">
            <a:spLocks noGrp="1"/>
          </p:cNvSpPr>
          <p:nvPr>
            <p:ph type="ctrTitle"/>
          </p:nvPr>
        </p:nvSpPr>
        <p:spPr>
          <a:xfrm>
            <a:off x="1690800" y="1232050"/>
            <a:ext cx="5762400" cy="585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8000"/>
              <a:buNone/>
              <a:defRPr sz="3000" b="1">
                <a:solidFill>
                  <a:schemeClr val="dk1"/>
                </a:solidFill>
              </a:defRPr>
            </a:lvl1pPr>
            <a:lvl2pPr lvl="1" algn="ctr" rtl="0">
              <a:spcBef>
                <a:spcPts val="0"/>
              </a:spcBef>
              <a:spcAft>
                <a:spcPts val="0"/>
              </a:spcAft>
              <a:buClr>
                <a:schemeClr val="dk1"/>
              </a:buClr>
              <a:buSzPts val="8000"/>
              <a:buNone/>
              <a:defRPr sz="8000" b="1">
                <a:solidFill>
                  <a:schemeClr val="dk1"/>
                </a:solidFill>
              </a:defRPr>
            </a:lvl2pPr>
            <a:lvl3pPr lvl="2" algn="ctr" rtl="0">
              <a:spcBef>
                <a:spcPts val="0"/>
              </a:spcBef>
              <a:spcAft>
                <a:spcPts val="0"/>
              </a:spcAft>
              <a:buClr>
                <a:schemeClr val="dk1"/>
              </a:buClr>
              <a:buSzPts val="8000"/>
              <a:buNone/>
              <a:defRPr sz="8000" b="1">
                <a:solidFill>
                  <a:schemeClr val="dk1"/>
                </a:solidFill>
              </a:defRPr>
            </a:lvl3pPr>
            <a:lvl4pPr lvl="3" algn="ctr" rtl="0">
              <a:spcBef>
                <a:spcPts val="0"/>
              </a:spcBef>
              <a:spcAft>
                <a:spcPts val="0"/>
              </a:spcAft>
              <a:buClr>
                <a:schemeClr val="dk1"/>
              </a:buClr>
              <a:buSzPts val="8000"/>
              <a:buNone/>
              <a:defRPr sz="8000" b="1">
                <a:solidFill>
                  <a:schemeClr val="dk1"/>
                </a:solidFill>
              </a:defRPr>
            </a:lvl4pPr>
            <a:lvl5pPr lvl="4" algn="ctr" rtl="0">
              <a:spcBef>
                <a:spcPts val="0"/>
              </a:spcBef>
              <a:spcAft>
                <a:spcPts val="0"/>
              </a:spcAft>
              <a:buClr>
                <a:schemeClr val="dk1"/>
              </a:buClr>
              <a:buSzPts val="8000"/>
              <a:buNone/>
              <a:defRPr sz="8000" b="1">
                <a:solidFill>
                  <a:schemeClr val="dk1"/>
                </a:solidFill>
              </a:defRPr>
            </a:lvl5pPr>
            <a:lvl6pPr lvl="5" algn="ctr" rtl="0">
              <a:spcBef>
                <a:spcPts val="0"/>
              </a:spcBef>
              <a:spcAft>
                <a:spcPts val="0"/>
              </a:spcAft>
              <a:buClr>
                <a:schemeClr val="dk1"/>
              </a:buClr>
              <a:buSzPts val="8000"/>
              <a:buNone/>
              <a:defRPr sz="8000" b="1">
                <a:solidFill>
                  <a:schemeClr val="dk1"/>
                </a:solidFill>
              </a:defRPr>
            </a:lvl6pPr>
            <a:lvl7pPr lvl="6" algn="ctr" rtl="0">
              <a:spcBef>
                <a:spcPts val="0"/>
              </a:spcBef>
              <a:spcAft>
                <a:spcPts val="0"/>
              </a:spcAft>
              <a:buClr>
                <a:schemeClr val="dk1"/>
              </a:buClr>
              <a:buSzPts val="8000"/>
              <a:buNone/>
              <a:defRPr sz="8000" b="1">
                <a:solidFill>
                  <a:schemeClr val="dk1"/>
                </a:solidFill>
              </a:defRPr>
            </a:lvl7pPr>
            <a:lvl8pPr lvl="7" algn="ctr" rtl="0">
              <a:spcBef>
                <a:spcPts val="0"/>
              </a:spcBef>
              <a:spcAft>
                <a:spcPts val="0"/>
              </a:spcAft>
              <a:buClr>
                <a:schemeClr val="dk1"/>
              </a:buClr>
              <a:buSzPts val="8000"/>
              <a:buNone/>
              <a:defRPr sz="8000" b="1">
                <a:solidFill>
                  <a:schemeClr val="dk1"/>
                </a:solidFill>
              </a:defRPr>
            </a:lvl8pPr>
            <a:lvl9pPr lvl="8" algn="ctr" rtl="0">
              <a:spcBef>
                <a:spcPts val="0"/>
              </a:spcBef>
              <a:spcAft>
                <a:spcPts val="0"/>
              </a:spcAft>
              <a:buClr>
                <a:schemeClr val="dk1"/>
              </a:buClr>
              <a:buSzPts val="8000"/>
              <a:buNone/>
              <a:defRPr sz="8000" b="1">
                <a:solidFill>
                  <a:schemeClr val="dk1"/>
                </a:solidFill>
              </a:defRPr>
            </a:lvl9pPr>
          </a:lstStyle>
          <a:p>
            <a:endParaRPr/>
          </a:p>
        </p:txBody>
      </p:sp>
      <p:sp>
        <p:nvSpPr>
          <p:cNvPr id="140" name="Google Shape;140;p21"/>
          <p:cNvSpPr txBox="1">
            <a:spLocks noGrp="1"/>
          </p:cNvSpPr>
          <p:nvPr>
            <p:ph type="subTitle" idx="1"/>
          </p:nvPr>
        </p:nvSpPr>
        <p:spPr>
          <a:xfrm>
            <a:off x="3058800" y="1873367"/>
            <a:ext cx="3026400" cy="99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5">
  <p:cSld name="CUSTOM_30_1">
    <p:bg>
      <p:bgPr>
        <a:solidFill>
          <a:schemeClr val="accent6"/>
        </a:solidFill>
        <a:effectLst/>
      </p:bgPr>
    </p:bg>
    <p:spTree>
      <p:nvGrpSpPr>
        <p:cNvPr id="1" name="Shape 141"/>
        <p:cNvGrpSpPr/>
        <p:nvPr/>
      </p:nvGrpSpPr>
      <p:grpSpPr>
        <a:xfrm>
          <a:off x="0" y="0"/>
          <a:ext cx="0" cy="0"/>
          <a:chOff x="0" y="0"/>
          <a:chExt cx="0" cy="0"/>
        </a:xfrm>
      </p:grpSpPr>
      <p:sp>
        <p:nvSpPr>
          <p:cNvPr id="142" name="Google Shape;142;p22"/>
          <p:cNvSpPr/>
          <p:nvPr/>
        </p:nvSpPr>
        <p:spPr>
          <a:xfrm rot="5400000">
            <a:off x="-3440300" y="-797850"/>
            <a:ext cx="13257600" cy="67392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p:nvPr/>
        </p:nvSpPr>
        <p:spPr>
          <a:xfrm rot="-5400000">
            <a:off x="4398975" y="-370300"/>
            <a:ext cx="5766000" cy="55911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2"/>
          <p:cNvSpPr txBox="1">
            <a:spLocks noGrp="1"/>
          </p:cNvSpPr>
          <p:nvPr>
            <p:ph type="ctrTitle"/>
          </p:nvPr>
        </p:nvSpPr>
        <p:spPr>
          <a:xfrm>
            <a:off x="713225" y="1672475"/>
            <a:ext cx="3026400" cy="585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8000"/>
              <a:buNone/>
              <a:defRPr sz="3000" b="1">
                <a:solidFill>
                  <a:schemeClr val="lt1"/>
                </a:solidFill>
              </a:defRPr>
            </a:lvl1pPr>
            <a:lvl2pPr lvl="1" algn="ctr" rtl="0">
              <a:spcBef>
                <a:spcPts val="0"/>
              </a:spcBef>
              <a:spcAft>
                <a:spcPts val="0"/>
              </a:spcAft>
              <a:buClr>
                <a:schemeClr val="lt1"/>
              </a:buClr>
              <a:buSzPts val="8000"/>
              <a:buNone/>
              <a:defRPr sz="8000" b="1">
                <a:solidFill>
                  <a:schemeClr val="lt1"/>
                </a:solidFill>
              </a:defRPr>
            </a:lvl2pPr>
            <a:lvl3pPr lvl="2" algn="ctr" rtl="0">
              <a:spcBef>
                <a:spcPts val="0"/>
              </a:spcBef>
              <a:spcAft>
                <a:spcPts val="0"/>
              </a:spcAft>
              <a:buClr>
                <a:schemeClr val="lt1"/>
              </a:buClr>
              <a:buSzPts val="8000"/>
              <a:buNone/>
              <a:defRPr sz="8000" b="1">
                <a:solidFill>
                  <a:schemeClr val="lt1"/>
                </a:solidFill>
              </a:defRPr>
            </a:lvl3pPr>
            <a:lvl4pPr lvl="3" algn="ctr" rtl="0">
              <a:spcBef>
                <a:spcPts val="0"/>
              </a:spcBef>
              <a:spcAft>
                <a:spcPts val="0"/>
              </a:spcAft>
              <a:buClr>
                <a:schemeClr val="lt1"/>
              </a:buClr>
              <a:buSzPts val="8000"/>
              <a:buNone/>
              <a:defRPr sz="8000" b="1">
                <a:solidFill>
                  <a:schemeClr val="lt1"/>
                </a:solidFill>
              </a:defRPr>
            </a:lvl4pPr>
            <a:lvl5pPr lvl="4" algn="ctr" rtl="0">
              <a:spcBef>
                <a:spcPts val="0"/>
              </a:spcBef>
              <a:spcAft>
                <a:spcPts val="0"/>
              </a:spcAft>
              <a:buClr>
                <a:schemeClr val="lt1"/>
              </a:buClr>
              <a:buSzPts val="8000"/>
              <a:buNone/>
              <a:defRPr sz="8000" b="1">
                <a:solidFill>
                  <a:schemeClr val="lt1"/>
                </a:solidFill>
              </a:defRPr>
            </a:lvl5pPr>
            <a:lvl6pPr lvl="5" algn="ctr" rtl="0">
              <a:spcBef>
                <a:spcPts val="0"/>
              </a:spcBef>
              <a:spcAft>
                <a:spcPts val="0"/>
              </a:spcAft>
              <a:buClr>
                <a:schemeClr val="lt1"/>
              </a:buClr>
              <a:buSzPts val="8000"/>
              <a:buNone/>
              <a:defRPr sz="8000" b="1">
                <a:solidFill>
                  <a:schemeClr val="lt1"/>
                </a:solidFill>
              </a:defRPr>
            </a:lvl6pPr>
            <a:lvl7pPr lvl="6" algn="ctr" rtl="0">
              <a:spcBef>
                <a:spcPts val="0"/>
              </a:spcBef>
              <a:spcAft>
                <a:spcPts val="0"/>
              </a:spcAft>
              <a:buClr>
                <a:schemeClr val="lt1"/>
              </a:buClr>
              <a:buSzPts val="8000"/>
              <a:buNone/>
              <a:defRPr sz="8000" b="1">
                <a:solidFill>
                  <a:schemeClr val="lt1"/>
                </a:solidFill>
              </a:defRPr>
            </a:lvl7pPr>
            <a:lvl8pPr lvl="7" algn="ctr" rtl="0">
              <a:spcBef>
                <a:spcPts val="0"/>
              </a:spcBef>
              <a:spcAft>
                <a:spcPts val="0"/>
              </a:spcAft>
              <a:buClr>
                <a:schemeClr val="lt1"/>
              </a:buClr>
              <a:buSzPts val="8000"/>
              <a:buNone/>
              <a:defRPr sz="8000" b="1">
                <a:solidFill>
                  <a:schemeClr val="lt1"/>
                </a:solidFill>
              </a:defRPr>
            </a:lvl8pPr>
            <a:lvl9pPr lvl="8" algn="ctr" rtl="0">
              <a:spcBef>
                <a:spcPts val="0"/>
              </a:spcBef>
              <a:spcAft>
                <a:spcPts val="0"/>
              </a:spcAft>
              <a:buClr>
                <a:schemeClr val="lt1"/>
              </a:buClr>
              <a:buSzPts val="8000"/>
              <a:buNone/>
              <a:defRPr sz="8000" b="1">
                <a:solidFill>
                  <a:schemeClr val="lt1"/>
                </a:solidFill>
              </a:defRPr>
            </a:lvl9pPr>
          </a:lstStyle>
          <a:p>
            <a:endParaRPr/>
          </a:p>
        </p:txBody>
      </p:sp>
      <p:sp>
        <p:nvSpPr>
          <p:cNvPr id="145" name="Google Shape;145;p22"/>
          <p:cNvSpPr txBox="1">
            <a:spLocks noGrp="1"/>
          </p:cNvSpPr>
          <p:nvPr>
            <p:ph type="subTitle" idx="1"/>
          </p:nvPr>
        </p:nvSpPr>
        <p:spPr>
          <a:xfrm>
            <a:off x="713225" y="2472004"/>
            <a:ext cx="3026400" cy="99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46" name="Google Shape;146;p22"/>
          <p:cNvSpPr/>
          <p:nvPr/>
        </p:nvSpPr>
        <p:spPr>
          <a:xfrm rot="-2700000">
            <a:off x="4008372" y="-4515765"/>
            <a:ext cx="5766173" cy="5590952"/>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 name="Google Shape;147;p22"/>
          <p:cNvCxnSpPr/>
          <p:nvPr/>
        </p:nvCxnSpPr>
        <p:spPr>
          <a:xfrm rot="10800000" flipH="1">
            <a:off x="4562550" y="-204075"/>
            <a:ext cx="6010200" cy="61818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6">
  <p:cSld name="ONE_COLUMN_TEXT_1">
    <p:bg>
      <p:bgPr>
        <a:solidFill>
          <a:schemeClr val="accent5"/>
        </a:solidFill>
        <a:effectLst/>
      </p:bgPr>
    </p:bg>
    <p:spTree>
      <p:nvGrpSpPr>
        <p:cNvPr id="1" name="Shape 148"/>
        <p:cNvGrpSpPr/>
        <p:nvPr/>
      </p:nvGrpSpPr>
      <p:grpSpPr>
        <a:xfrm>
          <a:off x="0" y="0"/>
          <a:ext cx="0" cy="0"/>
          <a:chOff x="0" y="0"/>
          <a:chExt cx="0" cy="0"/>
        </a:xfrm>
      </p:grpSpPr>
      <p:sp>
        <p:nvSpPr>
          <p:cNvPr id="149" name="Google Shape;149;p23"/>
          <p:cNvSpPr txBox="1">
            <a:spLocks noGrp="1"/>
          </p:cNvSpPr>
          <p:nvPr>
            <p:ph type="body" idx="1"/>
          </p:nvPr>
        </p:nvSpPr>
        <p:spPr>
          <a:xfrm>
            <a:off x="4039975" y="2245288"/>
            <a:ext cx="4390800" cy="652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rtl="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50" name="Google Shape;150;p23"/>
          <p:cNvSpPr txBox="1">
            <a:spLocks noGrp="1"/>
          </p:cNvSpPr>
          <p:nvPr>
            <p:ph type="title"/>
          </p:nvPr>
        </p:nvSpPr>
        <p:spPr>
          <a:xfrm>
            <a:off x="4168000" y="963075"/>
            <a:ext cx="4262700" cy="9630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700"/>
              <a:buNone/>
              <a:defRPr sz="3000" b="1">
                <a:solidFill>
                  <a:schemeClr val="lt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7">
  <p:cSld name="CUSTOM_25_1">
    <p:bg>
      <p:bgPr>
        <a:solidFill>
          <a:schemeClr val="accent5"/>
        </a:solidFill>
        <a:effectLst/>
      </p:bgPr>
    </p:bg>
    <p:spTree>
      <p:nvGrpSpPr>
        <p:cNvPr id="1" name="Shape 151"/>
        <p:cNvGrpSpPr/>
        <p:nvPr/>
      </p:nvGrpSpPr>
      <p:grpSpPr>
        <a:xfrm>
          <a:off x="0" y="0"/>
          <a:ext cx="0" cy="0"/>
          <a:chOff x="0" y="0"/>
          <a:chExt cx="0" cy="0"/>
        </a:xfrm>
      </p:grpSpPr>
      <p:sp>
        <p:nvSpPr>
          <p:cNvPr id="152" name="Google Shape;152;p24"/>
          <p:cNvSpPr/>
          <p:nvPr/>
        </p:nvSpPr>
        <p:spPr>
          <a:xfrm>
            <a:off x="0" y="0"/>
            <a:ext cx="4347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3" name="Google Shape;153;p24"/>
          <p:cNvSpPr txBox="1">
            <a:spLocks noGrp="1"/>
          </p:cNvSpPr>
          <p:nvPr>
            <p:ph type="title"/>
          </p:nvPr>
        </p:nvSpPr>
        <p:spPr>
          <a:xfrm>
            <a:off x="5024185" y="1440200"/>
            <a:ext cx="3400800" cy="528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Clr>
                <a:schemeClr val="dk1"/>
              </a:buClr>
              <a:buSzPts val="3000"/>
              <a:buNone/>
              <a:defRPr sz="3000" b="1">
                <a:solidFill>
                  <a:schemeClr val="dk1"/>
                </a:solidFill>
              </a:defRPr>
            </a:lvl1pPr>
            <a:lvl2pPr lvl="1" rtl="0">
              <a:spcBef>
                <a:spcPts val="0"/>
              </a:spcBef>
              <a:spcAft>
                <a:spcPts val="0"/>
              </a:spcAft>
              <a:buClr>
                <a:schemeClr val="dk1"/>
              </a:buClr>
              <a:buSzPts val="2000"/>
              <a:buNone/>
              <a:defRPr sz="2000" b="1">
                <a:solidFill>
                  <a:schemeClr val="dk1"/>
                </a:solidFill>
              </a:defRPr>
            </a:lvl2pPr>
            <a:lvl3pPr lvl="2" rtl="0">
              <a:spcBef>
                <a:spcPts val="0"/>
              </a:spcBef>
              <a:spcAft>
                <a:spcPts val="0"/>
              </a:spcAft>
              <a:buClr>
                <a:schemeClr val="dk1"/>
              </a:buClr>
              <a:buSzPts val="2000"/>
              <a:buNone/>
              <a:defRPr sz="2000" b="1">
                <a:solidFill>
                  <a:schemeClr val="dk1"/>
                </a:solidFill>
              </a:defRPr>
            </a:lvl3pPr>
            <a:lvl4pPr lvl="3" rtl="0">
              <a:spcBef>
                <a:spcPts val="0"/>
              </a:spcBef>
              <a:spcAft>
                <a:spcPts val="0"/>
              </a:spcAft>
              <a:buClr>
                <a:schemeClr val="dk1"/>
              </a:buClr>
              <a:buSzPts val="2000"/>
              <a:buNone/>
              <a:defRPr sz="2000" b="1">
                <a:solidFill>
                  <a:schemeClr val="dk1"/>
                </a:solidFill>
              </a:defRPr>
            </a:lvl4pPr>
            <a:lvl5pPr lvl="4" rtl="0">
              <a:spcBef>
                <a:spcPts val="0"/>
              </a:spcBef>
              <a:spcAft>
                <a:spcPts val="0"/>
              </a:spcAft>
              <a:buClr>
                <a:schemeClr val="dk1"/>
              </a:buClr>
              <a:buSzPts val="2000"/>
              <a:buNone/>
              <a:defRPr sz="2000" b="1">
                <a:solidFill>
                  <a:schemeClr val="dk1"/>
                </a:solidFill>
              </a:defRPr>
            </a:lvl5pPr>
            <a:lvl6pPr lvl="5" rtl="0">
              <a:spcBef>
                <a:spcPts val="0"/>
              </a:spcBef>
              <a:spcAft>
                <a:spcPts val="0"/>
              </a:spcAft>
              <a:buClr>
                <a:schemeClr val="dk1"/>
              </a:buClr>
              <a:buSzPts val="2000"/>
              <a:buNone/>
              <a:defRPr sz="2000" b="1">
                <a:solidFill>
                  <a:schemeClr val="dk1"/>
                </a:solidFill>
              </a:defRPr>
            </a:lvl6pPr>
            <a:lvl7pPr lvl="6" rtl="0">
              <a:spcBef>
                <a:spcPts val="0"/>
              </a:spcBef>
              <a:spcAft>
                <a:spcPts val="0"/>
              </a:spcAft>
              <a:buClr>
                <a:schemeClr val="dk1"/>
              </a:buClr>
              <a:buSzPts val="2000"/>
              <a:buNone/>
              <a:defRPr sz="2000" b="1">
                <a:solidFill>
                  <a:schemeClr val="dk1"/>
                </a:solidFill>
              </a:defRPr>
            </a:lvl7pPr>
            <a:lvl8pPr lvl="7" rtl="0">
              <a:spcBef>
                <a:spcPts val="0"/>
              </a:spcBef>
              <a:spcAft>
                <a:spcPts val="0"/>
              </a:spcAft>
              <a:buClr>
                <a:schemeClr val="dk1"/>
              </a:buClr>
              <a:buSzPts val="2000"/>
              <a:buNone/>
              <a:defRPr sz="2000" b="1">
                <a:solidFill>
                  <a:schemeClr val="dk1"/>
                </a:solidFill>
              </a:defRPr>
            </a:lvl8pPr>
            <a:lvl9pPr lvl="8" rtl="0">
              <a:spcBef>
                <a:spcPts val="0"/>
              </a:spcBef>
              <a:spcAft>
                <a:spcPts val="0"/>
              </a:spcAft>
              <a:buClr>
                <a:schemeClr val="dk1"/>
              </a:buClr>
              <a:buSzPts val="2000"/>
              <a:buNone/>
              <a:defRPr sz="2000" b="1">
                <a:solidFill>
                  <a:schemeClr val="dk1"/>
                </a:solidFill>
              </a:defRPr>
            </a:lvl9pPr>
          </a:lstStyle>
          <a:p>
            <a:endParaRPr/>
          </a:p>
        </p:txBody>
      </p:sp>
      <p:sp>
        <p:nvSpPr>
          <p:cNvPr id="154" name="Google Shape;154;p24"/>
          <p:cNvSpPr txBox="1">
            <a:spLocks noGrp="1"/>
          </p:cNvSpPr>
          <p:nvPr>
            <p:ph type="subTitle" idx="1"/>
          </p:nvPr>
        </p:nvSpPr>
        <p:spPr>
          <a:xfrm>
            <a:off x="5024185" y="2263300"/>
            <a:ext cx="3400800" cy="1317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Font typeface="Didact Gothic" panose="00000500000000000000"/>
              <a:buNone/>
              <a:defRPr sz="1400">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spcBef>
                <a:spcPts val="1600"/>
              </a:spcBef>
              <a:spcAft>
                <a:spcPts val="160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8">
  <p:cSld name="CUSTOM_21_1">
    <p:bg>
      <p:bgPr>
        <a:solidFill>
          <a:schemeClr val="dk1"/>
        </a:solidFill>
        <a:effectLst/>
      </p:bgPr>
    </p:bg>
    <p:spTree>
      <p:nvGrpSpPr>
        <p:cNvPr id="1" name="Shape 155"/>
        <p:cNvGrpSpPr/>
        <p:nvPr/>
      </p:nvGrpSpPr>
      <p:grpSpPr>
        <a:xfrm>
          <a:off x="0" y="0"/>
          <a:ext cx="0" cy="0"/>
          <a:chOff x="0" y="0"/>
          <a:chExt cx="0" cy="0"/>
        </a:xfrm>
      </p:grpSpPr>
      <p:sp>
        <p:nvSpPr>
          <p:cNvPr id="156" name="Google Shape;156;p25"/>
          <p:cNvSpPr txBox="1">
            <a:spLocks noGrp="1"/>
          </p:cNvSpPr>
          <p:nvPr>
            <p:ph type="body" idx="1"/>
          </p:nvPr>
        </p:nvSpPr>
        <p:spPr>
          <a:xfrm>
            <a:off x="713225" y="2347842"/>
            <a:ext cx="4109100" cy="14475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Clr>
                <a:srgbClr val="000000"/>
              </a:buClr>
              <a:buSzPts val="15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298450" rtl="0">
              <a:spcBef>
                <a:spcPts val="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marL="1371600" lvl="2"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marL="1828800" lvl="3"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marL="2286000" lvl="4"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marL="2743200" lvl="5"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marL="3200400" lvl="6"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marL="3657600" lvl="7"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marL="4114800" lvl="8" indent="-298450" rtl="0">
              <a:spcBef>
                <a:spcPts val="1600"/>
              </a:spcBef>
              <a:spcAft>
                <a:spcPts val="160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57" name="Google Shape;157;p25"/>
          <p:cNvSpPr txBox="1">
            <a:spLocks noGrp="1"/>
          </p:cNvSpPr>
          <p:nvPr>
            <p:ph type="title"/>
          </p:nvPr>
        </p:nvSpPr>
        <p:spPr>
          <a:xfrm>
            <a:off x="713225" y="1521325"/>
            <a:ext cx="41091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700"/>
              <a:buNone/>
              <a:defRPr sz="3000" b="1">
                <a:solidFill>
                  <a:schemeClr val="lt1"/>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
        <p:nvSpPr>
          <p:cNvPr id="158" name="Google Shape;158;p25"/>
          <p:cNvSpPr/>
          <p:nvPr/>
        </p:nvSpPr>
        <p:spPr>
          <a:xfrm rot="5400000">
            <a:off x="-761012" y="-790512"/>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59" name="Google Shape;159;p25"/>
          <p:cNvSpPr/>
          <p:nvPr/>
        </p:nvSpPr>
        <p:spPr>
          <a:xfrm rot="5400000">
            <a:off x="-856262" y="-1009587"/>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0" name="Google Shape;160;p25"/>
          <p:cNvSpPr/>
          <p:nvPr/>
        </p:nvSpPr>
        <p:spPr>
          <a:xfrm rot="-5400000">
            <a:off x="2896850" y="288000"/>
            <a:ext cx="10141200" cy="45675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9">
  <p:cSld name="CUSTOM_21_1_1">
    <p:bg>
      <p:bgPr>
        <a:solidFill>
          <a:schemeClr val="accent6"/>
        </a:solidFill>
        <a:effectLst/>
      </p:bgPr>
    </p:bg>
    <p:spTree>
      <p:nvGrpSpPr>
        <p:cNvPr id="1" name="Shape 161"/>
        <p:cNvGrpSpPr/>
        <p:nvPr/>
      </p:nvGrpSpPr>
      <p:grpSpPr>
        <a:xfrm>
          <a:off x="0" y="0"/>
          <a:ext cx="0" cy="0"/>
          <a:chOff x="0" y="0"/>
          <a:chExt cx="0" cy="0"/>
        </a:xfrm>
      </p:grpSpPr>
      <p:sp>
        <p:nvSpPr>
          <p:cNvPr id="162" name="Google Shape;162;p26"/>
          <p:cNvSpPr/>
          <p:nvPr/>
        </p:nvSpPr>
        <p:spPr>
          <a:xfrm rot="10800000" flipH="1">
            <a:off x="-2390100" y="-102475"/>
            <a:ext cx="13887000" cy="6572400"/>
          </a:xfrm>
          <a:prstGeom prst="triangle">
            <a:avLst>
              <a:gd name="adj" fmla="val 4985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5261951" y="1545125"/>
            <a:ext cx="7035600" cy="3277200"/>
          </a:xfrm>
          <a:prstGeom prst="triangle">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txBox="1">
            <a:spLocks noGrp="1"/>
          </p:cNvSpPr>
          <p:nvPr>
            <p:ph type="body" idx="1"/>
          </p:nvPr>
        </p:nvSpPr>
        <p:spPr>
          <a:xfrm>
            <a:off x="2434275" y="3133239"/>
            <a:ext cx="4275300" cy="481200"/>
          </a:xfrm>
          <a:prstGeom prst="rect">
            <a:avLst/>
          </a:prstGeom>
        </p:spPr>
        <p:txBody>
          <a:bodyPr spcFirstLastPara="1" wrap="square" lIns="91425" tIns="91425" rIns="91425" bIns="91425" anchor="t" anchorCtr="0">
            <a:noAutofit/>
          </a:bodyPr>
          <a:lstStyle>
            <a:lvl1pPr marL="457200" lvl="0" indent="-323850" algn="ctr" rtl="0">
              <a:lnSpc>
                <a:spcPct val="100000"/>
              </a:lnSpc>
              <a:spcBef>
                <a:spcPts val="0"/>
              </a:spcBef>
              <a:spcAft>
                <a:spcPts val="0"/>
              </a:spcAft>
              <a:buClr>
                <a:srgbClr val="000000"/>
              </a:buClr>
              <a:buSzPts val="15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298450" rtl="0">
              <a:spcBef>
                <a:spcPts val="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marL="1371600" lvl="2"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marL="1828800" lvl="3"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marL="2286000" lvl="4"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marL="2743200" lvl="5"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marL="3200400" lvl="6"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marL="3657600" lvl="7" indent="-298450" rtl="0">
              <a:spcBef>
                <a:spcPts val="1600"/>
              </a:spcBef>
              <a:spcAft>
                <a:spcPts val="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marL="4114800" lvl="8" indent="-298450" rtl="0">
              <a:spcBef>
                <a:spcPts val="1600"/>
              </a:spcBef>
              <a:spcAft>
                <a:spcPts val="1600"/>
              </a:spcAft>
              <a:buClr>
                <a:srgbClr val="000000"/>
              </a:buClr>
              <a:buSzPts val="1100"/>
              <a:buFont typeface="Montserrat"/>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65" name="Google Shape;165;p26"/>
          <p:cNvSpPr txBox="1">
            <a:spLocks noGrp="1"/>
          </p:cNvSpPr>
          <p:nvPr>
            <p:ph type="title"/>
          </p:nvPr>
        </p:nvSpPr>
        <p:spPr>
          <a:xfrm>
            <a:off x="1726200" y="1681450"/>
            <a:ext cx="5691600" cy="1311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6000"/>
              <a:buNone/>
              <a:defRPr sz="8000" b="1">
                <a:solidFill>
                  <a:schemeClr val="lt1"/>
                </a:solidFill>
              </a:defRPr>
            </a:lvl1pPr>
            <a:lvl2pPr lvl="1" rtl="0">
              <a:spcBef>
                <a:spcPts val="0"/>
              </a:spcBef>
              <a:spcAft>
                <a:spcPts val="0"/>
              </a:spcAft>
              <a:buClr>
                <a:schemeClr val="lt1"/>
              </a:buClr>
              <a:buSzPts val="6000"/>
              <a:buNone/>
              <a:defRPr sz="6000" b="1">
                <a:solidFill>
                  <a:schemeClr val="lt1"/>
                </a:solidFill>
              </a:defRPr>
            </a:lvl2pPr>
            <a:lvl3pPr lvl="2" rtl="0">
              <a:spcBef>
                <a:spcPts val="0"/>
              </a:spcBef>
              <a:spcAft>
                <a:spcPts val="0"/>
              </a:spcAft>
              <a:buClr>
                <a:schemeClr val="lt1"/>
              </a:buClr>
              <a:buSzPts val="6000"/>
              <a:buNone/>
              <a:defRPr sz="6000" b="1">
                <a:solidFill>
                  <a:schemeClr val="lt1"/>
                </a:solidFill>
              </a:defRPr>
            </a:lvl3pPr>
            <a:lvl4pPr lvl="3" rtl="0">
              <a:spcBef>
                <a:spcPts val="0"/>
              </a:spcBef>
              <a:spcAft>
                <a:spcPts val="0"/>
              </a:spcAft>
              <a:buClr>
                <a:schemeClr val="lt1"/>
              </a:buClr>
              <a:buSzPts val="6000"/>
              <a:buNone/>
              <a:defRPr sz="6000" b="1">
                <a:solidFill>
                  <a:schemeClr val="lt1"/>
                </a:solidFill>
              </a:defRPr>
            </a:lvl4pPr>
            <a:lvl5pPr lvl="4" rtl="0">
              <a:spcBef>
                <a:spcPts val="0"/>
              </a:spcBef>
              <a:spcAft>
                <a:spcPts val="0"/>
              </a:spcAft>
              <a:buClr>
                <a:schemeClr val="lt1"/>
              </a:buClr>
              <a:buSzPts val="6000"/>
              <a:buNone/>
              <a:defRPr sz="6000" b="1">
                <a:solidFill>
                  <a:schemeClr val="lt1"/>
                </a:solidFill>
              </a:defRPr>
            </a:lvl5pPr>
            <a:lvl6pPr lvl="5" rtl="0">
              <a:spcBef>
                <a:spcPts val="0"/>
              </a:spcBef>
              <a:spcAft>
                <a:spcPts val="0"/>
              </a:spcAft>
              <a:buClr>
                <a:schemeClr val="lt1"/>
              </a:buClr>
              <a:buSzPts val="6000"/>
              <a:buNone/>
              <a:defRPr sz="6000" b="1">
                <a:solidFill>
                  <a:schemeClr val="lt1"/>
                </a:solidFill>
              </a:defRPr>
            </a:lvl6pPr>
            <a:lvl7pPr lvl="6" rtl="0">
              <a:spcBef>
                <a:spcPts val="0"/>
              </a:spcBef>
              <a:spcAft>
                <a:spcPts val="0"/>
              </a:spcAft>
              <a:buClr>
                <a:schemeClr val="lt1"/>
              </a:buClr>
              <a:buSzPts val="6000"/>
              <a:buNone/>
              <a:defRPr sz="6000" b="1">
                <a:solidFill>
                  <a:schemeClr val="lt1"/>
                </a:solidFill>
              </a:defRPr>
            </a:lvl7pPr>
            <a:lvl8pPr lvl="7" rtl="0">
              <a:spcBef>
                <a:spcPts val="0"/>
              </a:spcBef>
              <a:spcAft>
                <a:spcPts val="0"/>
              </a:spcAft>
              <a:buClr>
                <a:schemeClr val="lt1"/>
              </a:buClr>
              <a:buSzPts val="6000"/>
              <a:buNone/>
              <a:defRPr sz="6000" b="1">
                <a:solidFill>
                  <a:schemeClr val="lt1"/>
                </a:solidFill>
              </a:defRPr>
            </a:lvl8pPr>
            <a:lvl9pPr lvl="8" rtl="0">
              <a:spcBef>
                <a:spcPts val="0"/>
              </a:spcBef>
              <a:spcAft>
                <a:spcPts val="0"/>
              </a:spcAft>
              <a:buClr>
                <a:schemeClr val="lt1"/>
              </a:buClr>
              <a:buSzPts val="6000"/>
              <a:buNone/>
              <a:defRPr sz="6000" b="1">
                <a:solidFill>
                  <a:schemeClr val="lt1"/>
                </a:solidFill>
              </a:defRPr>
            </a:lvl9pPr>
          </a:lstStyle>
          <a:p>
            <a:endParaRPr/>
          </a:p>
        </p:txBody>
      </p:sp>
      <p:sp>
        <p:nvSpPr>
          <p:cNvPr id="166" name="Google Shape;166;p26"/>
          <p:cNvSpPr/>
          <p:nvPr/>
        </p:nvSpPr>
        <p:spPr>
          <a:xfrm rot="10800000">
            <a:off x="6919375" y="-738125"/>
            <a:ext cx="3405900" cy="3302400"/>
          </a:xfrm>
          <a:prstGeom prst="rtTriangl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67" name="Google Shape;167;p26"/>
          <p:cNvSpPr/>
          <p:nvPr/>
        </p:nvSpPr>
        <p:spPr>
          <a:xfrm rot="10800000">
            <a:off x="7062250" y="-795275"/>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4">
  <p:cSld name="CUSTOM_33">
    <p:bg>
      <p:bgPr>
        <a:solidFill>
          <a:schemeClr val="dk1"/>
        </a:solidFill>
        <a:effectLst/>
      </p:bgPr>
    </p:bg>
    <p:spTree>
      <p:nvGrpSpPr>
        <p:cNvPr id="1" name="Shape 168"/>
        <p:cNvGrpSpPr/>
        <p:nvPr/>
      </p:nvGrpSpPr>
      <p:grpSpPr>
        <a:xfrm>
          <a:off x="0" y="0"/>
          <a:ext cx="0" cy="0"/>
          <a:chOff x="0" y="0"/>
          <a:chExt cx="0" cy="0"/>
        </a:xfrm>
      </p:grpSpPr>
      <p:sp>
        <p:nvSpPr>
          <p:cNvPr id="169" name="Google Shape;169;p27"/>
          <p:cNvSpPr/>
          <p:nvPr/>
        </p:nvSpPr>
        <p:spPr>
          <a:xfrm rot="-5400000">
            <a:off x="7319425" y="3228300"/>
            <a:ext cx="2112600" cy="2048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a:off x="-519650" y="2386850"/>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1" name="Google Shape;171;p27"/>
          <p:cNvSpPr/>
          <p:nvPr/>
        </p:nvSpPr>
        <p:spPr>
          <a:xfrm>
            <a:off x="-738725" y="2482100"/>
            <a:ext cx="3405900" cy="3302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2" name="Google Shape;172;p27"/>
          <p:cNvSpPr/>
          <p:nvPr/>
        </p:nvSpPr>
        <p:spPr>
          <a:xfrm rot="10800000">
            <a:off x="6727825" y="-915550"/>
            <a:ext cx="3405900" cy="3302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3" name="Google Shape;173;p27"/>
          <p:cNvSpPr/>
          <p:nvPr/>
        </p:nvSpPr>
        <p:spPr>
          <a:xfrm rot="5400000">
            <a:off x="-262475" y="-1889875"/>
            <a:ext cx="3405900" cy="3302400"/>
          </a:xfrm>
          <a:prstGeom prst="rtTriangl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4" name="Google Shape;174;p27"/>
          <p:cNvSpPr txBox="1">
            <a:spLocks noGrp="1"/>
          </p:cNvSpPr>
          <p:nvPr>
            <p:ph type="title"/>
          </p:nvPr>
        </p:nvSpPr>
        <p:spPr>
          <a:xfrm>
            <a:off x="713226" y="1795438"/>
            <a:ext cx="3400800" cy="528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lt1"/>
              </a:buClr>
              <a:buSzPts val="3000"/>
              <a:buNone/>
              <a:defRPr sz="3000" b="1">
                <a:solidFill>
                  <a:schemeClr val="lt1"/>
                </a:solidFill>
              </a:defRPr>
            </a:lvl1pPr>
            <a:lvl2pPr lvl="1" rtl="0">
              <a:spcBef>
                <a:spcPts val="0"/>
              </a:spcBef>
              <a:spcAft>
                <a:spcPts val="0"/>
              </a:spcAft>
              <a:buClr>
                <a:schemeClr val="lt1"/>
              </a:buClr>
              <a:buSzPts val="2000"/>
              <a:buNone/>
              <a:defRPr sz="2000" b="1">
                <a:solidFill>
                  <a:schemeClr val="lt1"/>
                </a:solidFill>
              </a:defRPr>
            </a:lvl2pPr>
            <a:lvl3pPr lvl="2" rtl="0">
              <a:spcBef>
                <a:spcPts val="0"/>
              </a:spcBef>
              <a:spcAft>
                <a:spcPts val="0"/>
              </a:spcAft>
              <a:buClr>
                <a:schemeClr val="lt1"/>
              </a:buClr>
              <a:buSzPts val="2000"/>
              <a:buNone/>
              <a:defRPr sz="2000" b="1">
                <a:solidFill>
                  <a:schemeClr val="lt1"/>
                </a:solidFill>
              </a:defRPr>
            </a:lvl3pPr>
            <a:lvl4pPr lvl="3" rtl="0">
              <a:spcBef>
                <a:spcPts val="0"/>
              </a:spcBef>
              <a:spcAft>
                <a:spcPts val="0"/>
              </a:spcAft>
              <a:buClr>
                <a:schemeClr val="lt1"/>
              </a:buClr>
              <a:buSzPts val="2000"/>
              <a:buNone/>
              <a:defRPr sz="2000" b="1">
                <a:solidFill>
                  <a:schemeClr val="lt1"/>
                </a:solidFill>
              </a:defRPr>
            </a:lvl4pPr>
            <a:lvl5pPr lvl="4" rtl="0">
              <a:spcBef>
                <a:spcPts val="0"/>
              </a:spcBef>
              <a:spcAft>
                <a:spcPts val="0"/>
              </a:spcAft>
              <a:buClr>
                <a:schemeClr val="lt1"/>
              </a:buClr>
              <a:buSzPts val="2000"/>
              <a:buNone/>
              <a:defRPr sz="2000" b="1">
                <a:solidFill>
                  <a:schemeClr val="lt1"/>
                </a:solidFill>
              </a:defRPr>
            </a:lvl5pPr>
            <a:lvl6pPr lvl="5" rtl="0">
              <a:spcBef>
                <a:spcPts val="0"/>
              </a:spcBef>
              <a:spcAft>
                <a:spcPts val="0"/>
              </a:spcAft>
              <a:buClr>
                <a:schemeClr val="lt1"/>
              </a:buClr>
              <a:buSzPts val="2000"/>
              <a:buNone/>
              <a:defRPr sz="2000" b="1">
                <a:solidFill>
                  <a:schemeClr val="lt1"/>
                </a:solidFill>
              </a:defRPr>
            </a:lvl6pPr>
            <a:lvl7pPr lvl="6" rtl="0">
              <a:spcBef>
                <a:spcPts val="0"/>
              </a:spcBef>
              <a:spcAft>
                <a:spcPts val="0"/>
              </a:spcAft>
              <a:buClr>
                <a:schemeClr val="lt1"/>
              </a:buClr>
              <a:buSzPts val="2000"/>
              <a:buNone/>
              <a:defRPr sz="2000" b="1">
                <a:solidFill>
                  <a:schemeClr val="lt1"/>
                </a:solidFill>
              </a:defRPr>
            </a:lvl7pPr>
            <a:lvl8pPr lvl="7" rtl="0">
              <a:spcBef>
                <a:spcPts val="0"/>
              </a:spcBef>
              <a:spcAft>
                <a:spcPts val="0"/>
              </a:spcAft>
              <a:buClr>
                <a:schemeClr val="lt1"/>
              </a:buClr>
              <a:buSzPts val="2000"/>
              <a:buNone/>
              <a:defRPr sz="2000" b="1">
                <a:solidFill>
                  <a:schemeClr val="lt1"/>
                </a:solidFill>
              </a:defRPr>
            </a:lvl8pPr>
            <a:lvl9pPr lvl="8" rtl="0">
              <a:spcBef>
                <a:spcPts val="0"/>
              </a:spcBef>
              <a:spcAft>
                <a:spcPts val="0"/>
              </a:spcAft>
              <a:buClr>
                <a:schemeClr val="lt1"/>
              </a:buClr>
              <a:buSzPts val="2000"/>
              <a:buNone/>
              <a:defRPr sz="2000" b="1">
                <a:solidFill>
                  <a:schemeClr val="lt1"/>
                </a:solidFill>
              </a:defRPr>
            </a:lvl9pPr>
          </a:lstStyle>
          <a:p>
            <a:endParaRPr/>
          </a:p>
        </p:txBody>
      </p:sp>
      <p:sp>
        <p:nvSpPr>
          <p:cNvPr id="175" name="Google Shape;175;p27"/>
          <p:cNvSpPr txBox="1">
            <a:spLocks noGrp="1"/>
          </p:cNvSpPr>
          <p:nvPr>
            <p:ph type="subTitle" idx="1"/>
          </p:nvPr>
        </p:nvSpPr>
        <p:spPr>
          <a:xfrm>
            <a:off x="713225" y="2630156"/>
            <a:ext cx="3400800" cy="42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rtl="0">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rtl="0">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rtl="0">
              <a:spcBef>
                <a:spcPts val="1600"/>
              </a:spcBef>
              <a:spcAft>
                <a:spcPts val="160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1">
  <p:cSld name="MAIN_POINT_1">
    <p:bg>
      <p:bgPr>
        <a:solidFill>
          <a:schemeClr val="accent6"/>
        </a:solidFill>
        <a:effectLst/>
      </p:bgPr>
    </p:bg>
    <p:spTree>
      <p:nvGrpSpPr>
        <p:cNvPr id="1" name="Shape 176"/>
        <p:cNvGrpSpPr/>
        <p:nvPr/>
      </p:nvGrpSpPr>
      <p:grpSpPr>
        <a:xfrm>
          <a:off x="0" y="0"/>
          <a:ext cx="0" cy="0"/>
          <a:chOff x="0" y="0"/>
          <a:chExt cx="0" cy="0"/>
        </a:xfrm>
      </p:grpSpPr>
      <p:sp>
        <p:nvSpPr>
          <p:cNvPr id="177" name="Google Shape;177;p28"/>
          <p:cNvSpPr/>
          <p:nvPr/>
        </p:nvSpPr>
        <p:spPr>
          <a:xfrm rot="-5400000">
            <a:off x="4642941" y="-1673359"/>
            <a:ext cx="7685100" cy="7451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78" name="Google Shape;178;p28"/>
          <p:cNvSpPr/>
          <p:nvPr/>
        </p:nvSpPr>
        <p:spPr>
          <a:xfrm rot="-5400000" flipH="1">
            <a:off x="2841550" y="288050"/>
            <a:ext cx="10141200" cy="4567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8"/>
          <p:cNvSpPr txBox="1">
            <a:spLocks noGrp="1"/>
          </p:cNvSpPr>
          <p:nvPr>
            <p:ph type="title"/>
          </p:nvPr>
        </p:nvSpPr>
        <p:spPr>
          <a:xfrm>
            <a:off x="713225" y="1627150"/>
            <a:ext cx="4659300" cy="1897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6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180" name="Google Shape;180;p28"/>
          <p:cNvSpPr/>
          <p:nvPr/>
        </p:nvSpPr>
        <p:spPr>
          <a:xfrm rot="5400000">
            <a:off x="-341212" y="-788137"/>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1" name="Google Shape;181;p28"/>
          <p:cNvSpPr/>
          <p:nvPr/>
        </p:nvSpPr>
        <p:spPr>
          <a:xfrm rot="5400000">
            <a:off x="-436462" y="-1007212"/>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82" name="Google Shape;182;p28"/>
          <p:cNvSpPr/>
          <p:nvPr/>
        </p:nvSpPr>
        <p:spPr>
          <a:xfrm flipH="1">
            <a:off x="5408725" y="4511825"/>
            <a:ext cx="3458400" cy="19239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1_1">
    <p:bg>
      <p:bgPr>
        <a:solidFill>
          <a:schemeClr val="accent5"/>
        </a:solidFill>
        <a:effectLst/>
      </p:bgPr>
    </p:bg>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1319574" y="2011125"/>
            <a:ext cx="1959300" cy="33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185" name="Google Shape;185;p29"/>
          <p:cNvSpPr txBox="1">
            <a:spLocks noGrp="1"/>
          </p:cNvSpPr>
          <p:nvPr>
            <p:ph type="subTitle" idx="1"/>
          </p:nvPr>
        </p:nvSpPr>
        <p:spPr>
          <a:xfrm>
            <a:off x="1319576" y="2286575"/>
            <a:ext cx="2221500" cy="58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86" name="Google Shape;186;p29"/>
          <p:cNvSpPr txBox="1">
            <a:spLocks noGrp="1"/>
          </p:cNvSpPr>
          <p:nvPr>
            <p:ph type="title" idx="2"/>
          </p:nvPr>
        </p:nvSpPr>
        <p:spPr>
          <a:xfrm>
            <a:off x="4681398" y="2011275"/>
            <a:ext cx="1959300" cy="33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187" name="Google Shape;187;p29"/>
          <p:cNvSpPr txBox="1">
            <a:spLocks noGrp="1"/>
          </p:cNvSpPr>
          <p:nvPr>
            <p:ph type="subTitle" idx="3"/>
          </p:nvPr>
        </p:nvSpPr>
        <p:spPr>
          <a:xfrm>
            <a:off x="4681376" y="2285050"/>
            <a:ext cx="2221500" cy="58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88" name="Google Shape;188;p29"/>
          <p:cNvSpPr txBox="1">
            <a:spLocks noGrp="1"/>
          </p:cNvSpPr>
          <p:nvPr>
            <p:ph type="title" idx="4"/>
          </p:nvPr>
        </p:nvSpPr>
        <p:spPr>
          <a:xfrm>
            <a:off x="2410949" y="3268425"/>
            <a:ext cx="1959300" cy="33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189" name="Google Shape;189;p29"/>
          <p:cNvSpPr txBox="1">
            <a:spLocks noGrp="1"/>
          </p:cNvSpPr>
          <p:nvPr>
            <p:ph type="subTitle" idx="5"/>
          </p:nvPr>
        </p:nvSpPr>
        <p:spPr>
          <a:xfrm>
            <a:off x="2410951" y="3543875"/>
            <a:ext cx="2221500" cy="58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90" name="Google Shape;190;p29"/>
          <p:cNvSpPr txBox="1">
            <a:spLocks noGrp="1"/>
          </p:cNvSpPr>
          <p:nvPr>
            <p:ph type="title" idx="6"/>
          </p:nvPr>
        </p:nvSpPr>
        <p:spPr>
          <a:xfrm>
            <a:off x="5772773" y="3268575"/>
            <a:ext cx="1959300" cy="33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a:endParaRPr/>
          </a:p>
        </p:txBody>
      </p:sp>
      <p:sp>
        <p:nvSpPr>
          <p:cNvPr id="191" name="Google Shape;191;p29"/>
          <p:cNvSpPr txBox="1">
            <a:spLocks noGrp="1"/>
          </p:cNvSpPr>
          <p:nvPr>
            <p:ph type="subTitle" idx="7"/>
          </p:nvPr>
        </p:nvSpPr>
        <p:spPr>
          <a:xfrm>
            <a:off x="5772750" y="3542350"/>
            <a:ext cx="2221500" cy="58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192" name="Google Shape;192;p29"/>
          <p:cNvSpPr/>
          <p:nvPr/>
        </p:nvSpPr>
        <p:spPr>
          <a:xfrm rot="-5400000">
            <a:off x="7319425" y="3228300"/>
            <a:ext cx="2112600" cy="2048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9"/>
          <p:cNvSpPr/>
          <p:nvPr/>
        </p:nvSpPr>
        <p:spPr>
          <a:xfrm>
            <a:off x="-519650" y="2386850"/>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4" name="Google Shape;194;p29"/>
          <p:cNvSpPr/>
          <p:nvPr/>
        </p:nvSpPr>
        <p:spPr>
          <a:xfrm>
            <a:off x="-738725"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5" name="Google Shape;195;p29"/>
          <p:cNvSpPr/>
          <p:nvPr/>
        </p:nvSpPr>
        <p:spPr>
          <a:xfrm rot="10800000">
            <a:off x="672782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96" name="Google Shape;196;p29"/>
          <p:cNvSpPr/>
          <p:nvPr/>
        </p:nvSpPr>
        <p:spPr>
          <a:xfrm rot="5400000">
            <a:off x="-262475" y="-1889875"/>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97" name="Google Shape;197;p29"/>
          <p:cNvSpPr txBox="1">
            <a:spLocks noGrp="1"/>
          </p:cNvSpPr>
          <p:nvPr>
            <p:ph type="title" idx="8"/>
          </p:nvPr>
        </p:nvSpPr>
        <p:spPr>
          <a:xfrm>
            <a:off x="713225"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CUSTOM_1_1_3">
    <p:bg>
      <p:bgPr>
        <a:solidFill>
          <a:schemeClr val="accent5"/>
        </a:solid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383600" y="2307450"/>
            <a:ext cx="63768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200" name="Google Shape;200;p30"/>
          <p:cNvSpPr txBox="1">
            <a:spLocks noGrp="1"/>
          </p:cNvSpPr>
          <p:nvPr>
            <p:ph type="title" idx="2"/>
          </p:nvPr>
        </p:nvSpPr>
        <p:spPr>
          <a:xfrm>
            <a:off x="1120875" y="899475"/>
            <a:ext cx="1959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01" name="Google Shape;201;p30"/>
          <p:cNvSpPr txBox="1">
            <a:spLocks noGrp="1"/>
          </p:cNvSpPr>
          <p:nvPr>
            <p:ph type="subTitle" idx="1"/>
          </p:nvPr>
        </p:nvSpPr>
        <p:spPr>
          <a:xfrm>
            <a:off x="734175" y="1166874"/>
            <a:ext cx="2732700" cy="80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02" name="Google Shape;202;p30"/>
          <p:cNvSpPr txBox="1">
            <a:spLocks noGrp="1"/>
          </p:cNvSpPr>
          <p:nvPr>
            <p:ph type="title" idx="3"/>
          </p:nvPr>
        </p:nvSpPr>
        <p:spPr>
          <a:xfrm>
            <a:off x="1120875" y="3477975"/>
            <a:ext cx="1959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03" name="Google Shape;203;p30"/>
          <p:cNvSpPr txBox="1">
            <a:spLocks noGrp="1"/>
          </p:cNvSpPr>
          <p:nvPr>
            <p:ph type="subTitle" idx="4"/>
          </p:nvPr>
        </p:nvSpPr>
        <p:spPr>
          <a:xfrm>
            <a:off x="734175" y="3747815"/>
            <a:ext cx="2732700" cy="80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04" name="Google Shape;204;p30"/>
          <p:cNvSpPr txBox="1">
            <a:spLocks noGrp="1"/>
          </p:cNvSpPr>
          <p:nvPr>
            <p:ph type="title" idx="5"/>
          </p:nvPr>
        </p:nvSpPr>
        <p:spPr>
          <a:xfrm>
            <a:off x="6063846" y="899475"/>
            <a:ext cx="1959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05" name="Google Shape;205;p30"/>
          <p:cNvSpPr txBox="1">
            <a:spLocks noGrp="1"/>
          </p:cNvSpPr>
          <p:nvPr>
            <p:ph type="subTitle" idx="6"/>
          </p:nvPr>
        </p:nvSpPr>
        <p:spPr>
          <a:xfrm>
            <a:off x="5677150" y="1166874"/>
            <a:ext cx="2732700" cy="80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06" name="Google Shape;206;p30"/>
          <p:cNvSpPr txBox="1">
            <a:spLocks noGrp="1"/>
          </p:cNvSpPr>
          <p:nvPr>
            <p:ph type="title" idx="7"/>
          </p:nvPr>
        </p:nvSpPr>
        <p:spPr>
          <a:xfrm>
            <a:off x="6063846" y="3478125"/>
            <a:ext cx="19593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07" name="Google Shape;207;p30"/>
          <p:cNvSpPr txBox="1">
            <a:spLocks noGrp="1"/>
          </p:cNvSpPr>
          <p:nvPr>
            <p:ph type="subTitle" idx="8"/>
          </p:nvPr>
        </p:nvSpPr>
        <p:spPr>
          <a:xfrm>
            <a:off x="5677150" y="3746088"/>
            <a:ext cx="2732700" cy="80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our columns 2">
  <p:cSld name="CUSTOM_1_1_3_1">
    <p:bg>
      <p:bgPr>
        <a:solidFill>
          <a:schemeClr val="accent5"/>
        </a:solidFill>
        <a:effectLst/>
      </p:bgPr>
    </p:bg>
    <p:spTree>
      <p:nvGrpSpPr>
        <p:cNvPr id="1" name="Shape 208"/>
        <p:cNvGrpSpPr/>
        <p:nvPr/>
      </p:nvGrpSpPr>
      <p:grpSpPr>
        <a:xfrm>
          <a:off x="0" y="0"/>
          <a:ext cx="0" cy="0"/>
          <a:chOff x="0" y="0"/>
          <a:chExt cx="0" cy="0"/>
        </a:xfrm>
      </p:grpSpPr>
      <p:sp>
        <p:nvSpPr>
          <p:cNvPr id="209" name="Google Shape;209;p31"/>
          <p:cNvSpPr txBox="1">
            <a:spLocks noGrp="1"/>
          </p:cNvSpPr>
          <p:nvPr>
            <p:ph type="title"/>
          </p:nvPr>
        </p:nvSpPr>
        <p:spPr>
          <a:xfrm>
            <a:off x="2056190" y="2074300"/>
            <a:ext cx="22272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10" name="Google Shape;210;p31"/>
          <p:cNvSpPr txBox="1">
            <a:spLocks noGrp="1"/>
          </p:cNvSpPr>
          <p:nvPr>
            <p:ph type="subTitle" idx="1"/>
          </p:nvPr>
        </p:nvSpPr>
        <p:spPr>
          <a:xfrm>
            <a:off x="2056192" y="2332425"/>
            <a:ext cx="22272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11" name="Google Shape;211;p31"/>
          <p:cNvSpPr txBox="1">
            <a:spLocks noGrp="1"/>
          </p:cNvSpPr>
          <p:nvPr>
            <p:ph type="title" idx="2"/>
          </p:nvPr>
        </p:nvSpPr>
        <p:spPr>
          <a:xfrm>
            <a:off x="2056190" y="3402924"/>
            <a:ext cx="22272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12" name="Google Shape;212;p31"/>
          <p:cNvSpPr txBox="1">
            <a:spLocks noGrp="1"/>
          </p:cNvSpPr>
          <p:nvPr>
            <p:ph type="subTitle" idx="3"/>
          </p:nvPr>
        </p:nvSpPr>
        <p:spPr>
          <a:xfrm>
            <a:off x="2056192" y="3661050"/>
            <a:ext cx="22272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13" name="Google Shape;213;p31"/>
          <p:cNvSpPr txBox="1">
            <a:spLocks noGrp="1"/>
          </p:cNvSpPr>
          <p:nvPr>
            <p:ph type="title" idx="4"/>
          </p:nvPr>
        </p:nvSpPr>
        <p:spPr>
          <a:xfrm>
            <a:off x="5444664" y="2074300"/>
            <a:ext cx="22272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14" name="Google Shape;214;p31"/>
          <p:cNvSpPr txBox="1">
            <a:spLocks noGrp="1"/>
          </p:cNvSpPr>
          <p:nvPr>
            <p:ph type="subTitle" idx="5"/>
          </p:nvPr>
        </p:nvSpPr>
        <p:spPr>
          <a:xfrm>
            <a:off x="5444664" y="2332425"/>
            <a:ext cx="22272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15" name="Google Shape;215;p31"/>
          <p:cNvSpPr txBox="1">
            <a:spLocks noGrp="1"/>
          </p:cNvSpPr>
          <p:nvPr>
            <p:ph type="title" idx="6"/>
          </p:nvPr>
        </p:nvSpPr>
        <p:spPr>
          <a:xfrm>
            <a:off x="5444664" y="3402925"/>
            <a:ext cx="2227200" cy="3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16" name="Google Shape;216;p31"/>
          <p:cNvSpPr txBox="1">
            <a:spLocks noGrp="1"/>
          </p:cNvSpPr>
          <p:nvPr>
            <p:ph type="subTitle" idx="7"/>
          </p:nvPr>
        </p:nvSpPr>
        <p:spPr>
          <a:xfrm>
            <a:off x="5444664" y="3661050"/>
            <a:ext cx="2227200" cy="50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17" name="Google Shape;217;p31"/>
          <p:cNvSpPr/>
          <p:nvPr/>
        </p:nvSpPr>
        <p:spPr>
          <a:xfrm>
            <a:off x="-1462325" y="2386850"/>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8" name="Google Shape;218;p31"/>
          <p:cNvSpPr/>
          <p:nvPr/>
        </p:nvSpPr>
        <p:spPr>
          <a:xfrm>
            <a:off x="-1681400"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19" name="Google Shape;219;p31"/>
          <p:cNvSpPr/>
          <p:nvPr/>
        </p:nvSpPr>
        <p:spPr>
          <a:xfrm rot="10800000">
            <a:off x="613277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0" name="Google Shape;220;p31"/>
          <p:cNvSpPr txBox="1">
            <a:spLocks noGrp="1"/>
          </p:cNvSpPr>
          <p:nvPr>
            <p:ph type="title" idx="8"/>
          </p:nvPr>
        </p:nvSpPr>
        <p:spPr>
          <a:xfrm>
            <a:off x="716550"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3">
  <p:cSld name="CUSTOM_1_1_3_1_1">
    <p:bg>
      <p:bgPr>
        <a:solidFill>
          <a:srgbClr val="191919">
            <a:alpha val="0"/>
          </a:srgbClr>
        </a:solidFill>
        <a:effectLst/>
      </p:bgPr>
    </p:bg>
    <p:spTree>
      <p:nvGrpSpPr>
        <p:cNvPr id="1" name="Shape 221"/>
        <p:cNvGrpSpPr/>
        <p:nvPr/>
      </p:nvGrpSpPr>
      <p:grpSpPr>
        <a:xfrm>
          <a:off x="0" y="0"/>
          <a:ext cx="0" cy="0"/>
          <a:chOff x="0" y="0"/>
          <a:chExt cx="0" cy="0"/>
        </a:xfrm>
      </p:grpSpPr>
      <p:sp>
        <p:nvSpPr>
          <p:cNvPr id="222" name="Google Shape;222;p32"/>
          <p:cNvSpPr txBox="1">
            <a:spLocks noGrp="1"/>
          </p:cNvSpPr>
          <p:nvPr>
            <p:ph type="title"/>
          </p:nvPr>
        </p:nvSpPr>
        <p:spPr>
          <a:xfrm>
            <a:off x="713225" y="3349725"/>
            <a:ext cx="1846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23" name="Google Shape;223;p32"/>
          <p:cNvSpPr txBox="1">
            <a:spLocks noGrp="1"/>
          </p:cNvSpPr>
          <p:nvPr>
            <p:ph type="subTitle" idx="1"/>
          </p:nvPr>
        </p:nvSpPr>
        <p:spPr>
          <a:xfrm>
            <a:off x="713225" y="3607847"/>
            <a:ext cx="1846200" cy="50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24" name="Google Shape;224;p32"/>
          <p:cNvSpPr/>
          <p:nvPr/>
        </p:nvSpPr>
        <p:spPr>
          <a:xfrm flipH="1">
            <a:off x="7004125" y="2529725"/>
            <a:ext cx="3405900" cy="3302400"/>
          </a:xfrm>
          <a:prstGeom prst="rtTriangl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5" name="Google Shape;225;p32"/>
          <p:cNvSpPr/>
          <p:nvPr/>
        </p:nvSpPr>
        <p:spPr>
          <a:xfrm flipH="1">
            <a:off x="7194625" y="2653550"/>
            <a:ext cx="3405900" cy="330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26" name="Google Shape;226;p32"/>
          <p:cNvSpPr/>
          <p:nvPr/>
        </p:nvSpPr>
        <p:spPr>
          <a:xfrm rot="10800000" flipH="1">
            <a:off x="-76242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7" name="Google Shape;227;p32"/>
          <p:cNvSpPr/>
          <p:nvPr/>
        </p:nvSpPr>
        <p:spPr>
          <a:xfrm rot="10800000" flipH="1">
            <a:off x="-1681400" y="-15226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28" name="Google Shape;228;p32"/>
          <p:cNvSpPr txBox="1">
            <a:spLocks noGrp="1"/>
          </p:cNvSpPr>
          <p:nvPr>
            <p:ph type="title" idx="2"/>
          </p:nvPr>
        </p:nvSpPr>
        <p:spPr>
          <a:xfrm>
            <a:off x="2670358" y="3349725"/>
            <a:ext cx="1846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29" name="Google Shape;229;p32"/>
          <p:cNvSpPr txBox="1">
            <a:spLocks noGrp="1"/>
          </p:cNvSpPr>
          <p:nvPr>
            <p:ph type="subTitle" idx="3"/>
          </p:nvPr>
        </p:nvSpPr>
        <p:spPr>
          <a:xfrm>
            <a:off x="2670358" y="3607847"/>
            <a:ext cx="1846200" cy="50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30" name="Google Shape;230;p32"/>
          <p:cNvSpPr txBox="1">
            <a:spLocks noGrp="1"/>
          </p:cNvSpPr>
          <p:nvPr>
            <p:ph type="title" idx="4"/>
          </p:nvPr>
        </p:nvSpPr>
        <p:spPr>
          <a:xfrm>
            <a:off x="4627491" y="3349725"/>
            <a:ext cx="1846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31" name="Google Shape;231;p32"/>
          <p:cNvSpPr txBox="1">
            <a:spLocks noGrp="1"/>
          </p:cNvSpPr>
          <p:nvPr>
            <p:ph type="subTitle" idx="5"/>
          </p:nvPr>
        </p:nvSpPr>
        <p:spPr>
          <a:xfrm>
            <a:off x="4627491" y="3607847"/>
            <a:ext cx="1846200" cy="50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32" name="Google Shape;232;p32"/>
          <p:cNvSpPr txBox="1">
            <a:spLocks noGrp="1"/>
          </p:cNvSpPr>
          <p:nvPr>
            <p:ph type="title" idx="6"/>
          </p:nvPr>
        </p:nvSpPr>
        <p:spPr>
          <a:xfrm>
            <a:off x="6584624" y="3349725"/>
            <a:ext cx="1846200" cy="325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33" name="Google Shape;233;p32"/>
          <p:cNvSpPr txBox="1">
            <a:spLocks noGrp="1"/>
          </p:cNvSpPr>
          <p:nvPr>
            <p:ph type="subTitle" idx="7"/>
          </p:nvPr>
        </p:nvSpPr>
        <p:spPr>
          <a:xfrm>
            <a:off x="6584624" y="3607847"/>
            <a:ext cx="1846200" cy="50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34" name="Google Shape;234;p32"/>
          <p:cNvSpPr txBox="1">
            <a:spLocks noGrp="1"/>
          </p:cNvSpPr>
          <p:nvPr>
            <p:ph type="title" idx="8"/>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1">
  <p:cSld name="CUSTOM_26">
    <p:bg>
      <p:bgPr>
        <a:solidFill>
          <a:schemeClr val="accent5"/>
        </a:solidFill>
        <a:effectLst/>
      </p:bgPr>
    </p:bg>
    <p:spTree>
      <p:nvGrpSpPr>
        <p:cNvPr id="1" name="Shape 235"/>
        <p:cNvGrpSpPr/>
        <p:nvPr/>
      </p:nvGrpSpPr>
      <p:grpSpPr>
        <a:xfrm>
          <a:off x="0" y="0"/>
          <a:ext cx="0" cy="0"/>
          <a:chOff x="0" y="0"/>
          <a:chExt cx="0" cy="0"/>
        </a:xfrm>
      </p:grpSpPr>
      <p:sp>
        <p:nvSpPr>
          <p:cNvPr id="236" name="Google Shape;236;p33"/>
          <p:cNvSpPr txBox="1">
            <a:spLocks noGrp="1"/>
          </p:cNvSpPr>
          <p:nvPr>
            <p:ph type="title"/>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237" name="Google Shape;237;p33"/>
          <p:cNvSpPr txBox="1">
            <a:spLocks noGrp="1"/>
          </p:cNvSpPr>
          <p:nvPr>
            <p:ph type="subTitle" idx="1"/>
          </p:nvPr>
        </p:nvSpPr>
        <p:spPr>
          <a:xfrm>
            <a:off x="1742675" y="3508850"/>
            <a:ext cx="2379600" cy="6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38" name="Google Shape;238;p33"/>
          <p:cNvSpPr txBox="1">
            <a:spLocks noGrp="1"/>
          </p:cNvSpPr>
          <p:nvPr>
            <p:ph type="subTitle" idx="2"/>
          </p:nvPr>
        </p:nvSpPr>
        <p:spPr>
          <a:xfrm>
            <a:off x="5021770" y="3508850"/>
            <a:ext cx="2379600" cy="67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39" name="Google Shape;239;p33"/>
          <p:cNvSpPr txBox="1">
            <a:spLocks noGrp="1"/>
          </p:cNvSpPr>
          <p:nvPr>
            <p:ph type="title" idx="3"/>
          </p:nvPr>
        </p:nvSpPr>
        <p:spPr>
          <a:xfrm>
            <a:off x="1865338" y="3248250"/>
            <a:ext cx="21342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40" name="Google Shape;240;p33"/>
          <p:cNvSpPr txBox="1">
            <a:spLocks noGrp="1"/>
          </p:cNvSpPr>
          <p:nvPr>
            <p:ph type="title" idx="4"/>
          </p:nvPr>
        </p:nvSpPr>
        <p:spPr>
          <a:xfrm>
            <a:off x="5144462" y="3248250"/>
            <a:ext cx="21342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41" name="Google Shape;241;p33"/>
          <p:cNvSpPr/>
          <p:nvPr/>
        </p:nvSpPr>
        <p:spPr>
          <a:xfrm rot="10800000" flipH="1">
            <a:off x="0" y="-36200"/>
            <a:ext cx="2292600" cy="20841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3"/>
          <p:cNvSpPr/>
          <p:nvPr/>
        </p:nvSpPr>
        <p:spPr>
          <a:xfrm>
            <a:off x="6053100" y="30648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CUSTOM_26_1">
    <p:bg>
      <p:bgPr>
        <a:solidFill>
          <a:schemeClr val="dk1"/>
        </a:solidFill>
        <a:effectLst/>
      </p:bgPr>
    </p:bg>
    <p:spTree>
      <p:nvGrpSpPr>
        <p:cNvPr id="1" name="Shape 243"/>
        <p:cNvGrpSpPr/>
        <p:nvPr/>
      </p:nvGrpSpPr>
      <p:grpSpPr>
        <a:xfrm>
          <a:off x="0" y="0"/>
          <a:ext cx="0" cy="0"/>
          <a:chOff x="0" y="0"/>
          <a:chExt cx="0" cy="0"/>
        </a:xfrm>
      </p:grpSpPr>
      <p:sp>
        <p:nvSpPr>
          <p:cNvPr id="244" name="Google Shape;244;p34"/>
          <p:cNvSpPr/>
          <p:nvPr/>
        </p:nvSpPr>
        <p:spPr>
          <a:xfrm>
            <a:off x="2419275" y="712798"/>
            <a:ext cx="8680800" cy="45069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rot="10800000">
            <a:off x="-1956075" y="-76202"/>
            <a:ext cx="8680800" cy="45069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4"/>
          <p:cNvSpPr txBox="1">
            <a:spLocks noGrp="1"/>
          </p:cNvSpPr>
          <p:nvPr>
            <p:ph type="subTitle" idx="1"/>
          </p:nvPr>
        </p:nvSpPr>
        <p:spPr>
          <a:xfrm>
            <a:off x="837600" y="1363909"/>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47" name="Google Shape;247;p34"/>
          <p:cNvSpPr txBox="1">
            <a:spLocks noGrp="1"/>
          </p:cNvSpPr>
          <p:nvPr>
            <p:ph type="subTitle" idx="2"/>
          </p:nvPr>
        </p:nvSpPr>
        <p:spPr>
          <a:xfrm>
            <a:off x="5204373" y="3528545"/>
            <a:ext cx="3100800" cy="9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cxnSp>
        <p:nvCxnSpPr>
          <p:cNvPr id="248" name="Google Shape;248;p34"/>
          <p:cNvCxnSpPr/>
          <p:nvPr/>
        </p:nvCxnSpPr>
        <p:spPr>
          <a:xfrm>
            <a:off x="-1375750" y="2424873"/>
            <a:ext cx="3079500" cy="3177300"/>
          </a:xfrm>
          <a:prstGeom prst="straightConnector1">
            <a:avLst/>
          </a:prstGeom>
          <a:noFill/>
          <a:ln w="19050" cap="flat" cmpd="sng">
            <a:solidFill>
              <a:schemeClr val="lt1"/>
            </a:solidFill>
            <a:prstDash val="solid"/>
            <a:round/>
            <a:headEnd type="none" w="med" len="med"/>
            <a:tailEnd type="none" w="med" len="med"/>
          </a:ln>
        </p:spPr>
      </p:cxnSp>
      <p:cxnSp>
        <p:nvCxnSpPr>
          <p:cNvPr id="249" name="Google Shape;249;p34"/>
          <p:cNvCxnSpPr/>
          <p:nvPr/>
        </p:nvCxnSpPr>
        <p:spPr>
          <a:xfrm>
            <a:off x="7838750" y="-62702"/>
            <a:ext cx="3079500" cy="3177300"/>
          </a:xfrm>
          <a:prstGeom prst="straightConnector1">
            <a:avLst/>
          </a:prstGeom>
          <a:noFill/>
          <a:ln w="19050" cap="flat" cmpd="sng">
            <a:solidFill>
              <a:schemeClr val="lt1"/>
            </a:solidFill>
            <a:prstDash val="solid"/>
            <a:round/>
            <a:headEnd type="none" w="med" len="med"/>
            <a:tailEnd type="none" w="med" len="med"/>
          </a:ln>
        </p:spPr>
      </p:cxnSp>
      <p:sp>
        <p:nvSpPr>
          <p:cNvPr id="250" name="Google Shape;250;p34"/>
          <p:cNvSpPr txBox="1">
            <a:spLocks noGrp="1"/>
          </p:cNvSpPr>
          <p:nvPr>
            <p:ph type="title"/>
          </p:nvPr>
        </p:nvSpPr>
        <p:spPr>
          <a:xfrm>
            <a:off x="5204373" y="2704650"/>
            <a:ext cx="31008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251" name="Google Shape;251;p34"/>
          <p:cNvSpPr txBox="1">
            <a:spLocks noGrp="1"/>
          </p:cNvSpPr>
          <p:nvPr>
            <p:ph type="title" idx="3"/>
          </p:nvPr>
        </p:nvSpPr>
        <p:spPr>
          <a:xfrm>
            <a:off x="837600" y="530725"/>
            <a:ext cx="31008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2">
  <p:cSld name="CUSTOM_27">
    <p:bg>
      <p:bgPr>
        <a:solidFill>
          <a:schemeClr val="accent5"/>
        </a:solidFill>
        <a:effectLst/>
      </p:bgPr>
    </p:bg>
    <p:spTree>
      <p:nvGrpSpPr>
        <p:cNvPr id="1" name="Shape 252"/>
        <p:cNvGrpSpPr/>
        <p:nvPr/>
      </p:nvGrpSpPr>
      <p:grpSpPr>
        <a:xfrm>
          <a:off x="0" y="0"/>
          <a:ext cx="0" cy="0"/>
          <a:chOff x="0" y="0"/>
          <a:chExt cx="0" cy="0"/>
        </a:xfrm>
      </p:grpSpPr>
      <p:sp>
        <p:nvSpPr>
          <p:cNvPr id="253" name="Google Shape;253;p35"/>
          <p:cNvSpPr txBox="1">
            <a:spLocks noGrp="1"/>
          </p:cNvSpPr>
          <p:nvPr>
            <p:ph type="title"/>
          </p:nvPr>
        </p:nvSpPr>
        <p:spPr>
          <a:xfrm>
            <a:off x="1176825" y="2158150"/>
            <a:ext cx="1499100" cy="40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lt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54" name="Google Shape;254;p35"/>
          <p:cNvSpPr txBox="1">
            <a:spLocks noGrp="1"/>
          </p:cNvSpPr>
          <p:nvPr>
            <p:ph type="subTitle" idx="1"/>
          </p:nvPr>
        </p:nvSpPr>
        <p:spPr>
          <a:xfrm>
            <a:off x="713225" y="2459250"/>
            <a:ext cx="2426100" cy="7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55" name="Google Shape;255;p35"/>
          <p:cNvSpPr txBox="1">
            <a:spLocks noGrp="1"/>
          </p:cNvSpPr>
          <p:nvPr>
            <p:ph type="title" idx="2"/>
          </p:nvPr>
        </p:nvSpPr>
        <p:spPr>
          <a:xfrm>
            <a:off x="6468199" y="2158150"/>
            <a:ext cx="1499100" cy="40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lt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56" name="Google Shape;256;p35"/>
          <p:cNvSpPr txBox="1">
            <a:spLocks noGrp="1"/>
          </p:cNvSpPr>
          <p:nvPr>
            <p:ph type="subTitle" idx="3"/>
          </p:nvPr>
        </p:nvSpPr>
        <p:spPr>
          <a:xfrm>
            <a:off x="6004683" y="2459250"/>
            <a:ext cx="2426100" cy="7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160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57" name="Google Shape;257;p35"/>
          <p:cNvSpPr txBox="1">
            <a:spLocks noGrp="1"/>
          </p:cNvSpPr>
          <p:nvPr>
            <p:ph type="title" idx="4"/>
          </p:nvPr>
        </p:nvSpPr>
        <p:spPr>
          <a:xfrm>
            <a:off x="3822450" y="2158150"/>
            <a:ext cx="1499100" cy="40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lt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58" name="Google Shape;258;p35"/>
          <p:cNvSpPr txBox="1">
            <a:spLocks noGrp="1"/>
          </p:cNvSpPr>
          <p:nvPr>
            <p:ph type="subTitle" idx="5"/>
          </p:nvPr>
        </p:nvSpPr>
        <p:spPr>
          <a:xfrm>
            <a:off x="3358950" y="2459250"/>
            <a:ext cx="2426100" cy="74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59" name="Google Shape;259;p35"/>
          <p:cNvSpPr/>
          <p:nvPr/>
        </p:nvSpPr>
        <p:spPr>
          <a:xfrm>
            <a:off x="3198450" y="3764666"/>
            <a:ext cx="2727900" cy="14163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txBox="1">
            <a:spLocks noGrp="1"/>
          </p:cNvSpPr>
          <p:nvPr>
            <p:ph type="title" idx="6"/>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p:cSld name="CUSTOM_28">
    <p:bg>
      <p:bgPr>
        <a:solidFill>
          <a:schemeClr val="accent5"/>
        </a:solidFill>
        <a:effectLst/>
      </p:bgPr>
    </p:bg>
    <p:spTree>
      <p:nvGrpSpPr>
        <p:cNvPr id="1" name="Shape 261"/>
        <p:cNvGrpSpPr/>
        <p:nvPr/>
      </p:nvGrpSpPr>
      <p:grpSpPr>
        <a:xfrm>
          <a:off x="0" y="0"/>
          <a:ext cx="0" cy="0"/>
          <a:chOff x="0" y="0"/>
          <a:chExt cx="0" cy="0"/>
        </a:xfrm>
      </p:grpSpPr>
      <p:sp>
        <p:nvSpPr>
          <p:cNvPr id="262" name="Google Shape;262;p36"/>
          <p:cNvSpPr txBox="1">
            <a:spLocks noGrp="1"/>
          </p:cNvSpPr>
          <p:nvPr>
            <p:ph type="body" idx="1"/>
          </p:nvPr>
        </p:nvSpPr>
        <p:spPr>
          <a:xfrm>
            <a:off x="2078825" y="4335775"/>
            <a:ext cx="5229300" cy="4251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algn="ctr"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algn="ctr" rtl="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63" name="Google Shape;263;p36"/>
          <p:cNvSpPr txBox="1">
            <a:spLocks noGrp="1"/>
          </p:cNvSpPr>
          <p:nvPr>
            <p:ph type="title"/>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264" name="Google Shape;264;p36"/>
          <p:cNvSpPr/>
          <p:nvPr/>
        </p:nvSpPr>
        <p:spPr>
          <a:xfrm>
            <a:off x="-519650" y="2386850"/>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5" name="Google Shape;265;p36"/>
          <p:cNvSpPr/>
          <p:nvPr/>
        </p:nvSpPr>
        <p:spPr>
          <a:xfrm>
            <a:off x="-738725"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6" name="Google Shape;266;p36"/>
          <p:cNvSpPr/>
          <p:nvPr/>
        </p:nvSpPr>
        <p:spPr>
          <a:xfrm rot="10800000">
            <a:off x="672782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7" name="Google Shape;267;p36"/>
          <p:cNvSpPr/>
          <p:nvPr/>
        </p:nvSpPr>
        <p:spPr>
          <a:xfrm rot="10800000">
            <a:off x="5092750" y="-15226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hree columns">
  <p:cSld name="CUSTOM_31">
    <p:bg>
      <p:bgPr>
        <a:solidFill>
          <a:schemeClr val="accent5"/>
        </a:solidFill>
        <a:effectLst/>
      </p:bgPr>
    </p:bg>
    <p:spTree>
      <p:nvGrpSpPr>
        <p:cNvPr id="1" name="Shape 268"/>
        <p:cNvGrpSpPr/>
        <p:nvPr/>
      </p:nvGrpSpPr>
      <p:grpSpPr>
        <a:xfrm>
          <a:off x="0" y="0"/>
          <a:ext cx="0" cy="0"/>
          <a:chOff x="0" y="0"/>
          <a:chExt cx="0" cy="0"/>
        </a:xfrm>
      </p:grpSpPr>
      <p:sp>
        <p:nvSpPr>
          <p:cNvPr id="269" name="Google Shape;269;p37"/>
          <p:cNvSpPr txBox="1">
            <a:spLocks noGrp="1"/>
          </p:cNvSpPr>
          <p:nvPr>
            <p:ph type="title"/>
          </p:nvPr>
        </p:nvSpPr>
        <p:spPr>
          <a:xfrm>
            <a:off x="956375" y="355305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70" name="Google Shape;270;p37"/>
          <p:cNvSpPr txBox="1">
            <a:spLocks noGrp="1"/>
          </p:cNvSpPr>
          <p:nvPr>
            <p:ph type="subTitle" idx="1"/>
          </p:nvPr>
        </p:nvSpPr>
        <p:spPr>
          <a:xfrm>
            <a:off x="713225" y="3828005"/>
            <a:ext cx="2145000" cy="73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71" name="Google Shape;271;p37"/>
          <p:cNvSpPr txBox="1">
            <a:spLocks noGrp="1"/>
          </p:cNvSpPr>
          <p:nvPr>
            <p:ph type="title" idx="2"/>
          </p:nvPr>
        </p:nvSpPr>
        <p:spPr>
          <a:xfrm>
            <a:off x="6528925" y="355305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72" name="Google Shape;272;p37"/>
          <p:cNvSpPr txBox="1">
            <a:spLocks noGrp="1"/>
          </p:cNvSpPr>
          <p:nvPr>
            <p:ph type="subTitle" idx="3"/>
          </p:nvPr>
        </p:nvSpPr>
        <p:spPr>
          <a:xfrm>
            <a:off x="6305275" y="3828005"/>
            <a:ext cx="2145000" cy="73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73" name="Google Shape;273;p37"/>
          <p:cNvSpPr txBox="1">
            <a:spLocks noGrp="1"/>
          </p:cNvSpPr>
          <p:nvPr>
            <p:ph type="title" idx="4"/>
          </p:nvPr>
        </p:nvSpPr>
        <p:spPr>
          <a:xfrm>
            <a:off x="3752400" y="3553059"/>
            <a:ext cx="1658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274" name="Google Shape;274;p37"/>
          <p:cNvSpPr txBox="1">
            <a:spLocks noGrp="1"/>
          </p:cNvSpPr>
          <p:nvPr>
            <p:ph type="subTitle" idx="5"/>
          </p:nvPr>
        </p:nvSpPr>
        <p:spPr>
          <a:xfrm>
            <a:off x="3509250" y="3828005"/>
            <a:ext cx="2145000" cy="73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75" name="Google Shape;275;p37"/>
          <p:cNvSpPr txBox="1">
            <a:spLocks noGrp="1"/>
          </p:cNvSpPr>
          <p:nvPr>
            <p:ph type="title" idx="6"/>
          </p:nvPr>
        </p:nvSpPr>
        <p:spPr>
          <a:xfrm>
            <a:off x="1687950" y="530725"/>
            <a:ext cx="57681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six columns ">
  <p:cSld name="CUSTOM_29">
    <p:bg>
      <p:bgPr>
        <a:solidFill>
          <a:schemeClr val="accent5"/>
        </a:solidFill>
        <a:effectLst/>
      </p:bgPr>
    </p:bg>
    <p:spTree>
      <p:nvGrpSpPr>
        <p:cNvPr id="1" name="Shape 276"/>
        <p:cNvGrpSpPr/>
        <p:nvPr/>
      </p:nvGrpSpPr>
      <p:grpSpPr>
        <a:xfrm>
          <a:off x="0" y="0"/>
          <a:ext cx="0" cy="0"/>
          <a:chOff x="0" y="0"/>
          <a:chExt cx="0" cy="0"/>
        </a:xfrm>
      </p:grpSpPr>
      <p:sp>
        <p:nvSpPr>
          <p:cNvPr id="277" name="Google Shape;277;p38"/>
          <p:cNvSpPr/>
          <p:nvPr/>
        </p:nvSpPr>
        <p:spPr>
          <a:xfrm>
            <a:off x="-3485600" y="1687000"/>
            <a:ext cx="7403100" cy="37941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8"/>
          <p:cNvSpPr/>
          <p:nvPr/>
        </p:nvSpPr>
        <p:spPr>
          <a:xfrm>
            <a:off x="779625" y="1433800"/>
            <a:ext cx="7737300" cy="3171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8"/>
          <p:cNvSpPr txBox="1">
            <a:spLocks noGrp="1"/>
          </p:cNvSpPr>
          <p:nvPr>
            <p:ph type="title"/>
          </p:nvPr>
        </p:nvSpPr>
        <p:spPr>
          <a:xfrm>
            <a:off x="1043779" y="1830575"/>
            <a:ext cx="18975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80" name="Google Shape;280;p38"/>
          <p:cNvSpPr txBox="1">
            <a:spLocks noGrp="1"/>
          </p:cNvSpPr>
          <p:nvPr>
            <p:ph type="subTitle" idx="1"/>
          </p:nvPr>
        </p:nvSpPr>
        <p:spPr>
          <a:xfrm>
            <a:off x="1059229" y="2140283"/>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81" name="Google Shape;281;p38"/>
          <p:cNvSpPr txBox="1">
            <a:spLocks noGrp="1"/>
          </p:cNvSpPr>
          <p:nvPr>
            <p:ph type="title" idx="2"/>
          </p:nvPr>
        </p:nvSpPr>
        <p:spPr>
          <a:xfrm>
            <a:off x="1043779" y="3280851"/>
            <a:ext cx="18975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82" name="Google Shape;282;p38"/>
          <p:cNvSpPr txBox="1">
            <a:spLocks noGrp="1"/>
          </p:cNvSpPr>
          <p:nvPr>
            <p:ph type="subTitle" idx="3"/>
          </p:nvPr>
        </p:nvSpPr>
        <p:spPr>
          <a:xfrm>
            <a:off x="1059229" y="36144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83" name="Google Shape;283;p38"/>
          <p:cNvSpPr txBox="1">
            <a:spLocks noGrp="1"/>
          </p:cNvSpPr>
          <p:nvPr>
            <p:ph type="title" idx="4"/>
          </p:nvPr>
        </p:nvSpPr>
        <p:spPr>
          <a:xfrm>
            <a:off x="3631360" y="1830575"/>
            <a:ext cx="18819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84" name="Google Shape;284;p38"/>
          <p:cNvSpPr txBox="1">
            <a:spLocks noGrp="1"/>
          </p:cNvSpPr>
          <p:nvPr>
            <p:ph type="subTitle" idx="5"/>
          </p:nvPr>
        </p:nvSpPr>
        <p:spPr>
          <a:xfrm>
            <a:off x="3639010" y="2140276"/>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85" name="Google Shape;285;p38"/>
          <p:cNvSpPr txBox="1">
            <a:spLocks noGrp="1"/>
          </p:cNvSpPr>
          <p:nvPr>
            <p:ph type="title" idx="6"/>
          </p:nvPr>
        </p:nvSpPr>
        <p:spPr>
          <a:xfrm>
            <a:off x="3631360" y="3280851"/>
            <a:ext cx="18819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86" name="Google Shape;286;p38"/>
          <p:cNvSpPr txBox="1">
            <a:spLocks noGrp="1"/>
          </p:cNvSpPr>
          <p:nvPr>
            <p:ph type="subTitle" idx="7"/>
          </p:nvPr>
        </p:nvSpPr>
        <p:spPr>
          <a:xfrm>
            <a:off x="3639010" y="36144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87" name="Google Shape;287;p38"/>
          <p:cNvSpPr txBox="1">
            <a:spLocks noGrp="1"/>
          </p:cNvSpPr>
          <p:nvPr>
            <p:ph type="title" idx="8"/>
          </p:nvPr>
        </p:nvSpPr>
        <p:spPr>
          <a:xfrm>
            <a:off x="6215127" y="1830575"/>
            <a:ext cx="1875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88" name="Google Shape;288;p38"/>
          <p:cNvSpPr txBox="1">
            <a:spLocks noGrp="1"/>
          </p:cNvSpPr>
          <p:nvPr>
            <p:ph type="subTitle" idx="9"/>
          </p:nvPr>
        </p:nvSpPr>
        <p:spPr>
          <a:xfrm>
            <a:off x="6219627" y="2140276"/>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89" name="Google Shape;289;p38"/>
          <p:cNvSpPr txBox="1">
            <a:spLocks noGrp="1"/>
          </p:cNvSpPr>
          <p:nvPr>
            <p:ph type="title" idx="13"/>
          </p:nvPr>
        </p:nvSpPr>
        <p:spPr>
          <a:xfrm>
            <a:off x="6215127" y="3280851"/>
            <a:ext cx="1875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b="1">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90" name="Google Shape;290;p38"/>
          <p:cNvSpPr txBox="1">
            <a:spLocks noGrp="1"/>
          </p:cNvSpPr>
          <p:nvPr>
            <p:ph type="subTitle" idx="14"/>
          </p:nvPr>
        </p:nvSpPr>
        <p:spPr>
          <a:xfrm>
            <a:off x="6219627" y="36144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91" name="Google Shape;291;p38"/>
          <p:cNvSpPr txBox="1">
            <a:spLocks noGrp="1"/>
          </p:cNvSpPr>
          <p:nvPr>
            <p:ph type="title" idx="15"/>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ive columns">
  <p:cSld name="CUSTOM_29_1">
    <p:bg>
      <p:bgPr>
        <a:solidFill>
          <a:schemeClr val="dk1"/>
        </a:solidFill>
        <a:effectLst/>
      </p:bgPr>
    </p:bg>
    <p:spTree>
      <p:nvGrpSpPr>
        <p:cNvPr id="1" name="Shape 292"/>
        <p:cNvGrpSpPr/>
        <p:nvPr/>
      </p:nvGrpSpPr>
      <p:grpSpPr>
        <a:xfrm>
          <a:off x="0" y="0"/>
          <a:ext cx="0" cy="0"/>
          <a:chOff x="0" y="0"/>
          <a:chExt cx="0" cy="0"/>
        </a:xfrm>
      </p:grpSpPr>
      <p:sp>
        <p:nvSpPr>
          <p:cNvPr id="293" name="Google Shape;293;p39"/>
          <p:cNvSpPr txBox="1">
            <a:spLocks noGrp="1"/>
          </p:cNvSpPr>
          <p:nvPr>
            <p:ph type="title"/>
          </p:nvPr>
        </p:nvSpPr>
        <p:spPr>
          <a:xfrm>
            <a:off x="1043779" y="3204651"/>
            <a:ext cx="18975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94" name="Google Shape;294;p39"/>
          <p:cNvSpPr txBox="1">
            <a:spLocks noGrp="1"/>
          </p:cNvSpPr>
          <p:nvPr>
            <p:ph type="subTitle" idx="1"/>
          </p:nvPr>
        </p:nvSpPr>
        <p:spPr>
          <a:xfrm>
            <a:off x="1059229" y="35382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95" name="Google Shape;295;p39"/>
          <p:cNvSpPr txBox="1">
            <a:spLocks noGrp="1"/>
          </p:cNvSpPr>
          <p:nvPr>
            <p:ph type="title" idx="2"/>
          </p:nvPr>
        </p:nvSpPr>
        <p:spPr>
          <a:xfrm>
            <a:off x="2342317" y="1754375"/>
            <a:ext cx="18819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96" name="Google Shape;296;p39"/>
          <p:cNvSpPr txBox="1">
            <a:spLocks noGrp="1"/>
          </p:cNvSpPr>
          <p:nvPr>
            <p:ph type="subTitle" idx="3"/>
          </p:nvPr>
        </p:nvSpPr>
        <p:spPr>
          <a:xfrm>
            <a:off x="2349967" y="2064076"/>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97" name="Google Shape;297;p39"/>
          <p:cNvSpPr txBox="1">
            <a:spLocks noGrp="1"/>
          </p:cNvSpPr>
          <p:nvPr>
            <p:ph type="title" idx="4"/>
          </p:nvPr>
        </p:nvSpPr>
        <p:spPr>
          <a:xfrm>
            <a:off x="3631360" y="3204651"/>
            <a:ext cx="18819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98" name="Google Shape;298;p39"/>
          <p:cNvSpPr txBox="1">
            <a:spLocks noGrp="1"/>
          </p:cNvSpPr>
          <p:nvPr>
            <p:ph type="subTitle" idx="5"/>
          </p:nvPr>
        </p:nvSpPr>
        <p:spPr>
          <a:xfrm>
            <a:off x="3639010" y="35382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299" name="Google Shape;299;p39"/>
          <p:cNvSpPr txBox="1">
            <a:spLocks noGrp="1"/>
          </p:cNvSpPr>
          <p:nvPr>
            <p:ph type="title" idx="6"/>
          </p:nvPr>
        </p:nvSpPr>
        <p:spPr>
          <a:xfrm>
            <a:off x="4926083" y="1754375"/>
            <a:ext cx="1875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300" name="Google Shape;300;p39"/>
          <p:cNvSpPr txBox="1">
            <a:spLocks noGrp="1"/>
          </p:cNvSpPr>
          <p:nvPr>
            <p:ph type="subTitle" idx="7"/>
          </p:nvPr>
        </p:nvSpPr>
        <p:spPr>
          <a:xfrm>
            <a:off x="4930583" y="2064076"/>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01" name="Google Shape;301;p39"/>
          <p:cNvSpPr txBox="1">
            <a:spLocks noGrp="1"/>
          </p:cNvSpPr>
          <p:nvPr>
            <p:ph type="title" idx="8"/>
          </p:nvPr>
        </p:nvSpPr>
        <p:spPr>
          <a:xfrm>
            <a:off x="6215127" y="3204651"/>
            <a:ext cx="1875600" cy="401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302" name="Google Shape;302;p39"/>
          <p:cNvSpPr txBox="1">
            <a:spLocks noGrp="1"/>
          </p:cNvSpPr>
          <p:nvPr>
            <p:ph type="subTitle" idx="9"/>
          </p:nvPr>
        </p:nvSpPr>
        <p:spPr>
          <a:xfrm>
            <a:off x="6219627" y="3538242"/>
            <a:ext cx="18666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03" name="Google Shape;303;p39"/>
          <p:cNvSpPr txBox="1">
            <a:spLocks noGrp="1"/>
          </p:cNvSpPr>
          <p:nvPr>
            <p:ph type="title" idx="13"/>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700"/>
              <a:buNone/>
              <a:defRPr sz="3000" b="1">
                <a:solidFill>
                  <a:schemeClr val="lt1"/>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4">
  <p:cSld name="CUSTOM_32">
    <p:bg>
      <p:bgPr>
        <a:solidFill>
          <a:schemeClr val="accent5"/>
        </a:solidFill>
        <a:effectLst/>
      </p:bgPr>
    </p:bg>
    <p:spTree>
      <p:nvGrpSpPr>
        <p:cNvPr id="1" name="Shape 304"/>
        <p:cNvGrpSpPr/>
        <p:nvPr/>
      </p:nvGrpSpPr>
      <p:grpSpPr>
        <a:xfrm>
          <a:off x="0" y="0"/>
          <a:ext cx="0" cy="0"/>
          <a:chOff x="0" y="0"/>
          <a:chExt cx="0" cy="0"/>
        </a:xfrm>
      </p:grpSpPr>
      <p:sp>
        <p:nvSpPr>
          <p:cNvPr id="305" name="Google Shape;305;p40"/>
          <p:cNvSpPr/>
          <p:nvPr/>
        </p:nvSpPr>
        <p:spPr>
          <a:xfrm rot="10800000">
            <a:off x="5891850" y="-387100"/>
            <a:ext cx="5264100" cy="2697600"/>
          </a:xfrm>
          <a:prstGeom prst="triangle">
            <a:avLst>
              <a:gd name="adj" fmla="val 5000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0"/>
          <p:cNvSpPr/>
          <p:nvPr/>
        </p:nvSpPr>
        <p:spPr>
          <a:xfrm>
            <a:off x="-5191825" y="2310500"/>
            <a:ext cx="7403100" cy="37941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0"/>
          <p:cNvSpPr txBox="1">
            <a:spLocks noGrp="1"/>
          </p:cNvSpPr>
          <p:nvPr>
            <p:ph type="title"/>
          </p:nvPr>
        </p:nvSpPr>
        <p:spPr>
          <a:xfrm>
            <a:off x="862450" y="3324450"/>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08" name="Google Shape;308;p40"/>
          <p:cNvSpPr txBox="1">
            <a:spLocks noGrp="1"/>
          </p:cNvSpPr>
          <p:nvPr>
            <p:ph type="subTitle" idx="1"/>
          </p:nvPr>
        </p:nvSpPr>
        <p:spPr>
          <a:xfrm>
            <a:off x="424450" y="3583211"/>
            <a:ext cx="2639700" cy="8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09" name="Google Shape;309;p40"/>
          <p:cNvSpPr txBox="1">
            <a:spLocks noGrp="1"/>
          </p:cNvSpPr>
          <p:nvPr>
            <p:ph type="title" idx="2"/>
          </p:nvPr>
        </p:nvSpPr>
        <p:spPr>
          <a:xfrm>
            <a:off x="6525755" y="3324450"/>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10" name="Google Shape;310;p40"/>
          <p:cNvSpPr txBox="1">
            <a:spLocks noGrp="1"/>
          </p:cNvSpPr>
          <p:nvPr>
            <p:ph type="subTitle" idx="3"/>
          </p:nvPr>
        </p:nvSpPr>
        <p:spPr>
          <a:xfrm>
            <a:off x="6087751" y="3583211"/>
            <a:ext cx="2639700" cy="8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11" name="Google Shape;311;p40"/>
          <p:cNvSpPr txBox="1">
            <a:spLocks noGrp="1"/>
          </p:cNvSpPr>
          <p:nvPr>
            <p:ph type="title" idx="4"/>
          </p:nvPr>
        </p:nvSpPr>
        <p:spPr>
          <a:xfrm>
            <a:off x="3690150" y="3324450"/>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12" name="Google Shape;312;p40"/>
          <p:cNvSpPr txBox="1">
            <a:spLocks noGrp="1"/>
          </p:cNvSpPr>
          <p:nvPr>
            <p:ph type="subTitle" idx="5"/>
          </p:nvPr>
        </p:nvSpPr>
        <p:spPr>
          <a:xfrm>
            <a:off x="3252148" y="3583211"/>
            <a:ext cx="2639700" cy="8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13" name="Google Shape;313;p40"/>
          <p:cNvSpPr txBox="1">
            <a:spLocks noGrp="1"/>
          </p:cNvSpPr>
          <p:nvPr>
            <p:ph type="title" idx="6"/>
          </p:nvPr>
        </p:nvSpPr>
        <p:spPr>
          <a:xfrm>
            <a:off x="1687950" y="530725"/>
            <a:ext cx="57681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3">
  <p:cSld name="CUSTOM_32_1">
    <p:bg>
      <p:bgPr>
        <a:solidFill>
          <a:schemeClr val="accent5"/>
        </a:solidFill>
        <a:effectLst/>
      </p:bgPr>
    </p:bg>
    <p:spTree>
      <p:nvGrpSpPr>
        <p:cNvPr id="1" name="Shape 314"/>
        <p:cNvGrpSpPr/>
        <p:nvPr/>
      </p:nvGrpSpPr>
      <p:grpSpPr>
        <a:xfrm>
          <a:off x="0" y="0"/>
          <a:ext cx="0" cy="0"/>
          <a:chOff x="0" y="0"/>
          <a:chExt cx="0" cy="0"/>
        </a:xfrm>
      </p:grpSpPr>
      <p:sp>
        <p:nvSpPr>
          <p:cNvPr id="315" name="Google Shape;315;p41"/>
          <p:cNvSpPr/>
          <p:nvPr/>
        </p:nvSpPr>
        <p:spPr>
          <a:xfrm rot="5400000" flipH="1">
            <a:off x="-3170100" y="96925"/>
            <a:ext cx="10676100" cy="4808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1"/>
          <p:cNvSpPr txBox="1">
            <a:spLocks noGrp="1"/>
          </p:cNvSpPr>
          <p:nvPr>
            <p:ph type="title"/>
          </p:nvPr>
        </p:nvSpPr>
        <p:spPr>
          <a:xfrm>
            <a:off x="5621850" y="1032225"/>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17" name="Google Shape;317;p41"/>
          <p:cNvSpPr txBox="1">
            <a:spLocks noGrp="1"/>
          </p:cNvSpPr>
          <p:nvPr>
            <p:ph type="subTitle" idx="1"/>
          </p:nvPr>
        </p:nvSpPr>
        <p:spPr>
          <a:xfrm>
            <a:off x="5295600" y="1276125"/>
            <a:ext cx="2416200" cy="56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18" name="Google Shape;318;p41"/>
          <p:cNvSpPr txBox="1">
            <a:spLocks noGrp="1"/>
          </p:cNvSpPr>
          <p:nvPr>
            <p:ph type="title" idx="2"/>
          </p:nvPr>
        </p:nvSpPr>
        <p:spPr>
          <a:xfrm>
            <a:off x="713225" y="2279700"/>
            <a:ext cx="3328800" cy="584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19" name="Google Shape;319;p41"/>
          <p:cNvSpPr txBox="1">
            <a:spLocks noGrp="1"/>
          </p:cNvSpPr>
          <p:nvPr>
            <p:ph type="title" idx="3"/>
          </p:nvPr>
        </p:nvSpPr>
        <p:spPr>
          <a:xfrm>
            <a:off x="5621850" y="2460810"/>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20" name="Google Shape;320;p41"/>
          <p:cNvSpPr txBox="1">
            <a:spLocks noGrp="1"/>
          </p:cNvSpPr>
          <p:nvPr>
            <p:ph type="subTitle" idx="4"/>
          </p:nvPr>
        </p:nvSpPr>
        <p:spPr>
          <a:xfrm>
            <a:off x="5295600" y="2709472"/>
            <a:ext cx="2416200" cy="56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21" name="Google Shape;321;p41"/>
          <p:cNvSpPr txBox="1">
            <a:spLocks noGrp="1"/>
          </p:cNvSpPr>
          <p:nvPr>
            <p:ph type="title" idx="5"/>
          </p:nvPr>
        </p:nvSpPr>
        <p:spPr>
          <a:xfrm>
            <a:off x="5621850" y="3877419"/>
            <a:ext cx="1763700" cy="308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22" name="Google Shape;322;p41"/>
          <p:cNvSpPr txBox="1">
            <a:spLocks noGrp="1"/>
          </p:cNvSpPr>
          <p:nvPr>
            <p:ph type="subTitle" idx="6"/>
          </p:nvPr>
        </p:nvSpPr>
        <p:spPr>
          <a:xfrm>
            <a:off x="5295600" y="4126082"/>
            <a:ext cx="2416200" cy="56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23" name="Google Shape;323;p41"/>
          <p:cNvSpPr/>
          <p:nvPr/>
        </p:nvSpPr>
        <p:spPr>
          <a:xfrm rot="10800000">
            <a:off x="6984125" y="-614375"/>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4" name="Google Shape;324;p41"/>
          <p:cNvSpPr/>
          <p:nvPr/>
        </p:nvSpPr>
        <p:spPr>
          <a:xfrm rot="10800000">
            <a:off x="7044125" y="-709625"/>
            <a:ext cx="3405900" cy="330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5" name="Google Shape;325;p41"/>
          <p:cNvSpPr/>
          <p:nvPr/>
        </p:nvSpPr>
        <p:spPr>
          <a:xfrm flipH="1">
            <a:off x="7963400" y="3988625"/>
            <a:ext cx="1355400" cy="13143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6" name="Google Shape;326;p41"/>
          <p:cNvSpPr/>
          <p:nvPr/>
        </p:nvSpPr>
        <p:spPr>
          <a:xfrm>
            <a:off x="7338200" y="4256000"/>
            <a:ext cx="2913300" cy="13665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1">
  <p:cSld name="CUSTOM_24">
    <p:bg>
      <p:bgPr>
        <a:solidFill>
          <a:schemeClr val="accent5"/>
        </a:solidFill>
        <a:effectLst/>
      </p:bgPr>
    </p:bg>
    <p:spTree>
      <p:nvGrpSpPr>
        <p:cNvPr id="1" name="Shape 327"/>
        <p:cNvGrpSpPr/>
        <p:nvPr/>
      </p:nvGrpSpPr>
      <p:grpSpPr>
        <a:xfrm>
          <a:off x="0" y="0"/>
          <a:ext cx="0" cy="0"/>
          <a:chOff x="0" y="0"/>
          <a:chExt cx="0" cy="0"/>
        </a:xfrm>
      </p:grpSpPr>
      <p:sp>
        <p:nvSpPr>
          <p:cNvPr id="328" name="Google Shape;328;p42"/>
          <p:cNvSpPr txBox="1">
            <a:spLocks noGrp="1"/>
          </p:cNvSpPr>
          <p:nvPr>
            <p:ph type="title"/>
          </p:nvPr>
        </p:nvSpPr>
        <p:spPr>
          <a:xfrm>
            <a:off x="4260300" y="530725"/>
            <a:ext cx="51954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329" name="Google Shape;329;p42"/>
          <p:cNvSpPr/>
          <p:nvPr/>
        </p:nvSpPr>
        <p:spPr>
          <a:xfrm rot="10800000">
            <a:off x="6907925" y="-808550"/>
            <a:ext cx="3405900" cy="3302400"/>
          </a:xfrm>
          <a:prstGeom prst="rtTriangl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30" name="Google Shape;330;p42"/>
          <p:cNvSpPr/>
          <p:nvPr/>
        </p:nvSpPr>
        <p:spPr>
          <a:xfrm rot="10800000">
            <a:off x="6967925" y="-903800"/>
            <a:ext cx="3405900" cy="330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2">
  <p:cSld name="TITLE_ONLY_1">
    <p:bg>
      <p:bgPr>
        <a:solidFill>
          <a:schemeClr val="accent5"/>
        </a:solidFill>
        <a:effectLst/>
      </p:bgPr>
    </p:bg>
    <p:spTree>
      <p:nvGrpSpPr>
        <p:cNvPr id="1" name="Shape 331"/>
        <p:cNvGrpSpPr/>
        <p:nvPr/>
      </p:nvGrpSpPr>
      <p:grpSpPr>
        <a:xfrm>
          <a:off x="0" y="0"/>
          <a:ext cx="0" cy="0"/>
          <a:chOff x="0" y="0"/>
          <a:chExt cx="0" cy="0"/>
        </a:xfrm>
      </p:grpSpPr>
      <p:sp>
        <p:nvSpPr>
          <p:cNvPr id="332" name="Google Shape;332;p43"/>
          <p:cNvSpPr/>
          <p:nvPr/>
        </p:nvSpPr>
        <p:spPr>
          <a:xfrm>
            <a:off x="-522475" y="3430700"/>
            <a:ext cx="2292600" cy="208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3"/>
          <p:cNvSpPr txBox="1">
            <a:spLocks noGrp="1"/>
          </p:cNvSpPr>
          <p:nvPr>
            <p:ph type="title"/>
          </p:nvPr>
        </p:nvSpPr>
        <p:spPr>
          <a:xfrm>
            <a:off x="892050" y="530725"/>
            <a:ext cx="7359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34" name="Google Shape;334;p43"/>
          <p:cNvSpPr/>
          <p:nvPr/>
        </p:nvSpPr>
        <p:spPr>
          <a:xfrm rot="10800000">
            <a:off x="7261800" y="-552525"/>
            <a:ext cx="2292600" cy="20841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3"/>
          <p:cNvSpPr/>
          <p:nvPr/>
        </p:nvSpPr>
        <p:spPr>
          <a:xfrm flipH="1">
            <a:off x="-2363425" y="4490900"/>
            <a:ext cx="5364900" cy="2516400"/>
          </a:xfrm>
          <a:prstGeom prst="triangle">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3"/>
          <p:cNvSpPr/>
          <p:nvPr/>
        </p:nvSpPr>
        <p:spPr>
          <a:xfrm rot="-5400000" flipH="1">
            <a:off x="7959050" y="337625"/>
            <a:ext cx="2457300" cy="11526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7">
  <p:cSld name="TITLE_ONLY_1_1">
    <p:bg>
      <p:bgPr>
        <a:solidFill>
          <a:schemeClr val="dk1"/>
        </a:solidFill>
        <a:effectLst/>
      </p:bgPr>
    </p:bg>
    <p:spTree>
      <p:nvGrpSpPr>
        <p:cNvPr id="1" name="Shape 337"/>
        <p:cNvGrpSpPr/>
        <p:nvPr/>
      </p:nvGrpSpPr>
      <p:grpSpPr>
        <a:xfrm>
          <a:off x="0" y="0"/>
          <a:ext cx="0" cy="0"/>
          <a:chOff x="0" y="0"/>
          <a:chExt cx="0" cy="0"/>
        </a:xfrm>
      </p:grpSpPr>
      <p:sp>
        <p:nvSpPr>
          <p:cNvPr id="338" name="Google Shape;338;p44"/>
          <p:cNvSpPr txBox="1">
            <a:spLocks noGrp="1"/>
          </p:cNvSpPr>
          <p:nvPr>
            <p:ph type="title"/>
          </p:nvPr>
        </p:nvSpPr>
        <p:spPr>
          <a:xfrm>
            <a:off x="892050" y="530725"/>
            <a:ext cx="7359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lt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39" name="Google Shape;339;p44"/>
          <p:cNvSpPr/>
          <p:nvPr/>
        </p:nvSpPr>
        <p:spPr>
          <a:xfrm rot="10800000" flipH="1">
            <a:off x="-229775" y="-360250"/>
            <a:ext cx="2292600" cy="20841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4"/>
          <p:cNvSpPr/>
          <p:nvPr/>
        </p:nvSpPr>
        <p:spPr>
          <a:xfrm>
            <a:off x="6989900" y="3447800"/>
            <a:ext cx="5364900" cy="25164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3">
  <p:cSld name="CUSTOM_24_1">
    <p:bg>
      <p:bgPr>
        <a:solidFill>
          <a:schemeClr val="accent5"/>
        </a:solidFill>
        <a:effectLst/>
      </p:bgPr>
    </p:bg>
    <p:spTree>
      <p:nvGrpSpPr>
        <p:cNvPr id="1" name="Shape 341"/>
        <p:cNvGrpSpPr/>
        <p:nvPr/>
      </p:nvGrpSpPr>
      <p:grpSpPr>
        <a:xfrm>
          <a:off x="0" y="0"/>
          <a:ext cx="0" cy="0"/>
          <a:chOff x="0" y="0"/>
          <a:chExt cx="0" cy="0"/>
        </a:xfrm>
      </p:grpSpPr>
      <p:sp>
        <p:nvSpPr>
          <p:cNvPr id="342" name="Google Shape;342;p45"/>
          <p:cNvSpPr txBox="1">
            <a:spLocks noGrp="1"/>
          </p:cNvSpPr>
          <p:nvPr>
            <p:ph type="title"/>
          </p:nvPr>
        </p:nvSpPr>
        <p:spPr>
          <a:xfrm>
            <a:off x="713225" y="530725"/>
            <a:ext cx="57714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343" name="Google Shape;343;p45"/>
          <p:cNvSpPr/>
          <p:nvPr/>
        </p:nvSpPr>
        <p:spPr>
          <a:xfrm rot="10800000">
            <a:off x="-2495250" y="-885400"/>
            <a:ext cx="4317900" cy="22131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4">
  <p:cSld name="TITLE_ONLY_2">
    <p:bg>
      <p:bgPr>
        <a:solidFill>
          <a:schemeClr val="accent5"/>
        </a:solidFill>
        <a:effectLst/>
      </p:bgPr>
    </p:bg>
    <p:spTree>
      <p:nvGrpSpPr>
        <p:cNvPr id="1" name="Shape 344"/>
        <p:cNvGrpSpPr/>
        <p:nvPr/>
      </p:nvGrpSpPr>
      <p:grpSpPr>
        <a:xfrm>
          <a:off x="0" y="0"/>
          <a:ext cx="0" cy="0"/>
          <a:chOff x="0" y="0"/>
          <a:chExt cx="0" cy="0"/>
        </a:xfrm>
      </p:grpSpPr>
      <p:sp>
        <p:nvSpPr>
          <p:cNvPr id="345" name="Google Shape;345;p46"/>
          <p:cNvSpPr txBox="1">
            <a:spLocks noGrp="1"/>
          </p:cNvSpPr>
          <p:nvPr>
            <p:ph type="title"/>
          </p:nvPr>
        </p:nvSpPr>
        <p:spPr>
          <a:xfrm>
            <a:off x="713225" y="530725"/>
            <a:ext cx="73599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46" name="Google Shape;346;p46"/>
          <p:cNvSpPr/>
          <p:nvPr/>
        </p:nvSpPr>
        <p:spPr>
          <a:xfrm>
            <a:off x="-1776650" y="2701175"/>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7" name="Google Shape;347;p46"/>
          <p:cNvSpPr/>
          <p:nvPr/>
        </p:nvSpPr>
        <p:spPr>
          <a:xfrm rot="10800000">
            <a:off x="6494725" y="-1182250"/>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8" name="Google Shape;348;p46"/>
          <p:cNvSpPr/>
          <p:nvPr/>
        </p:nvSpPr>
        <p:spPr>
          <a:xfrm rot="10800000">
            <a:off x="5454700" y="-17893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5">
  <p:cSld name="TITLE_ONLY_2_1">
    <p:bg>
      <p:bgPr>
        <a:solidFill>
          <a:schemeClr val="accent5"/>
        </a:solidFill>
        <a:effectLst/>
      </p:bgPr>
    </p:bg>
    <p:spTree>
      <p:nvGrpSpPr>
        <p:cNvPr id="1" name="Shape 349"/>
        <p:cNvGrpSpPr/>
        <p:nvPr/>
      </p:nvGrpSpPr>
      <p:grpSpPr>
        <a:xfrm>
          <a:off x="0" y="0"/>
          <a:ext cx="0" cy="0"/>
          <a:chOff x="0" y="0"/>
          <a:chExt cx="0" cy="0"/>
        </a:xfrm>
      </p:grpSpPr>
      <p:sp>
        <p:nvSpPr>
          <p:cNvPr id="350" name="Google Shape;350;p47"/>
          <p:cNvSpPr txBox="1">
            <a:spLocks noGrp="1"/>
          </p:cNvSpPr>
          <p:nvPr>
            <p:ph type="title"/>
          </p:nvPr>
        </p:nvSpPr>
        <p:spPr>
          <a:xfrm>
            <a:off x="892050" y="530725"/>
            <a:ext cx="7359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51" name="Google Shape;351;p47"/>
          <p:cNvSpPr/>
          <p:nvPr/>
        </p:nvSpPr>
        <p:spPr>
          <a:xfrm rot="10800000" flipH="1">
            <a:off x="-287750" y="-113775"/>
            <a:ext cx="2978700" cy="3082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7"/>
          <p:cNvSpPr/>
          <p:nvPr/>
        </p:nvSpPr>
        <p:spPr>
          <a:xfrm>
            <a:off x="5008975" y="1687000"/>
            <a:ext cx="7403100" cy="37941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6">
  <p:cSld name="TITLE_ONLY_3">
    <p:bg>
      <p:bgPr>
        <a:solidFill>
          <a:schemeClr val="accent5"/>
        </a:solidFill>
        <a:effectLst/>
      </p:bgPr>
    </p:bg>
    <p:spTree>
      <p:nvGrpSpPr>
        <p:cNvPr id="1" name="Shape 353"/>
        <p:cNvGrpSpPr/>
        <p:nvPr/>
      </p:nvGrpSpPr>
      <p:grpSpPr>
        <a:xfrm>
          <a:off x="0" y="0"/>
          <a:ext cx="0" cy="0"/>
          <a:chOff x="0" y="0"/>
          <a:chExt cx="0" cy="0"/>
        </a:xfrm>
      </p:grpSpPr>
      <p:sp>
        <p:nvSpPr>
          <p:cNvPr id="354" name="Google Shape;354;p48"/>
          <p:cNvSpPr txBox="1">
            <a:spLocks noGrp="1"/>
          </p:cNvSpPr>
          <p:nvPr>
            <p:ph type="title"/>
          </p:nvPr>
        </p:nvSpPr>
        <p:spPr>
          <a:xfrm>
            <a:off x="716550"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55" name="Google Shape;355;p48"/>
          <p:cNvSpPr/>
          <p:nvPr/>
        </p:nvSpPr>
        <p:spPr>
          <a:xfrm>
            <a:off x="-1681400"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6" name="Google Shape;356;p48"/>
          <p:cNvSpPr/>
          <p:nvPr/>
        </p:nvSpPr>
        <p:spPr>
          <a:xfrm rot="10800000">
            <a:off x="6494725" y="-11822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57" name="Google Shape;357;p48"/>
          <p:cNvSpPr/>
          <p:nvPr/>
        </p:nvSpPr>
        <p:spPr>
          <a:xfrm rot="10800000">
            <a:off x="5454700" y="-17893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0">
  <p:cSld name="TITLE_AND_BODY_1">
    <p:bg>
      <p:bgPr>
        <a:solidFill>
          <a:schemeClr val="accent5"/>
        </a:solidFill>
        <a:effectLst/>
      </p:bgPr>
    </p:bg>
    <p:spTree>
      <p:nvGrpSpPr>
        <p:cNvPr id="1" name="Shape 358"/>
        <p:cNvGrpSpPr/>
        <p:nvPr/>
      </p:nvGrpSpPr>
      <p:grpSpPr>
        <a:xfrm>
          <a:off x="0" y="0"/>
          <a:ext cx="0" cy="0"/>
          <a:chOff x="0" y="0"/>
          <a:chExt cx="0" cy="0"/>
        </a:xfrm>
      </p:grpSpPr>
      <p:sp>
        <p:nvSpPr>
          <p:cNvPr id="359" name="Google Shape;359;p49"/>
          <p:cNvSpPr txBox="1">
            <a:spLocks noGrp="1"/>
          </p:cNvSpPr>
          <p:nvPr>
            <p:ph type="title"/>
          </p:nvPr>
        </p:nvSpPr>
        <p:spPr>
          <a:xfrm>
            <a:off x="713225"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60" name="Google Shape;360;p49"/>
          <p:cNvSpPr/>
          <p:nvPr/>
        </p:nvSpPr>
        <p:spPr>
          <a:xfrm>
            <a:off x="-1681400" y="2482100"/>
            <a:ext cx="3405900" cy="330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1" name="Google Shape;361;p49"/>
          <p:cNvSpPr/>
          <p:nvPr/>
        </p:nvSpPr>
        <p:spPr>
          <a:xfrm rot="10800000">
            <a:off x="6494725" y="-11822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2" name="Google Shape;362;p49"/>
          <p:cNvSpPr/>
          <p:nvPr/>
        </p:nvSpPr>
        <p:spPr>
          <a:xfrm rot="10800000">
            <a:off x="5515225" y="-1807100"/>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9"/>
          <p:cNvSpPr txBox="1">
            <a:spLocks noGrp="1"/>
          </p:cNvSpPr>
          <p:nvPr>
            <p:ph type="body" idx="1"/>
          </p:nvPr>
        </p:nvSpPr>
        <p:spPr>
          <a:xfrm>
            <a:off x="713225" y="1424150"/>
            <a:ext cx="7710900" cy="3259800"/>
          </a:xfrm>
          <a:prstGeom prst="rect">
            <a:avLst/>
          </a:prstGeom>
        </p:spPr>
        <p:txBody>
          <a:bodyPr spcFirstLastPara="1" wrap="square" lIns="91425" tIns="91425" rIns="91425" bIns="91425" anchor="t" anchorCtr="0">
            <a:noAutofit/>
          </a:bodyPr>
          <a:lstStyle>
            <a:lvl1pPr marL="457200" marR="50800" lvl="0" indent="-317500"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rtl="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11">
  <p:cSld name="TITLE_AND_BODY_1_1">
    <p:bg>
      <p:bgPr>
        <a:solidFill>
          <a:schemeClr val="accent5"/>
        </a:solidFill>
        <a:effectLst/>
      </p:bgPr>
    </p:bg>
    <p:spTree>
      <p:nvGrpSpPr>
        <p:cNvPr id="1" name="Shape 364"/>
        <p:cNvGrpSpPr/>
        <p:nvPr/>
      </p:nvGrpSpPr>
      <p:grpSpPr>
        <a:xfrm>
          <a:off x="0" y="0"/>
          <a:ext cx="0" cy="0"/>
          <a:chOff x="0" y="0"/>
          <a:chExt cx="0" cy="0"/>
        </a:xfrm>
      </p:grpSpPr>
      <p:sp>
        <p:nvSpPr>
          <p:cNvPr id="365" name="Google Shape;365;p50"/>
          <p:cNvSpPr txBox="1">
            <a:spLocks noGrp="1"/>
          </p:cNvSpPr>
          <p:nvPr>
            <p:ph type="title"/>
          </p:nvPr>
        </p:nvSpPr>
        <p:spPr>
          <a:xfrm>
            <a:off x="713225" y="530725"/>
            <a:ext cx="7710900" cy="52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366" name="Google Shape;366;p50"/>
          <p:cNvSpPr/>
          <p:nvPr/>
        </p:nvSpPr>
        <p:spPr>
          <a:xfrm flipH="1">
            <a:off x="7413700" y="2482100"/>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7" name="Google Shape;367;p50"/>
          <p:cNvSpPr/>
          <p:nvPr/>
        </p:nvSpPr>
        <p:spPr>
          <a:xfrm rot="10800000" flipH="1">
            <a:off x="-924550" y="-1354075"/>
            <a:ext cx="3405900" cy="330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68" name="Google Shape;368;p50"/>
          <p:cNvSpPr/>
          <p:nvPr/>
        </p:nvSpPr>
        <p:spPr>
          <a:xfrm rot="10800000" flipH="1">
            <a:off x="-1996725" y="-1985675"/>
            <a:ext cx="5364900" cy="2516400"/>
          </a:xfrm>
          <a:prstGeom prst="triangle">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0"/>
          <p:cNvSpPr txBox="1">
            <a:spLocks noGrp="1"/>
          </p:cNvSpPr>
          <p:nvPr>
            <p:ph type="body" idx="1"/>
          </p:nvPr>
        </p:nvSpPr>
        <p:spPr>
          <a:xfrm>
            <a:off x="713225" y="1424150"/>
            <a:ext cx="7710900" cy="3259800"/>
          </a:xfrm>
          <a:prstGeom prst="rect">
            <a:avLst/>
          </a:prstGeom>
        </p:spPr>
        <p:txBody>
          <a:bodyPr spcFirstLastPara="1" wrap="square" lIns="91425" tIns="91425" rIns="91425" bIns="91425" anchor="t" anchorCtr="0">
            <a:noAutofit/>
          </a:bodyPr>
          <a:lstStyle>
            <a:lvl1pPr marL="457200" marR="50800" lvl="0" indent="-317500"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rtl="0">
              <a:lnSpc>
                <a:spcPct val="100000"/>
              </a:lnSpc>
              <a:spcBef>
                <a:spcPts val="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rtl="0">
              <a:spcBef>
                <a:spcPts val="1600"/>
              </a:spcBef>
              <a:spcAft>
                <a:spcPts val="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rtl="0">
              <a:spcBef>
                <a:spcPts val="1600"/>
              </a:spcBef>
              <a:spcAft>
                <a:spcPts val="1600"/>
              </a:spcAft>
              <a:buClr>
                <a:schemeClr val="dk1"/>
              </a:buClr>
              <a:buSzPts val="1400"/>
              <a:buFont typeface="Didact Gothic" panose="00000500000000000000"/>
              <a:buChar char="■"/>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hree columns 5">
  <p:cSld name="CUSTOM_1_1_2">
    <p:bg>
      <p:bgPr>
        <a:solidFill>
          <a:schemeClr val="accent5"/>
        </a:solidFill>
        <a:effectLst/>
      </p:bgPr>
    </p:bg>
    <p:spTree>
      <p:nvGrpSpPr>
        <p:cNvPr id="1" name="Shape 370"/>
        <p:cNvGrpSpPr/>
        <p:nvPr/>
      </p:nvGrpSpPr>
      <p:grpSpPr>
        <a:xfrm>
          <a:off x="0" y="0"/>
          <a:ext cx="0" cy="0"/>
          <a:chOff x="0" y="0"/>
          <a:chExt cx="0" cy="0"/>
        </a:xfrm>
      </p:grpSpPr>
      <p:sp>
        <p:nvSpPr>
          <p:cNvPr id="371" name="Google Shape;371;p51"/>
          <p:cNvSpPr txBox="1">
            <a:spLocks noGrp="1"/>
          </p:cNvSpPr>
          <p:nvPr>
            <p:ph type="title"/>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372" name="Google Shape;372;p51"/>
          <p:cNvSpPr txBox="1">
            <a:spLocks noGrp="1"/>
          </p:cNvSpPr>
          <p:nvPr>
            <p:ph type="title" idx="2"/>
          </p:nvPr>
        </p:nvSpPr>
        <p:spPr>
          <a:xfrm>
            <a:off x="1284681" y="3270025"/>
            <a:ext cx="11598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73" name="Google Shape;373;p51"/>
          <p:cNvSpPr txBox="1">
            <a:spLocks noGrp="1"/>
          </p:cNvSpPr>
          <p:nvPr>
            <p:ph type="subTitle" idx="1"/>
          </p:nvPr>
        </p:nvSpPr>
        <p:spPr>
          <a:xfrm>
            <a:off x="940581" y="3541195"/>
            <a:ext cx="18480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74" name="Google Shape;374;p51"/>
          <p:cNvSpPr txBox="1">
            <a:spLocks noGrp="1"/>
          </p:cNvSpPr>
          <p:nvPr>
            <p:ph type="title" idx="3"/>
          </p:nvPr>
        </p:nvSpPr>
        <p:spPr>
          <a:xfrm>
            <a:off x="6699519" y="3257475"/>
            <a:ext cx="11598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75" name="Google Shape;375;p51"/>
          <p:cNvSpPr txBox="1">
            <a:spLocks noGrp="1"/>
          </p:cNvSpPr>
          <p:nvPr>
            <p:ph type="subTitle" idx="4"/>
          </p:nvPr>
        </p:nvSpPr>
        <p:spPr>
          <a:xfrm>
            <a:off x="6355419" y="3520107"/>
            <a:ext cx="18480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76" name="Google Shape;376;p51"/>
          <p:cNvSpPr txBox="1">
            <a:spLocks noGrp="1"/>
          </p:cNvSpPr>
          <p:nvPr>
            <p:ph type="title" idx="5"/>
          </p:nvPr>
        </p:nvSpPr>
        <p:spPr>
          <a:xfrm>
            <a:off x="3990022" y="3270025"/>
            <a:ext cx="11598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377" name="Google Shape;377;p51"/>
          <p:cNvSpPr txBox="1">
            <a:spLocks noGrp="1"/>
          </p:cNvSpPr>
          <p:nvPr>
            <p:ph type="subTitle" idx="6"/>
          </p:nvPr>
        </p:nvSpPr>
        <p:spPr>
          <a:xfrm>
            <a:off x="3645922" y="3541195"/>
            <a:ext cx="1848000" cy="208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p:cSld name="CUSTOM_23">
    <p:bg>
      <p:bgPr>
        <a:solidFill>
          <a:schemeClr val="accent5"/>
        </a:solidFill>
        <a:effectLst/>
      </p:bgPr>
    </p:bg>
    <p:spTree>
      <p:nvGrpSpPr>
        <p:cNvPr id="1" name="Shape 378"/>
        <p:cNvGrpSpPr/>
        <p:nvPr/>
      </p:nvGrpSpPr>
      <p:grpSpPr>
        <a:xfrm>
          <a:off x="0" y="0"/>
          <a:ext cx="0" cy="0"/>
          <a:chOff x="0" y="0"/>
          <a:chExt cx="0" cy="0"/>
        </a:xfrm>
      </p:grpSpPr>
      <p:sp>
        <p:nvSpPr>
          <p:cNvPr id="379" name="Google Shape;379;p52"/>
          <p:cNvSpPr/>
          <p:nvPr/>
        </p:nvSpPr>
        <p:spPr>
          <a:xfrm flipH="1">
            <a:off x="4458687" y="-942975"/>
            <a:ext cx="8250600" cy="7999800"/>
          </a:xfrm>
          <a:prstGeom prst="rtTriangl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80" name="Google Shape;380;p52"/>
          <p:cNvSpPr/>
          <p:nvPr/>
        </p:nvSpPr>
        <p:spPr>
          <a:xfrm>
            <a:off x="3310050" y="1947500"/>
            <a:ext cx="2523900" cy="20247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2"/>
          <p:cNvSpPr/>
          <p:nvPr/>
        </p:nvSpPr>
        <p:spPr>
          <a:xfrm>
            <a:off x="535050" y="1947500"/>
            <a:ext cx="2523900" cy="20247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52"/>
          <p:cNvSpPr/>
          <p:nvPr/>
        </p:nvSpPr>
        <p:spPr>
          <a:xfrm>
            <a:off x="6085050" y="1947500"/>
            <a:ext cx="2523900" cy="20247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2"/>
          <p:cNvSpPr txBox="1">
            <a:spLocks noGrp="1"/>
          </p:cNvSpPr>
          <p:nvPr>
            <p:ph type="subTitle" idx="1"/>
          </p:nvPr>
        </p:nvSpPr>
        <p:spPr>
          <a:xfrm>
            <a:off x="653699" y="3141175"/>
            <a:ext cx="2286600" cy="7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84" name="Google Shape;384;p52"/>
          <p:cNvSpPr txBox="1">
            <a:spLocks noGrp="1"/>
          </p:cNvSpPr>
          <p:nvPr>
            <p:ph type="subTitle" idx="2"/>
          </p:nvPr>
        </p:nvSpPr>
        <p:spPr>
          <a:xfrm>
            <a:off x="3439674" y="3141175"/>
            <a:ext cx="2286600" cy="7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85" name="Google Shape;385;p52"/>
          <p:cNvSpPr txBox="1">
            <a:spLocks noGrp="1"/>
          </p:cNvSpPr>
          <p:nvPr>
            <p:ph type="subTitle" idx="3"/>
          </p:nvPr>
        </p:nvSpPr>
        <p:spPr>
          <a:xfrm>
            <a:off x="6203701" y="3141175"/>
            <a:ext cx="2286600" cy="75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86" name="Google Shape;386;p52"/>
          <p:cNvSpPr txBox="1">
            <a:spLocks noGrp="1"/>
          </p:cNvSpPr>
          <p:nvPr>
            <p:ph type="title" hasCustomPrompt="1"/>
          </p:nvPr>
        </p:nvSpPr>
        <p:spPr>
          <a:xfrm>
            <a:off x="588299" y="2468125"/>
            <a:ext cx="24174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000"/>
              <a:buNone/>
              <a:defRPr sz="4000" b="1">
                <a:solidFill>
                  <a:schemeClr val="lt1"/>
                </a:solidFill>
              </a:defRPr>
            </a:lvl1pPr>
            <a:lvl2pPr lvl="1" algn="ctr" rtl="0">
              <a:spcBef>
                <a:spcPts val="0"/>
              </a:spcBef>
              <a:spcAft>
                <a:spcPts val="0"/>
              </a:spcAft>
              <a:buClr>
                <a:schemeClr val="lt1"/>
              </a:buClr>
              <a:buSzPts val="4000"/>
              <a:buNone/>
              <a:defRPr sz="4000">
                <a:solidFill>
                  <a:schemeClr val="lt1"/>
                </a:solidFill>
              </a:defRPr>
            </a:lvl2pPr>
            <a:lvl3pPr lvl="2" algn="ctr" rtl="0">
              <a:spcBef>
                <a:spcPts val="0"/>
              </a:spcBef>
              <a:spcAft>
                <a:spcPts val="0"/>
              </a:spcAft>
              <a:buClr>
                <a:schemeClr val="lt1"/>
              </a:buClr>
              <a:buSzPts val="4000"/>
              <a:buNone/>
              <a:defRPr sz="4000">
                <a:solidFill>
                  <a:schemeClr val="lt1"/>
                </a:solidFill>
              </a:defRPr>
            </a:lvl3pPr>
            <a:lvl4pPr lvl="3" algn="ctr" rtl="0">
              <a:spcBef>
                <a:spcPts val="0"/>
              </a:spcBef>
              <a:spcAft>
                <a:spcPts val="0"/>
              </a:spcAft>
              <a:buClr>
                <a:schemeClr val="lt1"/>
              </a:buClr>
              <a:buSzPts val="4000"/>
              <a:buNone/>
              <a:defRPr sz="4000">
                <a:solidFill>
                  <a:schemeClr val="lt1"/>
                </a:solidFill>
              </a:defRPr>
            </a:lvl4pPr>
            <a:lvl5pPr lvl="4" algn="ctr" rtl="0">
              <a:spcBef>
                <a:spcPts val="0"/>
              </a:spcBef>
              <a:spcAft>
                <a:spcPts val="0"/>
              </a:spcAft>
              <a:buClr>
                <a:schemeClr val="lt1"/>
              </a:buClr>
              <a:buSzPts val="4000"/>
              <a:buNone/>
              <a:defRPr sz="4000">
                <a:solidFill>
                  <a:schemeClr val="lt1"/>
                </a:solidFill>
              </a:defRPr>
            </a:lvl5pPr>
            <a:lvl6pPr lvl="5" algn="ctr" rtl="0">
              <a:spcBef>
                <a:spcPts val="0"/>
              </a:spcBef>
              <a:spcAft>
                <a:spcPts val="0"/>
              </a:spcAft>
              <a:buClr>
                <a:schemeClr val="lt1"/>
              </a:buClr>
              <a:buSzPts val="4000"/>
              <a:buNone/>
              <a:defRPr sz="4000">
                <a:solidFill>
                  <a:schemeClr val="lt1"/>
                </a:solidFill>
              </a:defRPr>
            </a:lvl6pPr>
            <a:lvl7pPr lvl="6" algn="ctr" rtl="0">
              <a:spcBef>
                <a:spcPts val="0"/>
              </a:spcBef>
              <a:spcAft>
                <a:spcPts val="0"/>
              </a:spcAft>
              <a:buClr>
                <a:schemeClr val="lt1"/>
              </a:buClr>
              <a:buSzPts val="4000"/>
              <a:buNone/>
              <a:defRPr sz="4000">
                <a:solidFill>
                  <a:schemeClr val="lt1"/>
                </a:solidFill>
              </a:defRPr>
            </a:lvl7pPr>
            <a:lvl8pPr lvl="7" algn="ctr" rtl="0">
              <a:spcBef>
                <a:spcPts val="0"/>
              </a:spcBef>
              <a:spcAft>
                <a:spcPts val="0"/>
              </a:spcAft>
              <a:buClr>
                <a:schemeClr val="lt1"/>
              </a:buClr>
              <a:buSzPts val="4000"/>
              <a:buNone/>
              <a:defRPr sz="4000">
                <a:solidFill>
                  <a:schemeClr val="lt1"/>
                </a:solidFill>
              </a:defRPr>
            </a:lvl8pPr>
            <a:lvl9pPr lvl="8" algn="ctr" rtl="0">
              <a:spcBef>
                <a:spcPts val="0"/>
              </a:spcBef>
              <a:spcAft>
                <a:spcPts val="0"/>
              </a:spcAft>
              <a:buClr>
                <a:schemeClr val="lt1"/>
              </a:buClr>
              <a:buSzPts val="4000"/>
              <a:buNone/>
              <a:defRPr sz="4000">
                <a:solidFill>
                  <a:schemeClr val="lt1"/>
                </a:solidFill>
              </a:defRPr>
            </a:lvl9pPr>
          </a:lstStyle>
          <a:p>
            <a:r>
              <a:t>xx%</a:t>
            </a:r>
          </a:p>
        </p:txBody>
      </p:sp>
      <p:sp>
        <p:nvSpPr>
          <p:cNvPr id="387" name="Google Shape;387;p52"/>
          <p:cNvSpPr txBox="1">
            <a:spLocks noGrp="1"/>
          </p:cNvSpPr>
          <p:nvPr>
            <p:ph type="title" idx="4" hasCustomPrompt="1"/>
          </p:nvPr>
        </p:nvSpPr>
        <p:spPr>
          <a:xfrm>
            <a:off x="3363300" y="2468125"/>
            <a:ext cx="24174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000"/>
              <a:buNone/>
              <a:defRPr sz="4000" b="1">
                <a:solidFill>
                  <a:schemeClr val="lt1"/>
                </a:solidFill>
              </a:defRPr>
            </a:lvl1pPr>
            <a:lvl2pPr lvl="1" algn="ctr" rtl="0">
              <a:spcBef>
                <a:spcPts val="0"/>
              </a:spcBef>
              <a:spcAft>
                <a:spcPts val="0"/>
              </a:spcAft>
              <a:buClr>
                <a:schemeClr val="lt1"/>
              </a:buClr>
              <a:buSzPts val="4000"/>
              <a:buNone/>
              <a:defRPr sz="4000">
                <a:solidFill>
                  <a:schemeClr val="lt1"/>
                </a:solidFill>
              </a:defRPr>
            </a:lvl2pPr>
            <a:lvl3pPr lvl="2" algn="ctr" rtl="0">
              <a:spcBef>
                <a:spcPts val="0"/>
              </a:spcBef>
              <a:spcAft>
                <a:spcPts val="0"/>
              </a:spcAft>
              <a:buClr>
                <a:schemeClr val="lt1"/>
              </a:buClr>
              <a:buSzPts val="4000"/>
              <a:buNone/>
              <a:defRPr sz="4000">
                <a:solidFill>
                  <a:schemeClr val="lt1"/>
                </a:solidFill>
              </a:defRPr>
            </a:lvl3pPr>
            <a:lvl4pPr lvl="3" algn="ctr" rtl="0">
              <a:spcBef>
                <a:spcPts val="0"/>
              </a:spcBef>
              <a:spcAft>
                <a:spcPts val="0"/>
              </a:spcAft>
              <a:buClr>
                <a:schemeClr val="lt1"/>
              </a:buClr>
              <a:buSzPts val="4000"/>
              <a:buNone/>
              <a:defRPr sz="4000">
                <a:solidFill>
                  <a:schemeClr val="lt1"/>
                </a:solidFill>
              </a:defRPr>
            </a:lvl4pPr>
            <a:lvl5pPr lvl="4" algn="ctr" rtl="0">
              <a:spcBef>
                <a:spcPts val="0"/>
              </a:spcBef>
              <a:spcAft>
                <a:spcPts val="0"/>
              </a:spcAft>
              <a:buClr>
                <a:schemeClr val="lt1"/>
              </a:buClr>
              <a:buSzPts val="4000"/>
              <a:buNone/>
              <a:defRPr sz="4000">
                <a:solidFill>
                  <a:schemeClr val="lt1"/>
                </a:solidFill>
              </a:defRPr>
            </a:lvl5pPr>
            <a:lvl6pPr lvl="5" algn="ctr" rtl="0">
              <a:spcBef>
                <a:spcPts val="0"/>
              </a:spcBef>
              <a:spcAft>
                <a:spcPts val="0"/>
              </a:spcAft>
              <a:buClr>
                <a:schemeClr val="lt1"/>
              </a:buClr>
              <a:buSzPts val="4000"/>
              <a:buNone/>
              <a:defRPr sz="4000">
                <a:solidFill>
                  <a:schemeClr val="lt1"/>
                </a:solidFill>
              </a:defRPr>
            </a:lvl6pPr>
            <a:lvl7pPr lvl="6" algn="ctr" rtl="0">
              <a:spcBef>
                <a:spcPts val="0"/>
              </a:spcBef>
              <a:spcAft>
                <a:spcPts val="0"/>
              </a:spcAft>
              <a:buClr>
                <a:schemeClr val="lt1"/>
              </a:buClr>
              <a:buSzPts val="4000"/>
              <a:buNone/>
              <a:defRPr sz="4000">
                <a:solidFill>
                  <a:schemeClr val="lt1"/>
                </a:solidFill>
              </a:defRPr>
            </a:lvl7pPr>
            <a:lvl8pPr lvl="7" algn="ctr" rtl="0">
              <a:spcBef>
                <a:spcPts val="0"/>
              </a:spcBef>
              <a:spcAft>
                <a:spcPts val="0"/>
              </a:spcAft>
              <a:buClr>
                <a:schemeClr val="lt1"/>
              </a:buClr>
              <a:buSzPts val="4000"/>
              <a:buNone/>
              <a:defRPr sz="4000">
                <a:solidFill>
                  <a:schemeClr val="lt1"/>
                </a:solidFill>
              </a:defRPr>
            </a:lvl8pPr>
            <a:lvl9pPr lvl="8" algn="ctr" rtl="0">
              <a:spcBef>
                <a:spcPts val="0"/>
              </a:spcBef>
              <a:spcAft>
                <a:spcPts val="0"/>
              </a:spcAft>
              <a:buClr>
                <a:schemeClr val="lt1"/>
              </a:buClr>
              <a:buSzPts val="4000"/>
              <a:buNone/>
              <a:defRPr sz="4000">
                <a:solidFill>
                  <a:schemeClr val="lt1"/>
                </a:solidFill>
              </a:defRPr>
            </a:lvl9pPr>
          </a:lstStyle>
          <a:p>
            <a:r>
              <a:t>xx%</a:t>
            </a:r>
          </a:p>
        </p:txBody>
      </p:sp>
      <p:sp>
        <p:nvSpPr>
          <p:cNvPr id="388" name="Google Shape;388;p52"/>
          <p:cNvSpPr txBox="1">
            <a:spLocks noGrp="1"/>
          </p:cNvSpPr>
          <p:nvPr>
            <p:ph type="title" idx="5" hasCustomPrompt="1"/>
          </p:nvPr>
        </p:nvSpPr>
        <p:spPr>
          <a:xfrm>
            <a:off x="6138301" y="2468125"/>
            <a:ext cx="24174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000"/>
              <a:buNone/>
              <a:defRPr sz="4000" b="1">
                <a:solidFill>
                  <a:schemeClr val="lt1"/>
                </a:solidFill>
              </a:defRPr>
            </a:lvl1pPr>
            <a:lvl2pPr lvl="1" algn="ctr" rtl="0">
              <a:spcBef>
                <a:spcPts val="0"/>
              </a:spcBef>
              <a:spcAft>
                <a:spcPts val="0"/>
              </a:spcAft>
              <a:buClr>
                <a:schemeClr val="lt1"/>
              </a:buClr>
              <a:buSzPts val="4000"/>
              <a:buNone/>
              <a:defRPr sz="4000">
                <a:solidFill>
                  <a:schemeClr val="lt1"/>
                </a:solidFill>
              </a:defRPr>
            </a:lvl2pPr>
            <a:lvl3pPr lvl="2" algn="ctr" rtl="0">
              <a:spcBef>
                <a:spcPts val="0"/>
              </a:spcBef>
              <a:spcAft>
                <a:spcPts val="0"/>
              </a:spcAft>
              <a:buClr>
                <a:schemeClr val="lt1"/>
              </a:buClr>
              <a:buSzPts val="4000"/>
              <a:buNone/>
              <a:defRPr sz="4000">
                <a:solidFill>
                  <a:schemeClr val="lt1"/>
                </a:solidFill>
              </a:defRPr>
            </a:lvl3pPr>
            <a:lvl4pPr lvl="3" algn="ctr" rtl="0">
              <a:spcBef>
                <a:spcPts val="0"/>
              </a:spcBef>
              <a:spcAft>
                <a:spcPts val="0"/>
              </a:spcAft>
              <a:buClr>
                <a:schemeClr val="lt1"/>
              </a:buClr>
              <a:buSzPts val="4000"/>
              <a:buNone/>
              <a:defRPr sz="4000">
                <a:solidFill>
                  <a:schemeClr val="lt1"/>
                </a:solidFill>
              </a:defRPr>
            </a:lvl4pPr>
            <a:lvl5pPr lvl="4" algn="ctr" rtl="0">
              <a:spcBef>
                <a:spcPts val="0"/>
              </a:spcBef>
              <a:spcAft>
                <a:spcPts val="0"/>
              </a:spcAft>
              <a:buClr>
                <a:schemeClr val="lt1"/>
              </a:buClr>
              <a:buSzPts val="4000"/>
              <a:buNone/>
              <a:defRPr sz="4000">
                <a:solidFill>
                  <a:schemeClr val="lt1"/>
                </a:solidFill>
              </a:defRPr>
            </a:lvl5pPr>
            <a:lvl6pPr lvl="5" algn="ctr" rtl="0">
              <a:spcBef>
                <a:spcPts val="0"/>
              </a:spcBef>
              <a:spcAft>
                <a:spcPts val="0"/>
              </a:spcAft>
              <a:buClr>
                <a:schemeClr val="lt1"/>
              </a:buClr>
              <a:buSzPts val="4000"/>
              <a:buNone/>
              <a:defRPr sz="4000">
                <a:solidFill>
                  <a:schemeClr val="lt1"/>
                </a:solidFill>
              </a:defRPr>
            </a:lvl6pPr>
            <a:lvl7pPr lvl="6" algn="ctr" rtl="0">
              <a:spcBef>
                <a:spcPts val="0"/>
              </a:spcBef>
              <a:spcAft>
                <a:spcPts val="0"/>
              </a:spcAft>
              <a:buClr>
                <a:schemeClr val="lt1"/>
              </a:buClr>
              <a:buSzPts val="4000"/>
              <a:buNone/>
              <a:defRPr sz="4000">
                <a:solidFill>
                  <a:schemeClr val="lt1"/>
                </a:solidFill>
              </a:defRPr>
            </a:lvl7pPr>
            <a:lvl8pPr lvl="7" algn="ctr" rtl="0">
              <a:spcBef>
                <a:spcPts val="0"/>
              </a:spcBef>
              <a:spcAft>
                <a:spcPts val="0"/>
              </a:spcAft>
              <a:buClr>
                <a:schemeClr val="lt1"/>
              </a:buClr>
              <a:buSzPts val="4000"/>
              <a:buNone/>
              <a:defRPr sz="4000">
                <a:solidFill>
                  <a:schemeClr val="lt1"/>
                </a:solidFill>
              </a:defRPr>
            </a:lvl8pPr>
            <a:lvl9pPr lvl="8" algn="ctr" rtl="0">
              <a:spcBef>
                <a:spcPts val="0"/>
              </a:spcBef>
              <a:spcAft>
                <a:spcPts val="0"/>
              </a:spcAft>
              <a:buClr>
                <a:schemeClr val="lt1"/>
              </a:buClr>
              <a:buSzPts val="4000"/>
              <a:buNone/>
              <a:defRPr sz="4000">
                <a:solidFill>
                  <a:schemeClr val="lt1"/>
                </a:solidFill>
              </a:defRPr>
            </a:lvl9pPr>
          </a:lstStyle>
          <a:p>
            <a:r>
              <a:t>xx%</a:t>
            </a:r>
          </a:p>
        </p:txBody>
      </p:sp>
      <p:sp>
        <p:nvSpPr>
          <p:cNvPr id="389" name="Google Shape;389;p52"/>
          <p:cNvSpPr txBox="1">
            <a:spLocks noGrp="1"/>
          </p:cNvSpPr>
          <p:nvPr>
            <p:ph type="title" idx="6"/>
          </p:nvPr>
        </p:nvSpPr>
        <p:spPr>
          <a:xfrm>
            <a:off x="1974300" y="530725"/>
            <a:ext cx="51954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
        <p:nvSpPr>
          <p:cNvPr id="390" name="Google Shape;390;p52"/>
          <p:cNvSpPr/>
          <p:nvPr/>
        </p:nvSpPr>
        <p:spPr>
          <a:xfrm flipH="1">
            <a:off x="7169700" y="2391925"/>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91" name="Google Shape;391;p52"/>
          <p:cNvSpPr/>
          <p:nvPr/>
        </p:nvSpPr>
        <p:spPr>
          <a:xfrm rot="10800000" flipH="1">
            <a:off x="-762425" y="-1182250"/>
            <a:ext cx="3405900" cy="33024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92" name="Google Shape;392;p52"/>
          <p:cNvSpPr/>
          <p:nvPr/>
        </p:nvSpPr>
        <p:spPr>
          <a:xfrm rot="10800000" flipH="1">
            <a:off x="-1681400" y="-17893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umbers and text 1">
  <p:cSld name="CUSTOM_23_1">
    <p:bg>
      <p:bgPr>
        <a:solidFill>
          <a:schemeClr val="dk1"/>
        </a:solidFill>
        <a:effectLst/>
      </p:bgPr>
    </p:bg>
    <p:spTree>
      <p:nvGrpSpPr>
        <p:cNvPr id="1" name="Shape 393"/>
        <p:cNvGrpSpPr/>
        <p:nvPr/>
      </p:nvGrpSpPr>
      <p:grpSpPr>
        <a:xfrm>
          <a:off x="0" y="0"/>
          <a:ext cx="0" cy="0"/>
          <a:chOff x="0" y="0"/>
          <a:chExt cx="0" cy="0"/>
        </a:xfrm>
      </p:grpSpPr>
      <p:sp>
        <p:nvSpPr>
          <p:cNvPr id="394" name="Google Shape;394;p53"/>
          <p:cNvSpPr txBox="1">
            <a:spLocks noGrp="1"/>
          </p:cNvSpPr>
          <p:nvPr>
            <p:ph type="subTitle" idx="1"/>
          </p:nvPr>
        </p:nvSpPr>
        <p:spPr>
          <a:xfrm>
            <a:off x="713250" y="1264629"/>
            <a:ext cx="7717500" cy="36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95" name="Google Shape;395;p53"/>
          <p:cNvSpPr txBox="1">
            <a:spLocks noGrp="1"/>
          </p:cNvSpPr>
          <p:nvPr>
            <p:ph type="title" hasCustomPrompt="1"/>
          </p:nvPr>
        </p:nvSpPr>
        <p:spPr>
          <a:xfrm>
            <a:off x="713227" y="639821"/>
            <a:ext cx="77175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5000"/>
              <a:buNone/>
              <a:defRPr sz="5000" b="1">
                <a:solidFill>
                  <a:schemeClr val="lt1"/>
                </a:solidFill>
              </a:defRPr>
            </a:lvl1pPr>
            <a:lvl2pPr lvl="1" algn="ctr" rtl="0">
              <a:spcBef>
                <a:spcPts val="0"/>
              </a:spcBef>
              <a:spcAft>
                <a:spcPts val="0"/>
              </a:spcAft>
              <a:buClr>
                <a:schemeClr val="lt1"/>
              </a:buClr>
              <a:buSzPts val="5000"/>
              <a:buNone/>
              <a:defRPr sz="5000" b="1">
                <a:solidFill>
                  <a:schemeClr val="lt1"/>
                </a:solidFill>
              </a:defRPr>
            </a:lvl2pPr>
            <a:lvl3pPr lvl="2" algn="ctr" rtl="0">
              <a:spcBef>
                <a:spcPts val="0"/>
              </a:spcBef>
              <a:spcAft>
                <a:spcPts val="0"/>
              </a:spcAft>
              <a:buClr>
                <a:schemeClr val="lt1"/>
              </a:buClr>
              <a:buSzPts val="5000"/>
              <a:buNone/>
              <a:defRPr sz="5000" b="1">
                <a:solidFill>
                  <a:schemeClr val="lt1"/>
                </a:solidFill>
              </a:defRPr>
            </a:lvl3pPr>
            <a:lvl4pPr lvl="3" algn="ctr" rtl="0">
              <a:spcBef>
                <a:spcPts val="0"/>
              </a:spcBef>
              <a:spcAft>
                <a:spcPts val="0"/>
              </a:spcAft>
              <a:buClr>
                <a:schemeClr val="lt1"/>
              </a:buClr>
              <a:buSzPts val="5000"/>
              <a:buNone/>
              <a:defRPr sz="5000" b="1">
                <a:solidFill>
                  <a:schemeClr val="lt1"/>
                </a:solidFill>
              </a:defRPr>
            </a:lvl4pPr>
            <a:lvl5pPr lvl="4" algn="ctr" rtl="0">
              <a:spcBef>
                <a:spcPts val="0"/>
              </a:spcBef>
              <a:spcAft>
                <a:spcPts val="0"/>
              </a:spcAft>
              <a:buClr>
                <a:schemeClr val="lt1"/>
              </a:buClr>
              <a:buSzPts val="5000"/>
              <a:buNone/>
              <a:defRPr sz="5000" b="1">
                <a:solidFill>
                  <a:schemeClr val="lt1"/>
                </a:solidFill>
              </a:defRPr>
            </a:lvl5pPr>
            <a:lvl6pPr lvl="5" algn="ctr" rtl="0">
              <a:spcBef>
                <a:spcPts val="0"/>
              </a:spcBef>
              <a:spcAft>
                <a:spcPts val="0"/>
              </a:spcAft>
              <a:buClr>
                <a:schemeClr val="lt1"/>
              </a:buClr>
              <a:buSzPts val="5000"/>
              <a:buNone/>
              <a:defRPr sz="5000" b="1">
                <a:solidFill>
                  <a:schemeClr val="lt1"/>
                </a:solidFill>
              </a:defRPr>
            </a:lvl6pPr>
            <a:lvl7pPr lvl="6" algn="ctr" rtl="0">
              <a:spcBef>
                <a:spcPts val="0"/>
              </a:spcBef>
              <a:spcAft>
                <a:spcPts val="0"/>
              </a:spcAft>
              <a:buClr>
                <a:schemeClr val="lt1"/>
              </a:buClr>
              <a:buSzPts val="5000"/>
              <a:buNone/>
              <a:defRPr sz="5000" b="1">
                <a:solidFill>
                  <a:schemeClr val="lt1"/>
                </a:solidFill>
              </a:defRPr>
            </a:lvl7pPr>
            <a:lvl8pPr lvl="7" algn="ctr" rtl="0">
              <a:spcBef>
                <a:spcPts val="0"/>
              </a:spcBef>
              <a:spcAft>
                <a:spcPts val="0"/>
              </a:spcAft>
              <a:buClr>
                <a:schemeClr val="lt1"/>
              </a:buClr>
              <a:buSzPts val="5000"/>
              <a:buNone/>
              <a:defRPr sz="5000" b="1">
                <a:solidFill>
                  <a:schemeClr val="lt1"/>
                </a:solidFill>
              </a:defRPr>
            </a:lvl8pPr>
            <a:lvl9pPr lvl="8" algn="ctr" rtl="0">
              <a:spcBef>
                <a:spcPts val="0"/>
              </a:spcBef>
              <a:spcAft>
                <a:spcPts val="0"/>
              </a:spcAft>
              <a:buClr>
                <a:schemeClr val="lt1"/>
              </a:buClr>
              <a:buSzPts val="5000"/>
              <a:buNone/>
              <a:defRPr sz="5000" b="1">
                <a:solidFill>
                  <a:schemeClr val="lt1"/>
                </a:solidFill>
              </a:defRPr>
            </a:lvl9pPr>
          </a:lstStyle>
          <a:p>
            <a:r>
              <a:t>xx%</a:t>
            </a:r>
          </a:p>
        </p:txBody>
      </p:sp>
      <p:sp>
        <p:nvSpPr>
          <p:cNvPr id="396" name="Google Shape;396;p53"/>
          <p:cNvSpPr txBox="1">
            <a:spLocks noGrp="1"/>
          </p:cNvSpPr>
          <p:nvPr>
            <p:ph type="subTitle" idx="2"/>
          </p:nvPr>
        </p:nvSpPr>
        <p:spPr>
          <a:xfrm>
            <a:off x="713250" y="2701904"/>
            <a:ext cx="7717500" cy="36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97" name="Google Shape;397;p53"/>
          <p:cNvSpPr txBox="1">
            <a:spLocks noGrp="1"/>
          </p:cNvSpPr>
          <p:nvPr>
            <p:ph type="title" idx="3" hasCustomPrompt="1"/>
          </p:nvPr>
        </p:nvSpPr>
        <p:spPr>
          <a:xfrm>
            <a:off x="713227" y="2077096"/>
            <a:ext cx="77175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5000"/>
              <a:buNone/>
              <a:defRPr sz="5000" b="1">
                <a:solidFill>
                  <a:schemeClr val="lt1"/>
                </a:solidFill>
              </a:defRPr>
            </a:lvl1pPr>
            <a:lvl2pPr lvl="1" algn="ctr" rtl="0">
              <a:spcBef>
                <a:spcPts val="0"/>
              </a:spcBef>
              <a:spcAft>
                <a:spcPts val="0"/>
              </a:spcAft>
              <a:buClr>
                <a:schemeClr val="lt1"/>
              </a:buClr>
              <a:buSzPts val="5000"/>
              <a:buNone/>
              <a:defRPr sz="5000" b="1">
                <a:solidFill>
                  <a:schemeClr val="lt1"/>
                </a:solidFill>
              </a:defRPr>
            </a:lvl2pPr>
            <a:lvl3pPr lvl="2" algn="ctr" rtl="0">
              <a:spcBef>
                <a:spcPts val="0"/>
              </a:spcBef>
              <a:spcAft>
                <a:spcPts val="0"/>
              </a:spcAft>
              <a:buClr>
                <a:schemeClr val="lt1"/>
              </a:buClr>
              <a:buSzPts val="5000"/>
              <a:buNone/>
              <a:defRPr sz="5000" b="1">
                <a:solidFill>
                  <a:schemeClr val="lt1"/>
                </a:solidFill>
              </a:defRPr>
            </a:lvl3pPr>
            <a:lvl4pPr lvl="3" algn="ctr" rtl="0">
              <a:spcBef>
                <a:spcPts val="0"/>
              </a:spcBef>
              <a:spcAft>
                <a:spcPts val="0"/>
              </a:spcAft>
              <a:buClr>
                <a:schemeClr val="lt1"/>
              </a:buClr>
              <a:buSzPts val="5000"/>
              <a:buNone/>
              <a:defRPr sz="5000" b="1">
                <a:solidFill>
                  <a:schemeClr val="lt1"/>
                </a:solidFill>
              </a:defRPr>
            </a:lvl4pPr>
            <a:lvl5pPr lvl="4" algn="ctr" rtl="0">
              <a:spcBef>
                <a:spcPts val="0"/>
              </a:spcBef>
              <a:spcAft>
                <a:spcPts val="0"/>
              </a:spcAft>
              <a:buClr>
                <a:schemeClr val="lt1"/>
              </a:buClr>
              <a:buSzPts val="5000"/>
              <a:buNone/>
              <a:defRPr sz="5000" b="1">
                <a:solidFill>
                  <a:schemeClr val="lt1"/>
                </a:solidFill>
              </a:defRPr>
            </a:lvl5pPr>
            <a:lvl6pPr lvl="5" algn="ctr" rtl="0">
              <a:spcBef>
                <a:spcPts val="0"/>
              </a:spcBef>
              <a:spcAft>
                <a:spcPts val="0"/>
              </a:spcAft>
              <a:buClr>
                <a:schemeClr val="lt1"/>
              </a:buClr>
              <a:buSzPts val="5000"/>
              <a:buNone/>
              <a:defRPr sz="5000" b="1">
                <a:solidFill>
                  <a:schemeClr val="lt1"/>
                </a:solidFill>
              </a:defRPr>
            </a:lvl6pPr>
            <a:lvl7pPr lvl="6" algn="ctr" rtl="0">
              <a:spcBef>
                <a:spcPts val="0"/>
              </a:spcBef>
              <a:spcAft>
                <a:spcPts val="0"/>
              </a:spcAft>
              <a:buClr>
                <a:schemeClr val="lt1"/>
              </a:buClr>
              <a:buSzPts val="5000"/>
              <a:buNone/>
              <a:defRPr sz="5000" b="1">
                <a:solidFill>
                  <a:schemeClr val="lt1"/>
                </a:solidFill>
              </a:defRPr>
            </a:lvl7pPr>
            <a:lvl8pPr lvl="7" algn="ctr" rtl="0">
              <a:spcBef>
                <a:spcPts val="0"/>
              </a:spcBef>
              <a:spcAft>
                <a:spcPts val="0"/>
              </a:spcAft>
              <a:buClr>
                <a:schemeClr val="lt1"/>
              </a:buClr>
              <a:buSzPts val="5000"/>
              <a:buNone/>
              <a:defRPr sz="5000" b="1">
                <a:solidFill>
                  <a:schemeClr val="lt1"/>
                </a:solidFill>
              </a:defRPr>
            </a:lvl8pPr>
            <a:lvl9pPr lvl="8" algn="ctr" rtl="0">
              <a:spcBef>
                <a:spcPts val="0"/>
              </a:spcBef>
              <a:spcAft>
                <a:spcPts val="0"/>
              </a:spcAft>
              <a:buClr>
                <a:schemeClr val="lt1"/>
              </a:buClr>
              <a:buSzPts val="5000"/>
              <a:buNone/>
              <a:defRPr sz="5000" b="1">
                <a:solidFill>
                  <a:schemeClr val="lt1"/>
                </a:solidFill>
              </a:defRPr>
            </a:lvl9pPr>
          </a:lstStyle>
          <a:p>
            <a:r>
              <a:t>xx%</a:t>
            </a:r>
          </a:p>
        </p:txBody>
      </p:sp>
      <p:sp>
        <p:nvSpPr>
          <p:cNvPr id="398" name="Google Shape;398;p53"/>
          <p:cNvSpPr txBox="1">
            <a:spLocks noGrp="1"/>
          </p:cNvSpPr>
          <p:nvPr>
            <p:ph type="subTitle" idx="4"/>
          </p:nvPr>
        </p:nvSpPr>
        <p:spPr>
          <a:xfrm>
            <a:off x="713250" y="4139179"/>
            <a:ext cx="7717500" cy="36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lt1"/>
              </a:buClr>
              <a:buSzPts val="1400"/>
              <a:buFont typeface="Didact Gothic" panose="00000500000000000000"/>
              <a:buNone/>
              <a:defRPr sz="1400">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399" name="Google Shape;399;p53"/>
          <p:cNvSpPr txBox="1">
            <a:spLocks noGrp="1"/>
          </p:cNvSpPr>
          <p:nvPr>
            <p:ph type="title" idx="5" hasCustomPrompt="1"/>
          </p:nvPr>
        </p:nvSpPr>
        <p:spPr>
          <a:xfrm>
            <a:off x="713227" y="3514371"/>
            <a:ext cx="7717500" cy="753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5000"/>
              <a:buNone/>
              <a:defRPr sz="5000" b="1">
                <a:solidFill>
                  <a:schemeClr val="lt1"/>
                </a:solidFill>
              </a:defRPr>
            </a:lvl1pPr>
            <a:lvl2pPr lvl="1" algn="ctr" rtl="0">
              <a:spcBef>
                <a:spcPts val="0"/>
              </a:spcBef>
              <a:spcAft>
                <a:spcPts val="0"/>
              </a:spcAft>
              <a:buClr>
                <a:schemeClr val="lt1"/>
              </a:buClr>
              <a:buSzPts val="5000"/>
              <a:buNone/>
              <a:defRPr sz="5000" b="1">
                <a:solidFill>
                  <a:schemeClr val="lt1"/>
                </a:solidFill>
              </a:defRPr>
            </a:lvl2pPr>
            <a:lvl3pPr lvl="2" algn="ctr" rtl="0">
              <a:spcBef>
                <a:spcPts val="0"/>
              </a:spcBef>
              <a:spcAft>
                <a:spcPts val="0"/>
              </a:spcAft>
              <a:buClr>
                <a:schemeClr val="lt1"/>
              </a:buClr>
              <a:buSzPts val="5000"/>
              <a:buNone/>
              <a:defRPr sz="5000" b="1">
                <a:solidFill>
                  <a:schemeClr val="lt1"/>
                </a:solidFill>
              </a:defRPr>
            </a:lvl3pPr>
            <a:lvl4pPr lvl="3" algn="ctr" rtl="0">
              <a:spcBef>
                <a:spcPts val="0"/>
              </a:spcBef>
              <a:spcAft>
                <a:spcPts val="0"/>
              </a:spcAft>
              <a:buClr>
                <a:schemeClr val="lt1"/>
              </a:buClr>
              <a:buSzPts val="5000"/>
              <a:buNone/>
              <a:defRPr sz="5000" b="1">
                <a:solidFill>
                  <a:schemeClr val="lt1"/>
                </a:solidFill>
              </a:defRPr>
            </a:lvl4pPr>
            <a:lvl5pPr lvl="4" algn="ctr" rtl="0">
              <a:spcBef>
                <a:spcPts val="0"/>
              </a:spcBef>
              <a:spcAft>
                <a:spcPts val="0"/>
              </a:spcAft>
              <a:buClr>
                <a:schemeClr val="lt1"/>
              </a:buClr>
              <a:buSzPts val="5000"/>
              <a:buNone/>
              <a:defRPr sz="5000" b="1">
                <a:solidFill>
                  <a:schemeClr val="lt1"/>
                </a:solidFill>
              </a:defRPr>
            </a:lvl5pPr>
            <a:lvl6pPr lvl="5" algn="ctr" rtl="0">
              <a:spcBef>
                <a:spcPts val="0"/>
              </a:spcBef>
              <a:spcAft>
                <a:spcPts val="0"/>
              </a:spcAft>
              <a:buClr>
                <a:schemeClr val="lt1"/>
              </a:buClr>
              <a:buSzPts val="5000"/>
              <a:buNone/>
              <a:defRPr sz="5000" b="1">
                <a:solidFill>
                  <a:schemeClr val="lt1"/>
                </a:solidFill>
              </a:defRPr>
            </a:lvl6pPr>
            <a:lvl7pPr lvl="6" algn="ctr" rtl="0">
              <a:spcBef>
                <a:spcPts val="0"/>
              </a:spcBef>
              <a:spcAft>
                <a:spcPts val="0"/>
              </a:spcAft>
              <a:buClr>
                <a:schemeClr val="lt1"/>
              </a:buClr>
              <a:buSzPts val="5000"/>
              <a:buNone/>
              <a:defRPr sz="5000" b="1">
                <a:solidFill>
                  <a:schemeClr val="lt1"/>
                </a:solidFill>
              </a:defRPr>
            </a:lvl7pPr>
            <a:lvl8pPr lvl="7" algn="ctr" rtl="0">
              <a:spcBef>
                <a:spcPts val="0"/>
              </a:spcBef>
              <a:spcAft>
                <a:spcPts val="0"/>
              </a:spcAft>
              <a:buClr>
                <a:schemeClr val="lt1"/>
              </a:buClr>
              <a:buSzPts val="5000"/>
              <a:buNone/>
              <a:defRPr sz="5000" b="1">
                <a:solidFill>
                  <a:schemeClr val="lt1"/>
                </a:solidFill>
              </a:defRPr>
            </a:lvl8pPr>
            <a:lvl9pPr lvl="8" algn="ctr" rtl="0">
              <a:spcBef>
                <a:spcPts val="0"/>
              </a:spcBef>
              <a:spcAft>
                <a:spcPts val="0"/>
              </a:spcAft>
              <a:buClr>
                <a:schemeClr val="lt1"/>
              </a:buClr>
              <a:buSzPts val="5000"/>
              <a:buNone/>
              <a:defRPr sz="5000" b="1">
                <a:solidFill>
                  <a:schemeClr val="lt1"/>
                </a:solidFill>
              </a:defRPr>
            </a:lvl9pPr>
          </a:lstStyle>
          <a:p>
            <a:r>
              <a:t>xx%</a:t>
            </a:r>
          </a:p>
        </p:txBody>
      </p:sp>
      <p:sp>
        <p:nvSpPr>
          <p:cNvPr id="400" name="Google Shape;400;p53"/>
          <p:cNvSpPr/>
          <p:nvPr/>
        </p:nvSpPr>
        <p:spPr>
          <a:xfrm rot="10800000">
            <a:off x="5913650" y="-411375"/>
            <a:ext cx="5264100" cy="2697600"/>
          </a:xfrm>
          <a:prstGeom prst="triangle">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3"/>
          <p:cNvSpPr/>
          <p:nvPr/>
        </p:nvSpPr>
        <p:spPr>
          <a:xfrm>
            <a:off x="-5191825" y="2310500"/>
            <a:ext cx="7403100" cy="37941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3"/>
          <p:cNvSpPr/>
          <p:nvPr/>
        </p:nvSpPr>
        <p:spPr>
          <a:xfrm flipH="1">
            <a:off x="-924100" y="3997950"/>
            <a:ext cx="3329700" cy="1561800"/>
          </a:xfrm>
          <a:prstGeom prst="triangle">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umbers and text 2">
  <p:cSld name="CUSTOM_34">
    <p:spTree>
      <p:nvGrpSpPr>
        <p:cNvPr id="1" name="Shape 403"/>
        <p:cNvGrpSpPr/>
        <p:nvPr/>
      </p:nvGrpSpPr>
      <p:grpSpPr>
        <a:xfrm>
          <a:off x="0" y="0"/>
          <a:ext cx="0" cy="0"/>
          <a:chOff x="0" y="0"/>
          <a:chExt cx="0" cy="0"/>
        </a:xfrm>
      </p:grpSpPr>
      <p:sp>
        <p:nvSpPr>
          <p:cNvPr id="404" name="Google Shape;404;p54"/>
          <p:cNvSpPr txBox="1">
            <a:spLocks noGrp="1"/>
          </p:cNvSpPr>
          <p:nvPr>
            <p:ph type="title"/>
          </p:nvPr>
        </p:nvSpPr>
        <p:spPr>
          <a:xfrm>
            <a:off x="716550" y="530725"/>
            <a:ext cx="7710900" cy="528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700"/>
              <a:buNone/>
              <a:defRPr sz="3000" b="1">
                <a:solidFill>
                  <a:schemeClr val="dk1"/>
                </a:solidFill>
              </a:defRPr>
            </a:lvl1pPr>
            <a:lvl2pPr lvl="1" algn="ctr" rtl="0">
              <a:spcBef>
                <a:spcPts val="0"/>
              </a:spcBef>
              <a:spcAft>
                <a:spcPts val="0"/>
              </a:spcAft>
              <a:buClr>
                <a:schemeClr val="dk1"/>
              </a:buClr>
              <a:buSzPts val="3000"/>
              <a:buNone/>
              <a:defRPr b="1">
                <a:solidFill>
                  <a:schemeClr val="dk1"/>
                </a:solidFill>
              </a:defRPr>
            </a:lvl2pPr>
            <a:lvl3pPr lvl="2" algn="ctr" rtl="0">
              <a:spcBef>
                <a:spcPts val="0"/>
              </a:spcBef>
              <a:spcAft>
                <a:spcPts val="0"/>
              </a:spcAft>
              <a:buClr>
                <a:schemeClr val="dk1"/>
              </a:buClr>
              <a:buSzPts val="3000"/>
              <a:buNone/>
              <a:defRPr b="1">
                <a:solidFill>
                  <a:schemeClr val="dk1"/>
                </a:solidFill>
              </a:defRPr>
            </a:lvl3pPr>
            <a:lvl4pPr lvl="3" algn="ctr" rtl="0">
              <a:spcBef>
                <a:spcPts val="0"/>
              </a:spcBef>
              <a:spcAft>
                <a:spcPts val="0"/>
              </a:spcAft>
              <a:buClr>
                <a:schemeClr val="dk1"/>
              </a:buClr>
              <a:buSzPts val="3000"/>
              <a:buNone/>
              <a:defRPr b="1">
                <a:solidFill>
                  <a:schemeClr val="dk1"/>
                </a:solidFill>
              </a:defRPr>
            </a:lvl4pPr>
            <a:lvl5pPr lvl="4" algn="ctr" rtl="0">
              <a:spcBef>
                <a:spcPts val="0"/>
              </a:spcBef>
              <a:spcAft>
                <a:spcPts val="0"/>
              </a:spcAft>
              <a:buClr>
                <a:schemeClr val="dk1"/>
              </a:buClr>
              <a:buSzPts val="3000"/>
              <a:buNone/>
              <a:defRPr b="1">
                <a:solidFill>
                  <a:schemeClr val="dk1"/>
                </a:solidFill>
              </a:defRPr>
            </a:lvl5pPr>
            <a:lvl6pPr lvl="5" algn="ctr" rtl="0">
              <a:spcBef>
                <a:spcPts val="0"/>
              </a:spcBef>
              <a:spcAft>
                <a:spcPts val="0"/>
              </a:spcAft>
              <a:buClr>
                <a:schemeClr val="dk1"/>
              </a:buClr>
              <a:buSzPts val="3000"/>
              <a:buNone/>
              <a:defRPr b="1">
                <a:solidFill>
                  <a:schemeClr val="dk1"/>
                </a:solidFill>
              </a:defRPr>
            </a:lvl6pPr>
            <a:lvl7pPr lvl="6" algn="ctr" rtl="0">
              <a:spcBef>
                <a:spcPts val="0"/>
              </a:spcBef>
              <a:spcAft>
                <a:spcPts val="0"/>
              </a:spcAft>
              <a:buClr>
                <a:schemeClr val="dk1"/>
              </a:buClr>
              <a:buSzPts val="3000"/>
              <a:buNone/>
              <a:defRPr b="1">
                <a:solidFill>
                  <a:schemeClr val="dk1"/>
                </a:solidFill>
              </a:defRPr>
            </a:lvl7pPr>
            <a:lvl8pPr lvl="7" algn="ctr" rtl="0">
              <a:spcBef>
                <a:spcPts val="0"/>
              </a:spcBef>
              <a:spcAft>
                <a:spcPts val="0"/>
              </a:spcAft>
              <a:buClr>
                <a:schemeClr val="dk1"/>
              </a:buClr>
              <a:buSzPts val="3000"/>
              <a:buNone/>
              <a:defRPr b="1">
                <a:solidFill>
                  <a:schemeClr val="dk1"/>
                </a:solidFill>
              </a:defRPr>
            </a:lvl8pPr>
            <a:lvl9pPr lvl="8" algn="ctr" rtl="0">
              <a:spcBef>
                <a:spcPts val="0"/>
              </a:spcBef>
              <a:spcAft>
                <a:spcPts val="0"/>
              </a:spcAft>
              <a:buClr>
                <a:schemeClr val="dk1"/>
              </a:buClr>
              <a:buSzPts val="3000"/>
              <a:buNone/>
              <a:defRPr b="1">
                <a:solidFill>
                  <a:schemeClr val="dk1"/>
                </a:solidFill>
              </a:defRPr>
            </a:lvl9pPr>
          </a:lstStyle>
          <a:p>
            <a:endParaRPr/>
          </a:p>
        </p:txBody>
      </p:sp>
      <p:sp>
        <p:nvSpPr>
          <p:cNvPr id="405" name="Google Shape;405;p54"/>
          <p:cNvSpPr/>
          <p:nvPr/>
        </p:nvSpPr>
        <p:spPr>
          <a:xfrm>
            <a:off x="-1681400"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06" name="Google Shape;406;p54"/>
          <p:cNvSpPr/>
          <p:nvPr/>
        </p:nvSpPr>
        <p:spPr>
          <a:xfrm rot="10800000">
            <a:off x="6494725" y="-11822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07" name="Google Shape;407;p54"/>
          <p:cNvSpPr/>
          <p:nvPr/>
        </p:nvSpPr>
        <p:spPr>
          <a:xfrm rot="10800000">
            <a:off x="5454700" y="-17893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4"/>
          <p:cNvSpPr txBox="1">
            <a:spLocks noGrp="1"/>
          </p:cNvSpPr>
          <p:nvPr>
            <p:ph type="title" idx="2"/>
          </p:nvPr>
        </p:nvSpPr>
        <p:spPr>
          <a:xfrm>
            <a:off x="928050" y="3565775"/>
            <a:ext cx="15096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409" name="Google Shape;409;p54"/>
          <p:cNvSpPr txBox="1">
            <a:spLocks noGrp="1"/>
          </p:cNvSpPr>
          <p:nvPr>
            <p:ph type="subTitle" idx="1"/>
          </p:nvPr>
        </p:nvSpPr>
        <p:spPr>
          <a:xfrm>
            <a:off x="758850" y="3950490"/>
            <a:ext cx="1848000" cy="39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410" name="Google Shape;410;p54"/>
          <p:cNvSpPr txBox="1">
            <a:spLocks noGrp="1"/>
          </p:cNvSpPr>
          <p:nvPr>
            <p:ph type="title" idx="3"/>
          </p:nvPr>
        </p:nvSpPr>
        <p:spPr>
          <a:xfrm>
            <a:off x="6686827" y="3565775"/>
            <a:ext cx="15096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411" name="Google Shape;411;p54"/>
          <p:cNvSpPr txBox="1">
            <a:spLocks noGrp="1"/>
          </p:cNvSpPr>
          <p:nvPr>
            <p:ph type="subTitle" idx="4"/>
          </p:nvPr>
        </p:nvSpPr>
        <p:spPr>
          <a:xfrm>
            <a:off x="6517622" y="3950490"/>
            <a:ext cx="1848000" cy="39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412" name="Google Shape;412;p54"/>
          <p:cNvSpPr txBox="1">
            <a:spLocks noGrp="1"/>
          </p:cNvSpPr>
          <p:nvPr>
            <p:ph type="title" idx="5"/>
          </p:nvPr>
        </p:nvSpPr>
        <p:spPr>
          <a:xfrm>
            <a:off x="3815126" y="3565775"/>
            <a:ext cx="1509600" cy="333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1800"/>
              <a:buNone/>
              <a:defRPr sz="1800" b="1">
                <a:solidFill>
                  <a:schemeClr val="dk1"/>
                </a:solidFill>
              </a:defRPr>
            </a:lvl1pPr>
            <a:lvl2pPr lvl="1" algn="ctr" rtl="0">
              <a:spcBef>
                <a:spcPts val="0"/>
              </a:spcBef>
              <a:spcAft>
                <a:spcPts val="0"/>
              </a:spcAft>
              <a:buClr>
                <a:schemeClr val="dk1"/>
              </a:buClr>
              <a:buSzPts val="1800"/>
              <a:buNone/>
              <a:defRPr sz="1800">
                <a:solidFill>
                  <a:schemeClr val="dk1"/>
                </a:solidFill>
              </a:defRPr>
            </a:lvl2pPr>
            <a:lvl3pPr lvl="2" algn="ctr" rtl="0">
              <a:spcBef>
                <a:spcPts val="0"/>
              </a:spcBef>
              <a:spcAft>
                <a:spcPts val="0"/>
              </a:spcAft>
              <a:buClr>
                <a:schemeClr val="dk1"/>
              </a:buClr>
              <a:buSzPts val="1800"/>
              <a:buNone/>
              <a:defRPr sz="1800">
                <a:solidFill>
                  <a:schemeClr val="dk1"/>
                </a:solidFill>
              </a:defRPr>
            </a:lvl3pPr>
            <a:lvl4pPr lvl="3" algn="ctr" rtl="0">
              <a:spcBef>
                <a:spcPts val="0"/>
              </a:spcBef>
              <a:spcAft>
                <a:spcPts val="0"/>
              </a:spcAft>
              <a:buClr>
                <a:schemeClr val="dk1"/>
              </a:buClr>
              <a:buSzPts val="1800"/>
              <a:buNone/>
              <a:defRPr sz="1800">
                <a:solidFill>
                  <a:schemeClr val="dk1"/>
                </a:solidFill>
              </a:defRPr>
            </a:lvl4pPr>
            <a:lvl5pPr lvl="4" algn="ctr" rtl="0">
              <a:spcBef>
                <a:spcPts val="0"/>
              </a:spcBef>
              <a:spcAft>
                <a:spcPts val="0"/>
              </a:spcAft>
              <a:buClr>
                <a:schemeClr val="dk1"/>
              </a:buClr>
              <a:buSzPts val="1800"/>
              <a:buNone/>
              <a:defRPr sz="1800">
                <a:solidFill>
                  <a:schemeClr val="dk1"/>
                </a:solidFill>
              </a:defRPr>
            </a:lvl5pPr>
            <a:lvl6pPr lvl="5" algn="ctr" rtl="0">
              <a:spcBef>
                <a:spcPts val="0"/>
              </a:spcBef>
              <a:spcAft>
                <a:spcPts val="0"/>
              </a:spcAft>
              <a:buClr>
                <a:schemeClr val="dk1"/>
              </a:buClr>
              <a:buSzPts val="1800"/>
              <a:buNone/>
              <a:defRPr sz="1800">
                <a:solidFill>
                  <a:schemeClr val="dk1"/>
                </a:solidFill>
              </a:defRPr>
            </a:lvl6pPr>
            <a:lvl7pPr lvl="6" algn="ctr" rtl="0">
              <a:spcBef>
                <a:spcPts val="0"/>
              </a:spcBef>
              <a:spcAft>
                <a:spcPts val="0"/>
              </a:spcAft>
              <a:buClr>
                <a:schemeClr val="dk1"/>
              </a:buClr>
              <a:buSzPts val="1800"/>
              <a:buNone/>
              <a:defRPr sz="1800">
                <a:solidFill>
                  <a:schemeClr val="dk1"/>
                </a:solidFill>
              </a:defRPr>
            </a:lvl7pPr>
            <a:lvl8pPr lvl="7" algn="ctr" rtl="0">
              <a:spcBef>
                <a:spcPts val="0"/>
              </a:spcBef>
              <a:spcAft>
                <a:spcPts val="0"/>
              </a:spcAft>
              <a:buClr>
                <a:schemeClr val="dk1"/>
              </a:buClr>
              <a:buSzPts val="1800"/>
              <a:buNone/>
              <a:defRPr sz="1800">
                <a:solidFill>
                  <a:schemeClr val="dk1"/>
                </a:solidFill>
              </a:defRPr>
            </a:lvl8pPr>
            <a:lvl9pPr lvl="8" algn="ctr" rtl="0">
              <a:spcBef>
                <a:spcPts val="0"/>
              </a:spcBef>
              <a:spcAft>
                <a:spcPts val="0"/>
              </a:spcAft>
              <a:buClr>
                <a:schemeClr val="dk1"/>
              </a:buClr>
              <a:buSzPts val="1800"/>
              <a:buNone/>
              <a:defRPr sz="1800">
                <a:solidFill>
                  <a:schemeClr val="dk1"/>
                </a:solidFill>
              </a:defRPr>
            </a:lvl9pPr>
          </a:lstStyle>
          <a:p>
            <a:endParaRPr/>
          </a:p>
        </p:txBody>
      </p:sp>
      <p:sp>
        <p:nvSpPr>
          <p:cNvPr id="413" name="Google Shape;413;p54"/>
          <p:cNvSpPr txBox="1">
            <a:spLocks noGrp="1"/>
          </p:cNvSpPr>
          <p:nvPr>
            <p:ph type="subTitle" idx="6"/>
          </p:nvPr>
        </p:nvSpPr>
        <p:spPr>
          <a:xfrm>
            <a:off x="3645921" y="3950490"/>
            <a:ext cx="1848000" cy="390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1pPr>
            <a:lvl2pPr lvl="1"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2pPr>
            <a:lvl3pPr lvl="2"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3pPr>
            <a:lvl4pPr lvl="3"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4pPr>
            <a:lvl5pPr lvl="4"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5pPr>
            <a:lvl6pPr lvl="5"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6pPr>
            <a:lvl7pPr lvl="6"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7pPr>
            <a:lvl8pPr lvl="7"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8pPr>
            <a:lvl9pPr lvl="8" algn="ctr" rtl="0">
              <a:lnSpc>
                <a:spcPct val="100000"/>
              </a:lnSpc>
              <a:spcBef>
                <a:spcPts val="0"/>
              </a:spcBef>
              <a:spcAft>
                <a:spcPts val="0"/>
              </a:spcAft>
              <a:buClr>
                <a:schemeClr val="dk1"/>
              </a:buClr>
              <a:buSzPts val="1400"/>
              <a:buFont typeface="Didact Gothic" panose="00000500000000000000"/>
              <a:buNone/>
              <a:defRPr>
                <a:solidFill>
                  <a:schemeClr val="dk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414" name="Google Shape;414;p54"/>
          <p:cNvSpPr txBox="1">
            <a:spLocks noGrp="1"/>
          </p:cNvSpPr>
          <p:nvPr>
            <p:ph type="title" idx="7" hasCustomPrompt="1"/>
          </p:nvPr>
        </p:nvSpPr>
        <p:spPr>
          <a:xfrm>
            <a:off x="4006513" y="2497875"/>
            <a:ext cx="1131000" cy="3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500"/>
              <a:buNone/>
              <a:defRPr sz="2500" b="1">
                <a:solidFill>
                  <a:schemeClr val="dk1"/>
                </a:solidFill>
              </a:defRPr>
            </a:lvl1pPr>
            <a:lvl2pPr lvl="1" algn="ctr" rtl="0">
              <a:spcBef>
                <a:spcPts val="0"/>
              </a:spcBef>
              <a:spcAft>
                <a:spcPts val="0"/>
              </a:spcAft>
              <a:buClr>
                <a:schemeClr val="dk1"/>
              </a:buClr>
              <a:buSzPts val="2500"/>
              <a:buNone/>
              <a:defRPr sz="2500" b="1">
                <a:solidFill>
                  <a:schemeClr val="dk1"/>
                </a:solidFill>
              </a:defRPr>
            </a:lvl2pPr>
            <a:lvl3pPr lvl="2" algn="ctr" rtl="0">
              <a:spcBef>
                <a:spcPts val="0"/>
              </a:spcBef>
              <a:spcAft>
                <a:spcPts val="0"/>
              </a:spcAft>
              <a:buClr>
                <a:schemeClr val="dk1"/>
              </a:buClr>
              <a:buSzPts val="2500"/>
              <a:buNone/>
              <a:defRPr sz="2500" b="1">
                <a:solidFill>
                  <a:schemeClr val="dk1"/>
                </a:solidFill>
              </a:defRPr>
            </a:lvl3pPr>
            <a:lvl4pPr lvl="3" algn="ctr" rtl="0">
              <a:spcBef>
                <a:spcPts val="0"/>
              </a:spcBef>
              <a:spcAft>
                <a:spcPts val="0"/>
              </a:spcAft>
              <a:buClr>
                <a:schemeClr val="dk1"/>
              </a:buClr>
              <a:buSzPts val="2500"/>
              <a:buNone/>
              <a:defRPr sz="2500" b="1">
                <a:solidFill>
                  <a:schemeClr val="dk1"/>
                </a:solidFill>
              </a:defRPr>
            </a:lvl4pPr>
            <a:lvl5pPr lvl="4" algn="ctr" rtl="0">
              <a:spcBef>
                <a:spcPts val="0"/>
              </a:spcBef>
              <a:spcAft>
                <a:spcPts val="0"/>
              </a:spcAft>
              <a:buClr>
                <a:schemeClr val="dk1"/>
              </a:buClr>
              <a:buSzPts val="2500"/>
              <a:buNone/>
              <a:defRPr sz="2500" b="1">
                <a:solidFill>
                  <a:schemeClr val="dk1"/>
                </a:solidFill>
              </a:defRPr>
            </a:lvl5pPr>
            <a:lvl6pPr lvl="5" algn="ctr" rtl="0">
              <a:spcBef>
                <a:spcPts val="0"/>
              </a:spcBef>
              <a:spcAft>
                <a:spcPts val="0"/>
              </a:spcAft>
              <a:buClr>
                <a:schemeClr val="dk1"/>
              </a:buClr>
              <a:buSzPts val="2500"/>
              <a:buNone/>
              <a:defRPr sz="2500" b="1">
                <a:solidFill>
                  <a:schemeClr val="dk1"/>
                </a:solidFill>
              </a:defRPr>
            </a:lvl6pPr>
            <a:lvl7pPr lvl="6" algn="ctr" rtl="0">
              <a:spcBef>
                <a:spcPts val="0"/>
              </a:spcBef>
              <a:spcAft>
                <a:spcPts val="0"/>
              </a:spcAft>
              <a:buClr>
                <a:schemeClr val="dk1"/>
              </a:buClr>
              <a:buSzPts val="2500"/>
              <a:buNone/>
              <a:defRPr sz="2500" b="1">
                <a:solidFill>
                  <a:schemeClr val="dk1"/>
                </a:solidFill>
              </a:defRPr>
            </a:lvl7pPr>
            <a:lvl8pPr lvl="7" algn="ctr" rtl="0">
              <a:spcBef>
                <a:spcPts val="0"/>
              </a:spcBef>
              <a:spcAft>
                <a:spcPts val="0"/>
              </a:spcAft>
              <a:buClr>
                <a:schemeClr val="dk1"/>
              </a:buClr>
              <a:buSzPts val="2500"/>
              <a:buNone/>
              <a:defRPr sz="2500" b="1">
                <a:solidFill>
                  <a:schemeClr val="dk1"/>
                </a:solidFill>
              </a:defRPr>
            </a:lvl8pPr>
            <a:lvl9pPr lvl="8" algn="ctr" rtl="0">
              <a:spcBef>
                <a:spcPts val="0"/>
              </a:spcBef>
              <a:spcAft>
                <a:spcPts val="0"/>
              </a:spcAft>
              <a:buClr>
                <a:schemeClr val="dk1"/>
              </a:buClr>
              <a:buSzPts val="2500"/>
              <a:buNone/>
              <a:defRPr sz="2500" b="1">
                <a:solidFill>
                  <a:schemeClr val="dk1"/>
                </a:solidFill>
              </a:defRPr>
            </a:lvl9pPr>
          </a:lstStyle>
          <a:p>
            <a:r>
              <a:t>xx%</a:t>
            </a:r>
          </a:p>
        </p:txBody>
      </p:sp>
      <p:sp>
        <p:nvSpPr>
          <p:cNvPr id="415" name="Google Shape;415;p54"/>
          <p:cNvSpPr txBox="1">
            <a:spLocks noGrp="1"/>
          </p:cNvSpPr>
          <p:nvPr>
            <p:ph type="title" idx="8" hasCustomPrompt="1"/>
          </p:nvPr>
        </p:nvSpPr>
        <p:spPr>
          <a:xfrm>
            <a:off x="1117350" y="2497873"/>
            <a:ext cx="1131000" cy="3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500"/>
              <a:buNone/>
              <a:defRPr sz="2500" b="1">
                <a:solidFill>
                  <a:schemeClr val="dk1"/>
                </a:solidFill>
              </a:defRPr>
            </a:lvl1pPr>
            <a:lvl2pPr lvl="1" algn="ctr" rtl="0">
              <a:spcBef>
                <a:spcPts val="0"/>
              </a:spcBef>
              <a:spcAft>
                <a:spcPts val="0"/>
              </a:spcAft>
              <a:buClr>
                <a:schemeClr val="dk1"/>
              </a:buClr>
              <a:buSzPts val="2500"/>
              <a:buNone/>
              <a:defRPr sz="2500" b="1">
                <a:solidFill>
                  <a:schemeClr val="dk1"/>
                </a:solidFill>
              </a:defRPr>
            </a:lvl2pPr>
            <a:lvl3pPr lvl="2" algn="ctr" rtl="0">
              <a:spcBef>
                <a:spcPts val="0"/>
              </a:spcBef>
              <a:spcAft>
                <a:spcPts val="0"/>
              </a:spcAft>
              <a:buClr>
                <a:schemeClr val="dk1"/>
              </a:buClr>
              <a:buSzPts val="2500"/>
              <a:buNone/>
              <a:defRPr sz="2500" b="1">
                <a:solidFill>
                  <a:schemeClr val="dk1"/>
                </a:solidFill>
              </a:defRPr>
            </a:lvl3pPr>
            <a:lvl4pPr lvl="3" algn="ctr" rtl="0">
              <a:spcBef>
                <a:spcPts val="0"/>
              </a:spcBef>
              <a:spcAft>
                <a:spcPts val="0"/>
              </a:spcAft>
              <a:buClr>
                <a:schemeClr val="dk1"/>
              </a:buClr>
              <a:buSzPts val="2500"/>
              <a:buNone/>
              <a:defRPr sz="2500" b="1">
                <a:solidFill>
                  <a:schemeClr val="dk1"/>
                </a:solidFill>
              </a:defRPr>
            </a:lvl4pPr>
            <a:lvl5pPr lvl="4" algn="ctr" rtl="0">
              <a:spcBef>
                <a:spcPts val="0"/>
              </a:spcBef>
              <a:spcAft>
                <a:spcPts val="0"/>
              </a:spcAft>
              <a:buClr>
                <a:schemeClr val="dk1"/>
              </a:buClr>
              <a:buSzPts val="2500"/>
              <a:buNone/>
              <a:defRPr sz="2500" b="1">
                <a:solidFill>
                  <a:schemeClr val="dk1"/>
                </a:solidFill>
              </a:defRPr>
            </a:lvl5pPr>
            <a:lvl6pPr lvl="5" algn="ctr" rtl="0">
              <a:spcBef>
                <a:spcPts val="0"/>
              </a:spcBef>
              <a:spcAft>
                <a:spcPts val="0"/>
              </a:spcAft>
              <a:buClr>
                <a:schemeClr val="dk1"/>
              </a:buClr>
              <a:buSzPts val="2500"/>
              <a:buNone/>
              <a:defRPr sz="2500" b="1">
                <a:solidFill>
                  <a:schemeClr val="dk1"/>
                </a:solidFill>
              </a:defRPr>
            </a:lvl6pPr>
            <a:lvl7pPr lvl="6" algn="ctr" rtl="0">
              <a:spcBef>
                <a:spcPts val="0"/>
              </a:spcBef>
              <a:spcAft>
                <a:spcPts val="0"/>
              </a:spcAft>
              <a:buClr>
                <a:schemeClr val="dk1"/>
              </a:buClr>
              <a:buSzPts val="2500"/>
              <a:buNone/>
              <a:defRPr sz="2500" b="1">
                <a:solidFill>
                  <a:schemeClr val="dk1"/>
                </a:solidFill>
              </a:defRPr>
            </a:lvl7pPr>
            <a:lvl8pPr lvl="7" algn="ctr" rtl="0">
              <a:spcBef>
                <a:spcPts val="0"/>
              </a:spcBef>
              <a:spcAft>
                <a:spcPts val="0"/>
              </a:spcAft>
              <a:buClr>
                <a:schemeClr val="dk1"/>
              </a:buClr>
              <a:buSzPts val="2500"/>
              <a:buNone/>
              <a:defRPr sz="2500" b="1">
                <a:solidFill>
                  <a:schemeClr val="dk1"/>
                </a:solidFill>
              </a:defRPr>
            </a:lvl8pPr>
            <a:lvl9pPr lvl="8" algn="ctr" rtl="0">
              <a:spcBef>
                <a:spcPts val="0"/>
              </a:spcBef>
              <a:spcAft>
                <a:spcPts val="0"/>
              </a:spcAft>
              <a:buClr>
                <a:schemeClr val="dk1"/>
              </a:buClr>
              <a:buSzPts val="2500"/>
              <a:buNone/>
              <a:defRPr sz="2500" b="1">
                <a:solidFill>
                  <a:schemeClr val="dk1"/>
                </a:solidFill>
              </a:defRPr>
            </a:lvl9pPr>
          </a:lstStyle>
          <a:p>
            <a:r>
              <a:t>xx%</a:t>
            </a:r>
          </a:p>
        </p:txBody>
      </p:sp>
      <p:sp>
        <p:nvSpPr>
          <p:cNvPr id="416" name="Google Shape;416;p54"/>
          <p:cNvSpPr txBox="1">
            <a:spLocks noGrp="1"/>
          </p:cNvSpPr>
          <p:nvPr>
            <p:ph type="title" idx="9" hasCustomPrompt="1"/>
          </p:nvPr>
        </p:nvSpPr>
        <p:spPr>
          <a:xfrm>
            <a:off x="6876113" y="2497873"/>
            <a:ext cx="1131000" cy="3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2500"/>
              <a:buNone/>
              <a:defRPr sz="2500" b="1">
                <a:solidFill>
                  <a:schemeClr val="dk1"/>
                </a:solidFill>
              </a:defRPr>
            </a:lvl1pPr>
            <a:lvl2pPr lvl="1" algn="ctr" rtl="0">
              <a:spcBef>
                <a:spcPts val="0"/>
              </a:spcBef>
              <a:spcAft>
                <a:spcPts val="0"/>
              </a:spcAft>
              <a:buClr>
                <a:schemeClr val="dk1"/>
              </a:buClr>
              <a:buSzPts val="2500"/>
              <a:buNone/>
              <a:defRPr sz="2500" b="1">
                <a:solidFill>
                  <a:schemeClr val="dk1"/>
                </a:solidFill>
              </a:defRPr>
            </a:lvl2pPr>
            <a:lvl3pPr lvl="2" algn="ctr" rtl="0">
              <a:spcBef>
                <a:spcPts val="0"/>
              </a:spcBef>
              <a:spcAft>
                <a:spcPts val="0"/>
              </a:spcAft>
              <a:buClr>
                <a:schemeClr val="dk1"/>
              </a:buClr>
              <a:buSzPts val="2500"/>
              <a:buNone/>
              <a:defRPr sz="2500" b="1">
                <a:solidFill>
                  <a:schemeClr val="dk1"/>
                </a:solidFill>
              </a:defRPr>
            </a:lvl3pPr>
            <a:lvl4pPr lvl="3" algn="ctr" rtl="0">
              <a:spcBef>
                <a:spcPts val="0"/>
              </a:spcBef>
              <a:spcAft>
                <a:spcPts val="0"/>
              </a:spcAft>
              <a:buClr>
                <a:schemeClr val="dk1"/>
              </a:buClr>
              <a:buSzPts val="2500"/>
              <a:buNone/>
              <a:defRPr sz="2500" b="1">
                <a:solidFill>
                  <a:schemeClr val="dk1"/>
                </a:solidFill>
              </a:defRPr>
            </a:lvl4pPr>
            <a:lvl5pPr lvl="4" algn="ctr" rtl="0">
              <a:spcBef>
                <a:spcPts val="0"/>
              </a:spcBef>
              <a:spcAft>
                <a:spcPts val="0"/>
              </a:spcAft>
              <a:buClr>
                <a:schemeClr val="dk1"/>
              </a:buClr>
              <a:buSzPts val="2500"/>
              <a:buNone/>
              <a:defRPr sz="2500" b="1">
                <a:solidFill>
                  <a:schemeClr val="dk1"/>
                </a:solidFill>
              </a:defRPr>
            </a:lvl5pPr>
            <a:lvl6pPr lvl="5" algn="ctr" rtl="0">
              <a:spcBef>
                <a:spcPts val="0"/>
              </a:spcBef>
              <a:spcAft>
                <a:spcPts val="0"/>
              </a:spcAft>
              <a:buClr>
                <a:schemeClr val="dk1"/>
              </a:buClr>
              <a:buSzPts val="2500"/>
              <a:buNone/>
              <a:defRPr sz="2500" b="1">
                <a:solidFill>
                  <a:schemeClr val="dk1"/>
                </a:solidFill>
              </a:defRPr>
            </a:lvl6pPr>
            <a:lvl7pPr lvl="6" algn="ctr" rtl="0">
              <a:spcBef>
                <a:spcPts val="0"/>
              </a:spcBef>
              <a:spcAft>
                <a:spcPts val="0"/>
              </a:spcAft>
              <a:buClr>
                <a:schemeClr val="dk1"/>
              </a:buClr>
              <a:buSzPts val="2500"/>
              <a:buNone/>
              <a:defRPr sz="2500" b="1">
                <a:solidFill>
                  <a:schemeClr val="dk1"/>
                </a:solidFill>
              </a:defRPr>
            </a:lvl7pPr>
            <a:lvl8pPr lvl="7" algn="ctr" rtl="0">
              <a:spcBef>
                <a:spcPts val="0"/>
              </a:spcBef>
              <a:spcAft>
                <a:spcPts val="0"/>
              </a:spcAft>
              <a:buClr>
                <a:schemeClr val="dk1"/>
              </a:buClr>
              <a:buSzPts val="2500"/>
              <a:buNone/>
              <a:defRPr sz="2500" b="1">
                <a:solidFill>
                  <a:schemeClr val="dk1"/>
                </a:solidFill>
              </a:defRPr>
            </a:lvl8pPr>
            <a:lvl9pPr lvl="8" algn="ctr" rtl="0">
              <a:spcBef>
                <a:spcPts val="0"/>
              </a:spcBef>
              <a:spcAft>
                <a:spcPts val="0"/>
              </a:spcAft>
              <a:buClr>
                <a:schemeClr val="dk1"/>
              </a:buClr>
              <a:buSzPts val="2500"/>
              <a:buNone/>
              <a:defRPr sz="2500" b="1">
                <a:solidFill>
                  <a:schemeClr val="dk1"/>
                </a:solidFill>
              </a:defRPr>
            </a:lvl9pPr>
          </a:lstStyle>
          <a:p>
            <a:r>
              <a:t>xx%</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aption 1">
  <p:cSld name="CAPTION_ONLY_1">
    <p:bg>
      <p:bgPr>
        <a:solidFill>
          <a:schemeClr val="accent5"/>
        </a:solidFill>
        <a:effectLst/>
      </p:bgPr>
    </p:bg>
    <p:spTree>
      <p:nvGrpSpPr>
        <p:cNvPr id="1" name="Shape 417"/>
        <p:cNvGrpSpPr/>
        <p:nvPr/>
      </p:nvGrpSpPr>
      <p:grpSpPr>
        <a:xfrm>
          <a:off x="0" y="0"/>
          <a:ext cx="0" cy="0"/>
          <a:chOff x="0" y="0"/>
          <a:chExt cx="0" cy="0"/>
        </a:xfrm>
      </p:grpSpPr>
      <p:sp>
        <p:nvSpPr>
          <p:cNvPr id="418" name="Google Shape;418;p55"/>
          <p:cNvSpPr/>
          <p:nvPr/>
        </p:nvSpPr>
        <p:spPr>
          <a:xfrm>
            <a:off x="-50" y="5600"/>
            <a:ext cx="9144000" cy="5143500"/>
          </a:xfrm>
          <a:prstGeom prst="rect">
            <a:avLst/>
          </a:prstGeom>
          <a:solidFill>
            <a:schemeClr val="lt1">
              <a:alpha val="235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5"/>
          <p:cNvSpPr/>
          <p:nvPr/>
        </p:nvSpPr>
        <p:spPr>
          <a:xfrm>
            <a:off x="-75550" y="463300"/>
            <a:ext cx="4886400" cy="105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5"/>
          <p:cNvSpPr/>
          <p:nvPr/>
        </p:nvSpPr>
        <p:spPr>
          <a:xfrm rot="10800000">
            <a:off x="6530450" y="-614375"/>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1" name="Google Shape;421;p55"/>
          <p:cNvSpPr/>
          <p:nvPr/>
        </p:nvSpPr>
        <p:spPr>
          <a:xfrm rot="10800000">
            <a:off x="6749525" y="-709625"/>
            <a:ext cx="3405900" cy="33024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22" name="Google Shape;422;p55"/>
          <p:cNvSpPr txBox="1">
            <a:spLocks noGrp="1"/>
          </p:cNvSpPr>
          <p:nvPr>
            <p:ph type="title"/>
          </p:nvPr>
        </p:nvSpPr>
        <p:spPr>
          <a:xfrm>
            <a:off x="713225" y="530725"/>
            <a:ext cx="3858900" cy="842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700"/>
              <a:buNone/>
              <a:defRPr sz="2500" b="1">
                <a:solidFill>
                  <a:schemeClr val="lt1"/>
                </a:solidFill>
              </a:defRPr>
            </a:lvl1pPr>
            <a:lvl2pPr lvl="1" rtl="0">
              <a:spcBef>
                <a:spcPts val="0"/>
              </a:spcBef>
              <a:spcAft>
                <a:spcPts val="0"/>
              </a:spcAft>
              <a:buClr>
                <a:schemeClr val="dk1"/>
              </a:buClr>
              <a:buSzPts val="3000"/>
              <a:buNone/>
              <a:defRPr b="1">
                <a:solidFill>
                  <a:schemeClr val="dk1"/>
                </a:solidFill>
              </a:defRPr>
            </a:lvl2pPr>
            <a:lvl3pPr lvl="2" rtl="0">
              <a:spcBef>
                <a:spcPts val="0"/>
              </a:spcBef>
              <a:spcAft>
                <a:spcPts val="0"/>
              </a:spcAft>
              <a:buClr>
                <a:schemeClr val="dk1"/>
              </a:buClr>
              <a:buSzPts val="3000"/>
              <a:buNone/>
              <a:defRPr b="1">
                <a:solidFill>
                  <a:schemeClr val="dk1"/>
                </a:solidFill>
              </a:defRPr>
            </a:lvl3pPr>
            <a:lvl4pPr lvl="3" rtl="0">
              <a:spcBef>
                <a:spcPts val="0"/>
              </a:spcBef>
              <a:spcAft>
                <a:spcPts val="0"/>
              </a:spcAft>
              <a:buClr>
                <a:schemeClr val="dk1"/>
              </a:buClr>
              <a:buSzPts val="3000"/>
              <a:buNone/>
              <a:defRPr b="1">
                <a:solidFill>
                  <a:schemeClr val="dk1"/>
                </a:solidFill>
              </a:defRPr>
            </a:lvl4pPr>
            <a:lvl5pPr lvl="4" rtl="0">
              <a:spcBef>
                <a:spcPts val="0"/>
              </a:spcBef>
              <a:spcAft>
                <a:spcPts val="0"/>
              </a:spcAft>
              <a:buClr>
                <a:schemeClr val="dk1"/>
              </a:buClr>
              <a:buSzPts val="3000"/>
              <a:buNone/>
              <a:defRPr b="1">
                <a:solidFill>
                  <a:schemeClr val="dk1"/>
                </a:solidFill>
              </a:defRPr>
            </a:lvl5pPr>
            <a:lvl6pPr lvl="5" rtl="0">
              <a:spcBef>
                <a:spcPts val="0"/>
              </a:spcBef>
              <a:spcAft>
                <a:spcPts val="0"/>
              </a:spcAft>
              <a:buClr>
                <a:schemeClr val="dk1"/>
              </a:buClr>
              <a:buSzPts val="3000"/>
              <a:buNone/>
              <a:defRPr b="1">
                <a:solidFill>
                  <a:schemeClr val="dk1"/>
                </a:solidFill>
              </a:defRPr>
            </a:lvl6pPr>
            <a:lvl7pPr lvl="6" rtl="0">
              <a:spcBef>
                <a:spcPts val="0"/>
              </a:spcBef>
              <a:spcAft>
                <a:spcPts val="0"/>
              </a:spcAft>
              <a:buClr>
                <a:schemeClr val="dk1"/>
              </a:buClr>
              <a:buSzPts val="3000"/>
              <a:buNone/>
              <a:defRPr b="1">
                <a:solidFill>
                  <a:schemeClr val="dk1"/>
                </a:solidFill>
              </a:defRPr>
            </a:lvl7pPr>
            <a:lvl8pPr lvl="7" rtl="0">
              <a:spcBef>
                <a:spcPts val="0"/>
              </a:spcBef>
              <a:spcAft>
                <a:spcPts val="0"/>
              </a:spcAft>
              <a:buClr>
                <a:schemeClr val="dk1"/>
              </a:buClr>
              <a:buSzPts val="3000"/>
              <a:buNone/>
              <a:defRPr b="1">
                <a:solidFill>
                  <a:schemeClr val="dk1"/>
                </a:solidFill>
              </a:defRPr>
            </a:lvl8pPr>
            <a:lvl9pPr lvl="8" rtl="0">
              <a:spcBef>
                <a:spcPts val="0"/>
              </a:spcBef>
              <a:spcAft>
                <a:spcPts val="0"/>
              </a:spcAft>
              <a:buClr>
                <a:schemeClr val="dk1"/>
              </a:buClr>
              <a:buSzPts val="3000"/>
              <a:buNone/>
              <a:defRPr b="1">
                <a:solidFill>
                  <a:schemeClr val="dk1"/>
                </a:solidFil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anks">
  <p:cSld name="CUSTOM_18">
    <p:bg>
      <p:bgPr>
        <a:solidFill>
          <a:schemeClr val="dk1"/>
        </a:solidFill>
        <a:effectLst/>
      </p:bgPr>
    </p:bg>
    <p:spTree>
      <p:nvGrpSpPr>
        <p:cNvPr id="1" name="Shape 423"/>
        <p:cNvGrpSpPr/>
        <p:nvPr/>
      </p:nvGrpSpPr>
      <p:grpSpPr>
        <a:xfrm>
          <a:off x="0" y="0"/>
          <a:ext cx="0" cy="0"/>
          <a:chOff x="0" y="0"/>
          <a:chExt cx="0" cy="0"/>
        </a:xfrm>
      </p:grpSpPr>
      <p:sp>
        <p:nvSpPr>
          <p:cNvPr id="424" name="Google Shape;424;p56"/>
          <p:cNvSpPr/>
          <p:nvPr/>
        </p:nvSpPr>
        <p:spPr>
          <a:xfrm>
            <a:off x="4165600" y="2820426"/>
            <a:ext cx="8077200" cy="3875700"/>
          </a:xfrm>
          <a:prstGeom prst="triangle">
            <a:avLst>
              <a:gd name="adj" fmla="val 50000"/>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idact Gothic" panose="00000500000000000000"/>
              <a:ea typeface="Didact Gothic" panose="00000500000000000000"/>
              <a:cs typeface="Didact Gothic" panose="00000500000000000000"/>
              <a:sym typeface="Didact Gothic" panose="00000500000000000000"/>
            </a:endParaRPr>
          </a:p>
        </p:txBody>
      </p:sp>
      <p:sp>
        <p:nvSpPr>
          <p:cNvPr id="425" name="Google Shape;425;p56"/>
          <p:cNvSpPr/>
          <p:nvPr/>
        </p:nvSpPr>
        <p:spPr>
          <a:xfrm rot="10800000">
            <a:off x="-1006525" y="-294700"/>
            <a:ext cx="4029300" cy="19335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56"/>
          <p:cNvSpPr txBox="1">
            <a:spLocks noGrp="1"/>
          </p:cNvSpPr>
          <p:nvPr>
            <p:ph type="title"/>
          </p:nvPr>
        </p:nvSpPr>
        <p:spPr>
          <a:xfrm>
            <a:off x="713250" y="672738"/>
            <a:ext cx="7717500" cy="12966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700"/>
              <a:buNone/>
              <a:defRPr sz="8000" b="1">
                <a:solidFill>
                  <a:schemeClr val="accent5"/>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
        <p:nvSpPr>
          <p:cNvPr id="427" name="Google Shape;427;p56"/>
          <p:cNvSpPr txBox="1">
            <a:spLocks noGrp="1"/>
          </p:cNvSpPr>
          <p:nvPr>
            <p:ph type="body" idx="1"/>
          </p:nvPr>
        </p:nvSpPr>
        <p:spPr>
          <a:xfrm>
            <a:off x="3068250" y="2129523"/>
            <a:ext cx="3007500" cy="6909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marL="914400" lvl="1"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marL="1371600" lvl="2"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marL="1828800" lvl="3"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marL="2286000" lvl="4"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marL="2743200" lvl="5"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marL="3200400" lvl="6"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marL="3657600" lvl="7" indent="-317500" rtl="0">
              <a:spcBef>
                <a:spcPts val="1600"/>
              </a:spcBef>
              <a:spcAft>
                <a:spcPts val="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marL="4114800" lvl="8" indent="-317500" rtl="0">
              <a:spcBef>
                <a:spcPts val="1600"/>
              </a:spcBef>
              <a:spcAft>
                <a:spcPts val="1600"/>
              </a:spcAft>
              <a:buClr>
                <a:schemeClr val="lt1"/>
              </a:buClr>
              <a:buSzPts val="1400"/>
              <a:buFont typeface="Didact Gothic" panose="00000500000000000000"/>
              <a:buChar char="■"/>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
        <p:nvSpPr>
          <p:cNvPr id="428" name="Google Shape;428;p56"/>
          <p:cNvSpPr txBox="1"/>
          <p:nvPr/>
        </p:nvSpPr>
        <p:spPr>
          <a:xfrm>
            <a:off x="2483550" y="3392650"/>
            <a:ext cx="4176900" cy="690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GB" sz="1100">
                <a:solidFill>
                  <a:schemeClr val="lt1"/>
                </a:solidFill>
                <a:latin typeface="Didact Gothic" panose="00000500000000000000"/>
                <a:ea typeface="Didact Gothic" panose="00000500000000000000"/>
                <a:cs typeface="Didact Gothic" panose="00000500000000000000"/>
                <a:sym typeface="Didact Gothic" panose="00000500000000000000"/>
              </a:rPr>
              <a:t>CREDITS: This presentation template was created by </a:t>
            </a:r>
            <a:r>
              <a:rPr lang="en-GB" sz="1100" b="1">
                <a:solidFill>
                  <a:schemeClr val="lt1"/>
                </a:solidFill>
                <a:uFill>
                  <a:noFill/>
                </a:uFill>
                <a:latin typeface="Didact Gothic" panose="00000500000000000000"/>
                <a:ea typeface="Didact Gothic" panose="00000500000000000000"/>
                <a:cs typeface="Didact Gothic" panose="00000500000000000000"/>
                <a:sym typeface="Didact Gothic" panose="00000500000000000000"/>
                <a:hlinkClick r:id="rId2"/>
              </a:rPr>
              <a:t>Slidesgo</a:t>
            </a:r>
            <a:r>
              <a:rPr lang="en-GB" sz="1100">
                <a:solidFill>
                  <a:schemeClr val="lt1"/>
                </a:solidFill>
                <a:latin typeface="Didact Gothic" panose="00000500000000000000"/>
                <a:ea typeface="Didact Gothic" panose="00000500000000000000"/>
                <a:cs typeface="Didact Gothic" panose="00000500000000000000"/>
                <a:sym typeface="Didact Gothic" panose="00000500000000000000"/>
              </a:rPr>
              <a:t>, including icons by </a:t>
            </a:r>
            <a:r>
              <a:rPr lang="en-GB" sz="1100" b="1">
                <a:solidFill>
                  <a:schemeClr val="lt1"/>
                </a:solidFill>
                <a:uFill>
                  <a:noFill/>
                </a:uFill>
                <a:latin typeface="Didact Gothic" panose="00000500000000000000"/>
                <a:ea typeface="Didact Gothic" panose="00000500000000000000"/>
                <a:cs typeface="Didact Gothic" panose="00000500000000000000"/>
                <a:sym typeface="Didact Gothic" panose="00000500000000000000"/>
                <a:hlinkClick r:id="rId3"/>
              </a:rPr>
              <a:t>Flaticon</a:t>
            </a:r>
            <a:r>
              <a:rPr lang="en-GB" sz="1100">
                <a:solidFill>
                  <a:schemeClr val="lt1"/>
                </a:solidFill>
                <a:latin typeface="Didact Gothic" panose="00000500000000000000"/>
                <a:ea typeface="Didact Gothic" panose="00000500000000000000"/>
                <a:cs typeface="Didact Gothic" panose="00000500000000000000"/>
                <a:sym typeface="Didact Gothic" panose="00000500000000000000"/>
              </a:rPr>
              <a:t>, infographics &amp; images by </a:t>
            </a:r>
            <a:r>
              <a:rPr lang="en-GB" sz="1100" b="1">
                <a:solidFill>
                  <a:schemeClr val="lt1"/>
                </a:solidFill>
                <a:uFill>
                  <a:noFill/>
                </a:uFill>
                <a:latin typeface="Didact Gothic" panose="00000500000000000000"/>
                <a:ea typeface="Didact Gothic" panose="00000500000000000000"/>
                <a:cs typeface="Didact Gothic" panose="00000500000000000000"/>
                <a:sym typeface="Didact Gothic" panose="00000500000000000000"/>
                <a:hlinkClick r:id="rId4"/>
              </a:rPr>
              <a:t>Freepik</a:t>
            </a:r>
            <a:r>
              <a:rPr lang="en-GB" sz="1100">
                <a:solidFill>
                  <a:schemeClr val="lt1"/>
                </a:solidFill>
                <a:latin typeface="Didact Gothic" panose="00000500000000000000"/>
                <a:ea typeface="Didact Gothic" panose="00000500000000000000"/>
                <a:cs typeface="Didact Gothic" panose="00000500000000000000"/>
                <a:sym typeface="Didact Gothic" panose="00000500000000000000"/>
              </a:rPr>
              <a:t> </a:t>
            </a:r>
            <a:endParaRPr sz="1100">
              <a:solidFill>
                <a:schemeClr val="lt1"/>
              </a:solidFill>
              <a:latin typeface="Didact Gothic" panose="00000500000000000000"/>
              <a:ea typeface="Didact Gothic" panose="00000500000000000000"/>
              <a:cs typeface="Didact Gothic" panose="00000500000000000000"/>
              <a:sym typeface="Didact Gothic" panose="00000500000000000000"/>
            </a:endParaRPr>
          </a:p>
        </p:txBody>
      </p:sp>
      <p:sp>
        <p:nvSpPr>
          <p:cNvPr id="429" name="Google Shape;429;p56"/>
          <p:cNvSpPr txBox="1">
            <a:spLocks noGrp="1"/>
          </p:cNvSpPr>
          <p:nvPr>
            <p:ph type="subTitle" idx="2"/>
          </p:nvPr>
        </p:nvSpPr>
        <p:spPr>
          <a:xfrm>
            <a:off x="3069175" y="1843125"/>
            <a:ext cx="3007500" cy="429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1pPr>
            <a:lvl2pPr lvl="1"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2pPr>
            <a:lvl3pPr lvl="2"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3pPr>
            <a:lvl4pPr lvl="3"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4pPr>
            <a:lvl5pPr lvl="4"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5pPr>
            <a:lvl6pPr lvl="5"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6pPr>
            <a:lvl7pPr lvl="6"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7pPr>
            <a:lvl8pPr lvl="7" algn="ctr">
              <a:spcBef>
                <a:spcPts val="1600"/>
              </a:spcBef>
              <a:spcAft>
                <a:spcPts val="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8pPr>
            <a:lvl9pPr lvl="8" algn="ctr">
              <a:spcBef>
                <a:spcPts val="1600"/>
              </a:spcBef>
              <a:spcAft>
                <a:spcPts val="1600"/>
              </a:spcAft>
              <a:buClr>
                <a:schemeClr val="lt1"/>
              </a:buClr>
              <a:buSzPts val="1400"/>
              <a:buFont typeface="Didact Gothic" panose="00000500000000000000"/>
              <a:buNone/>
              <a:defRPr>
                <a:solidFill>
                  <a:schemeClr val="lt1"/>
                </a:solidFill>
                <a:latin typeface="Didact Gothic" panose="00000500000000000000"/>
                <a:ea typeface="Didact Gothic" panose="00000500000000000000"/>
                <a:cs typeface="Didact Gothic" panose="00000500000000000000"/>
                <a:sym typeface="Didact Gothic" panose="00000500000000000000"/>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
  <p:cSld name="CUSTOM_35">
    <p:spTree>
      <p:nvGrpSpPr>
        <p:cNvPr id="1" name="Shape 430"/>
        <p:cNvGrpSpPr/>
        <p:nvPr/>
      </p:nvGrpSpPr>
      <p:grpSpPr>
        <a:xfrm>
          <a:off x="0" y="0"/>
          <a:ext cx="0" cy="0"/>
          <a:chOff x="0" y="0"/>
          <a:chExt cx="0" cy="0"/>
        </a:xfrm>
      </p:grpSpPr>
      <p:sp>
        <p:nvSpPr>
          <p:cNvPr id="431" name="Google Shape;431;p57"/>
          <p:cNvSpPr/>
          <p:nvPr/>
        </p:nvSpPr>
        <p:spPr>
          <a:xfrm flipH="1">
            <a:off x="7024500" y="2600625"/>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2" name="Google Shape;432;p57"/>
          <p:cNvSpPr/>
          <p:nvPr/>
        </p:nvSpPr>
        <p:spPr>
          <a:xfrm flipH="1">
            <a:off x="7128800" y="2600625"/>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3" name="Google Shape;433;p57"/>
          <p:cNvSpPr/>
          <p:nvPr/>
        </p:nvSpPr>
        <p:spPr>
          <a:xfrm rot="10800000" flipH="1">
            <a:off x="-76242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434" name="Google Shape;434;p57"/>
          <p:cNvSpPr/>
          <p:nvPr/>
        </p:nvSpPr>
        <p:spPr>
          <a:xfrm rot="10800000" flipH="1">
            <a:off x="-1681400" y="-15226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1">
  <p:cSld name="CUSTOM_35_1">
    <p:spTree>
      <p:nvGrpSpPr>
        <p:cNvPr id="1" name="Shape 435"/>
        <p:cNvGrpSpPr/>
        <p:nvPr/>
      </p:nvGrpSpPr>
      <p:grpSpPr>
        <a:xfrm>
          <a:off x="0" y="0"/>
          <a:ext cx="0" cy="0"/>
          <a:chOff x="0" y="0"/>
          <a:chExt cx="0" cy="0"/>
        </a:xfrm>
      </p:grpSpPr>
      <p:sp>
        <p:nvSpPr>
          <p:cNvPr id="436" name="Google Shape;436;p58"/>
          <p:cNvSpPr/>
          <p:nvPr/>
        </p:nvSpPr>
        <p:spPr>
          <a:xfrm rot="10800000" flipH="1">
            <a:off x="0" y="-36200"/>
            <a:ext cx="2292600" cy="20841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8"/>
          <p:cNvSpPr/>
          <p:nvPr/>
        </p:nvSpPr>
        <p:spPr>
          <a:xfrm>
            <a:off x="6053100" y="30648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2">
  <p:cSld name="CUSTOM_35_1_1">
    <p:spTree>
      <p:nvGrpSpPr>
        <p:cNvPr id="1" name="Shape 438"/>
        <p:cNvGrpSpPr/>
        <p:nvPr/>
      </p:nvGrpSpPr>
      <p:grpSpPr>
        <a:xfrm>
          <a:off x="0" y="0"/>
          <a:ext cx="0" cy="0"/>
          <a:chOff x="0" y="0"/>
          <a:chExt cx="0" cy="0"/>
        </a:xfrm>
      </p:grpSpPr>
      <p:cxnSp>
        <p:nvCxnSpPr>
          <p:cNvPr id="439" name="Google Shape;439;p59"/>
          <p:cNvCxnSpPr/>
          <p:nvPr/>
        </p:nvCxnSpPr>
        <p:spPr>
          <a:xfrm>
            <a:off x="6350113" y="-1501125"/>
            <a:ext cx="3757500" cy="4183800"/>
          </a:xfrm>
          <a:prstGeom prst="straightConnector1">
            <a:avLst/>
          </a:prstGeom>
          <a:noFill/>
          <a:ln w="19050" cap="flat" cmpd="sng">
            <a:solidFill>
              <a:schemeClr val="dk1"/>
            </a:solidFill>
            <a:prstDash val="solid"/>
            <a:round/>
            <a:headEnd type="none" w="med" len="med"/>
            <a:tailEnd type="none" w="med" len="med"/>
          </a:ln>
        </p:spPr>
      </p:cxnSp>
      <p:sp>
        <p:nvSpPr>
          <p:cNvPr id="440" name="Google Shape;440;p59"/>
          <p:cNvSpPr/>
          <p:nvPr/>
        </p:nvSpPr>
        <p:spPr>
          <a:xfrm>
            <a:off x="-64200" y="3825775"/>
            <a:ext cx="1296000" cy="1382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9"/>
          <p:cNvSpPr/>
          <p:nvPr/>
        </p:nvSpPr>
        <p:spPr>
          <a:xfrm>
            <a:off x="5258900" y="-237925"/>
            <a:ext cx="11403900" cy="5844300"/>
          </a:xfrm>
          <a:prstGeom prst="triangle">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59"/>
          <p:cNvSpPr/>
          <p:nvPr/>
        </p:nvSpPr>
        <p:spPr>
          <a:xfrm rot="10800000">
            <a:off x="-5389050" y="-2161975"/>
            <a:ext cx="11403900" cy="58443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9"/>
          <p:cNvSpPr/>
          <p:nvPr/>
        </p:nvSpPr>
        <p:spPr>
          <a:xfrm>
            <a:off x="5211275" y="3863525"/>
            <a:ext cx="2907300" cy="1490100"/>
          </a:xfrm>
          <a:prstGeom prst="triangle">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9"/>
          <p:cNvSpPr/>
          <p:nvPr/>
        </p:nvSpPr>
        <p:spPr>
          <a:xfrm rot="10800000">
            <a:off x="1107975" y="-556075"/>
            <a:ext cx="2907300" cy="14901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1132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hlink"/>
              </a:buClr>
              <a:buSzPts val="2700"/>
              <a:buFont typeface="Julius Sans One" panose="02000000000000000000"/>
              <a:buNone/>
              <a:defRPr sz="27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1pPr>
            <a:lvl2pPr lvl="1">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2pPr>
            <a:lvl3pPr lvl="2">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3pPr>
            <a:lvl4pPr lvl="3">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4pPr>
            <a:lvl5pPr lvl="4">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5pPr>
            <a:lvl6pPr lvl="5">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6pPr>
            <a:lvl7pPr lvl="6">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7pPr>
            <a:lvl8pPr lvl="7">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8pPr>
            <a:lvl9pPr lvl="8">
              <a:spcBef>
                <a:spcPts val="0"/>
              </a:spcBef>
              <a:spcAft>
                <a:spcPts val="0"/>
              </a:spcAft>
              <a:buClr>
                <a:schemeClr val="hlink"/>
              </a:buClr>
              <a:buSzPts val="3000"/>
              <a:buFont typeface="Julius Sans One" panose="02000000000000000000"/>
              <a:buNone/>
              <a:defRPr sz="3000">
                <a:solidFill>
                  <a:schemeClr val="hlink"/>
                </a:solidFill>
                <a:latin typeface="Julius Sans One" panose="02000000000000000000"/>
                <a:ea typeface="Julius Sans One" panose="02000000000000000000"/>
                <a:cs typeface="Julius Sans One" panose="02000000000000000000"/>
                <a:sym typeface="Julius Sans One" panose="02000000000000000000"/>
              </a:defRPr>
            </a:lvl9pPr>
          </a:lstStyle>
          <a:p>
            <a:endParaRPr/>
          </a:p>
        </p:txBody>
      </p:sp>
      <p:sp>
        <p:nvSpPr>
          <p:cNvPr id="7" name="Google Shape;7;p1"/>
          <p:cNvSpPr txBox="1">
            <a:spLocks noGrp="1"/>
          </p:cNvSpPr>
          <p:nvPr>
            <p:ph type="body" idx="1"/>
          </p:nvPr>
        </p:nvSpPr>
        <p:spPr>
          <a:xfrm>
            <a:off x="713225" y="1152475"/>
            <a:ext cx="7717500" cy="345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1pPr>
            <a:lvl2pPr marL="914400" lvl="1"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2pPr>
            <a:lvl3pPr marL="1371600" lvl="2"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3pPr>
            <a:lvl4pPr marL="1828800" lvl="3"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4pPr>
            <a:lvl5pPr marL="2286000" lvl="4"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5pPr>
            <a:lvl6pPr marL="2743200" lvl="5"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6pPr>
            <a:lvl7pPr marL="3200400" lvl="6"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7pPr>
            <a:lvl8pPr marL="3657600" lvl="7" indent="-317500">
              <a:lnSpc>
                <a:spcPct val="115000"/>
              </a:lnSpc>
              <a:spcBef>
                <a:spcPts val="1600"/>
              </a:spcBef>
              <a:spcAft>
                <a:spcPts val="0"/>
              </a:spcAft>
              <a:buClr>
                <a:schemeClr val="hlink"/>
              </a:buClr>
              <a:buSzPts val="1400"/>
              <a:buFont typeface="Questrial"/>
              <a:buChar char="○"/>
              <a:defRPr>
                <a:solidFill>
                  <a:schemeClr val="hlink"/>
                </a:solidFill>
                <a:latin typeface="Questrial"/>
                <a:ea typeface="Questrial"/>
                <a:cs typeface="Questrial"/>
                <a:sym typeface="Questrial"/>
              </a:defRPr>
            </a:lvl8pPr>
            <a:lvl9pPr marL="4114800" lvl="8" indent="-317500">
              <a:lnSpc>
                <a:spcPct val="115000"/>
              </a:lnSpc>
              <a:spcBef>
                <a:spcPts val="1600"/>
              </a:spcBef>
              <a:spcAft>
                <a:spcPts val="1600"/>
              </a:spcAft>
              <a:buClr>
                <a:schemeClr val="hlink"/>
              </a:buClr>
              <a:buSzPts val="1400"/>
              <a:buFont typeface="Questrial"/>
              <a:buChar char="■"/>
              <a:defRPr>
                <a:solidFill>
                  <a:schemeClr val="hlink"/>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0.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7"/>
          <p:cNvSpPr txBox="1">
            <a:spLocks noGrp="1"/>
          </p:cNvSpPr>
          <p:nvPr>
            <p:ph type="ctrTitle"/>
          </p:nvPr>
        </p:nvSpPr>
        <p:spPr>
          <a:xfrm>
            <a:off x="3805750" y="2198675"/>
            <a:ext cx="4322700" cy="1508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err="1">
                <a:sym typeface="+mn-ea"/>
              </a:rPr>
              <a:t>AmbieGen</a:t>
            </a:r>
            <a:r>
              <a:rPr lang="en-US" dirty="0">
                <a:sym typeface="+mn-ea"/>
              </a:rPr>
              <a:t> </a:t>
            </a:r>
            <a:r>
              <a:rPr lang="en-US" dirty="0" err="1">
                <a:sym typeface="+mn-ea"/>
              </a:rPr>
              <a:t>TTtool</a:t>
            </a:r>
            <a:endParaRPr lang="en-GB" dirty="0"/>
          </a:p>
        </p:txBody>
      </p:sp>
      <p:sp>
        <p:nvSpPr>
          <p:cNvPr id="464" name="Google Shape;464;p67"/>
          <p:cNvSpPr txBox="1">
            <a:spLocks noGrp="1"/>
          </p:cNvSpPr>
          <p:nvPr>
            <p:ph type="subTitle" idx="1"/>
          </p:nvPr>
        </p:nvSpPr>
        <p:spPr>
          <a:xfrm>
            <a:off x="4299250" y="4154375"/>
            <a:ext cx="3829200" cy="248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sym typeface="+mn-ea"/>
              </a:rPr>
              <a:t>Robert </a:t>
            </a:r>
            <a:r>
              <a:rPr lang="en-US" dirty="0" err="1">
                <a:sym typeface="+mn-ea"/>
              </a:rPr>
              <a:t>Linte</a:t>
            </a:r>
            <a:r>
              <a:rPr lang="en-US" dirty="0">
                <a:sym typeface="+mn-ea"/>
              </a:rPr>
              <a:t>, IS 506</a:t>
            </a:r>
          </a:p>
          <a:p>
            <a:pPr marL="0" lvl="0" indent="0" algn="r" rtl="0">
              <a:spcBef>
                <a:spcPts val="0"/>
              </a:spcBef>
              <a:spcAft>
                <a:spcPts val="0"/>
              </a:spcAft>
              <a:buNone/>
            </a:pPr>
            <a:r>
              <a:rPr lang="en-US" dirty="0">
                <a:sym typeface="+mn-ea"/>
              </a:rPr>
              <a:t>Vlad </a:t>
            </a:r>
            <a:r>
              <a:rPr lang="en-US" dirty="0" err="1">
                <a:sym typeface="+mn-ea"/>
              </a:rPr>
              <a:t>Neacșu</a:t>
            </a:r>
            <a:r>
              <a:rPr lang="en-US" dirty="0">
                <a:sym typeface="+mn-ea"/>
              </a:rPr>
              <a:t>, IS 506</a:t>
            </a:r>
          </a:p>
          <a:p>
            <a:pPr marL="0" lvl="0" indent="0" algn="r" rtl="0">
              <a:spcBef>
                <a:spcPts val="0"/>
              </a:spcBef>
              <a:spcAft>
                <a:spcPts val="0"/>
              </a:spcAft>
              <a:buNone/>
            </a:pPr>
            <a:r>
              <a:rPr lang="en-US" dirty="0">
                <a:sym typeface="+mn-ea"/>
              </a:rPr>
              <a:t>Denisa Predescu, BDTS 505</a:t>
            </a:r>
            <a:endParaRPr lang="en-GB" dirty="0"/>
          </a:p>
        </p:txBody>
      </p:sp>
      <p:cxnSp>
        <p:nvCxnSpPr>
          <p:cNvPr id="465" name="Google Shape;465;p67"/>
          <p:cNvCxnSpPr/>
          <p:nvPr/>
        </p:nvCxnSpPr>
        <p:spPr>
          <a:xfrm>
            <a:off x="7402150" y="4016555"/>
            <a:ext cx="6471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49"/>
        <p:cNvGrpSpPr/>
        <p:nvPr/>
      </p:nvGrpSpPr>
      <p:grpSpPr>
        <a:xfrm>
          <a:off x="0" y="0"/>
          <a:ext cx="0" cy="0"/>
          <a:chOff x="0" y="0"/>
          <a:chExt cx="0" cy="0"/>
        </a:xfrm>
      </p:grpSpPr>
      <p:sp>
        <p:nvSpPr>
          <p:cNvPr id="550" name="Google Shape;550;p75"/>
          <p:cNvSpPr txBox="1">
            <a:spLocks noGrp="1"/>
          </p:cNvSpPr>
          <p:nvPr>
            <p:ph type="body" idx="1"/>
          </p:nvPr>
        </p:nvSpPr>
        <p:spPr>
          <a:xfrm>
            <a:off x="1351280" y="1830070"/>
            <a:ext cx="6588125" cy="1483995"/>
          </a:xfrm>
          <a:prstGeom prst="rect">
            <a:avLst/>
          </a:prstGeom>
        </p:spPr>
        <p:txBody>
          <a:bodyPr spcFirstLastPara="1" wrap="square" lIns="91425" tIns="91425" rIns="91425" bIns="91425" anchor="t" anchorCtr="0">
            <a:noAutofit/>
          </a:bodyPr>
          <a:lstStyle/>
          <a:p>
            <a:pPr marL="0" lvl="0" indent="0" algn="just" rtl="0">
              <a:lnSpc>
                <a:spcPct val="110000"/>
              </a:lnSpc>
              <a:spcBef>
                <a:spcPts val="0"/>
              </a:spcBef>
              <a:spcAft>
                <a:spcPts val="0"/>
              </a:spcAft>
              <a:buClr>
                <a:schemeClr val="dk2"/>
              </a:buClr>
              <a:buSzPts val="1240"/>
              <a:buNone/>
            </a:pPr>
            <a:r>
              <a:rPr lang="en-US" sz="1600">
                <a:latin typeface="Didact Gothic" panose="00000500000000000000" charset="0"/>
                <a:ea typeface="Arial" panose="020B0604020202020204"/>
                <a:cs typeface="Didact Gothic" panose="00000500000000000000" charset="0"/>
                <a:sym typeface="Arial" panose="020B0604020202020204"/>
              </a:rPr>
              <a:t>Instrumentul AmbieGen permite generarea de cazuri de test diverse folosind algoritmi genetici (precum NSGA-II), evaluează scenariile de test pe baza unor metrici de fitness și noutate și vizualizează rezultatele optimizării. Acest instrument simulează scenarii realiste de conducere autonomă și situații pentru roboți prin construirea și testarea diferitelor configurații de drumuri, amplasamente de obstacole și trasee de navigare, fiind astfel util pentru testarea robusteței și fiabilității sistemelor autonome</a:t>
            </a:r>
            <a:endParaRPr lang="en-US" sz="1600">
              <a:solidFill>
                <a:srgbClr val="000000"/>
              </a:solidFill>
              <a:latin typeface="Didact Gothic" panose="00000500000000000000" charset="0"/>
              <a:ea typeface="Arial" panose="020B0604020202020204"/>
              <a:cs typeface="Didact Gothic" panose="00000500000000000000" charset="0"/>
              <a:sym typeface="Arial" panose="020B0604020202020204"/>
            </a:endParaRPr>
          </a:p>
        </p:txBody>
      </p:sp>
      <p:sp>
        <p:nvSpPr>
          <p:cNvPr id="551" name="Google Shape;551;p75"/>
          <p:cNvSpPr txBox="1">
            <a:spLocks noGrp="1"/>
          </p:cNvSpPr>
          <p:nvPr>
            <p:ph type="title"/>
          </p:nvPr>
        </p:nvSpPr>
        <p:spPr>
          <a:xfrm>
            <a:off x="1687950" y="1257800"/>
            <a:ext cx="5768100" cy="52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sym typeface="+mn-ea"/>
              </a:rPr>
              <a:t>Definitie</a:t>
            </a:r>
            <a:endParaRPr b="1"/>
          </a:p>
        </p:txBody>
      </p:sp>
      <p:cxnSp>
        <p:nvCxnSpPr>
          <p:cNvPr id="552" name="Google Shape;552;p75"/>
          <p:cNvCxnSpPr/>
          <p:nvPr/>
        </p:nvCxnSpPr>
        <p:spPr>
          <a:xfrm>
            <a:off x="4248450" y="1786390"/>
            <a:ext cx="6471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83"/>
          <p:cNvSpPr txBox="1">
            <a:spLocks noGrp="1"/>
          </p:cNvSpPr>
          <p:nvPr>
            <p:ph type="ctrTitle"/>
          </p:nvPr>
        </p:nvSpPr>
        <p:spPr>
          <a:xfrm>
            <a:off x="120650" y="1475105"/>
            <a:ext cx="6492240" cy="58547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2000">
                <a:solidFill>
                  <a:schemeClr val="bg1"/>
                </a:solidFill>
                <a:latin typeface="Julius Sans One" panose="02000000000000000000" charset="0"/>
                <a:ea typeface="Arial" panose="020B0604020202020204"/>
                <a:cs typeface="Julius Sans One" panose="02000000000000000000" charset="0"/>
                <a:sym typeface="Arial" panose="020B0604020202020204"/>
              </a:rPr>
              <a:t>Comparatie între Problema </a:t>
            </a:r>
            <a:br>
              <a:rPr lang="en-US" sz="2000">
                <a:solidFill>
                  <a:schemeClr val="bg1"/>
                </a:solidFill>
                <a:latin typeface="Julius Sans One" panose="02000000000000000000" charset="0"/>
                <a:ea typeface="Arial" panose="020B0604020202020204"/>
                <a:cs typeface="Julius Sans One" panose="02000000000000000000" charset="0"/>
                <a:sym typeface="Arial" panose="020B0604020202020204"/>
              </a:rPr>
            </a:br>
            <a:r>
              <a:rPr lang="en-US" sz="2000">
                <a:solidFill>
                  <a:schemeClr val="bg1"/>
                </a:solidFill>
                <a:latin typeface="Julius Sans One" panose="02000000000000000000" charset="0"/>
                <a:ea typeface="Arial" panose="020B0604020202020204"/>
                <a:cs typeface="Julius Sans One" panose="02000000000000000000" charset="0"/>
                <a:sym typeface="Arial" panose="020B0604020202020204"/>
              </a:rPr>
              <a:t>Robotului si Problema Vehiculului</a:t>
            </a:r>
            <a:br>
              <a:rPr lang="en-US" sz="2000">
                <a:solidFill>
                  <a:schemeClr val="bg1"/>
                </a:solidFill>
                <a:latin typeface="Julius Sans One" panose="02000000000000000000" charset="0"/>
                <a:ea typeface="Arial" panose="020B0604020202020204"/>
                <a:cs typeface="Julius Sans One" panose="02000000000000000000" charset="0"/>
                <a:sym typeface="Arial" panose="020B0604020202020204"/>
              </a:rPr>
            </a:br>
            <a:endParaRPr lang="en-US" sz="2000">
              <a:solidFill>
                <a:schemeClr val="bg1"/>
              </a:solidFill>
              <a:latin typeface="Julius Sans One" panose="02000000000000000000" charset="0"/>
              <a:ea typeface="Arial" panose="020B0604020202020204"/>
              <a:cs typeface="Julius Sans One" panose="02000000000000000000" charset="0"/>
              <a:sym typeface="Arial" panose="020B0604020202020204"/>
            </a:endParaRPr>
          </a:p>
        </p:txBody>
      </p:sp>
      <p:sp>
        <p:nvSpPr>
          <p:cNvPr id="640" name="Google Shape;640;p83"/>
          <p:cNvSpPr txBox="1">
            <a:spLocks noGrp="1"/>
          </p:cNvSpPr>
          <p:nvPr>
            <p:ph type="subTitle" idx="1"/>
          </p:nvPr>
        </p:nvSpPr>
        <p:spPr>
          <a:xfrm>
            <a:off x="120650" y="2174875"/>
            <a:ext cx="5469255" cy="998855"/>
          </a:xfrm>
          <a:prstGeom prst="rect">
            <a:avLst/>
          </a:prstGeom>
        </p:spPr>
        <p:txBody>
          <a:bodyPr spcFirstLastPara="1" wrap="square" lIns="91425" tIns="91425" rIns="91425" bIns="91425" anchor="t" anchorCtr="0">
            <a:noAutofit/>
          </a:bodyPr>
          <a:lstStyle/>
          <a:p>
            <a:pPr marL="0" marR="0" lvl="0" indent="0" algn="l" rtl="0">
              <a:spcBef>
                <a:spcPts val="0"/>
              </a:spcBef>
              <a:spcAft>
                <a:spcPts val="0"/>
              </a:spcAft>
              <a:buNone/>
            </a:pPr>
            <a:r>
              <a:rPr lang="en-US" b="1">
                <a:solidFill>
                  <a:schemeClr val="bg1"/>
                </a:solidFill>
                <a:latin typeface="Didact Gothic" panose="00000500000000000000" charset="0"/>
                <a:ea typeface="Arial" panose="020B0604020202020204"/>
                <a:cs typeface="Didact Gothic" panose="00000500000000000000" charset="0"/>
                <a:sym typeface="Arial" panose="020B0604020202020204"/>
              </a:rPr>
              <a:t>Puncte comune:</a:t>
            </a:r>
            <a:endParaRPr lang="en-US" b="1" i="0" u="none" strike="noStrike" cap="none">
              <a:solidFill>
                <a:schemeClr val="bg1"/>
              </a:solidFill>
              <a:latin typeface="Didact Gothic" panose="00000500000000000000" charset="0"/>
              <a:ea typeface="Arial" panose="020B0604020202020204"/>
              <a:cs typeface="Didact Gothic" panose="00000500000000000000" charset="0"/>
              <a:sym typeface="Arial" panose="020B0604020202020204"/>
            </a:endParaRPr>
          </a:p>
          <a:p>
            <a:pPr marL="457200" marR="0" lvl="1" indent="0" algn="l" rtl="0">
              <a:spcBef>
                <a:spcPts val="0"/>
              </a:spcBef>
              <a:spcAft>
                <a:spcPts val="0"/>
              </a:spcAft>
              <a:buNone/>
            </a:pPr>
            <a:br>
              <a:rPr lang="en-US" b="1">
                <a:solidFill>
                  <a:schemeClr val="bg1"/>
                </a:solidFill>
                <a:latin typeface="Didact Gothic" panose="00000500000000000000" charset="0"/>
                <a:ea typeface="Arial" panose="020B0604020202020204"/>
                <a:cs typeface="Didact Gothic" panose="00000500000000000000" charset="0"/>
                <a:sym typeface="Arial" panose="020B0604020202020204"/>
              </a:rPr>
            </a:br>
            <a:r>
              <a:rPr lang="en-US" b="1">
                <a:solidFill>
                  <a:schemeClr val="bg1"/>
                </a:solidFill>
                <a:latin typeface="Didact Gothic" panose="00000500000000000000" charset="0"/>
                <a:ea typeface="Arial" panose="020B0604020202020204"/>
                <a:cs typeface="Didact Gothic" panose="00000500000000000000" charset="0"/>
                <a:sym typeface="Arial" panose="020B0604020202020204"/>
              </a:rPr>
              <a:t>Obiectiv:</a:t>
            </a:r>
            <a:r>
              <a:rPr lang="en-US">
                <a:solidFill>
                  <a:schemeClr val="bg1"/>
                </a:solidFill>
                <a:latin typeface="Didact Gothic" panose="00000500000000000000" charset="0"/>
                <a:ea typeface="Arial" panose="020B0604020202020204"/>
                <a:cs typeface="Didact Gothic" panose="00000500000000000000" charset="0"/>
                <a:sym typeface="Arial" panose="020B0604020202020204"/>
              </a:rPr>
              <a:t> Ambele probleme urmăresc maximizarea progresului în scenariu, fie prin distanța parcursă, fie prin acoperirea suprafeței.</a:t>
            </a:r>
            <a:br>
              <a:rPr lang="en-US">
                <a:solidFill>
                  <a:schemeClr val="bg1"/>
                </a:solidFill>
                <a:latin typeface="Didact Gothic" panose="00000500000000000000" charset="0"/>
                <a:ea typeface="Arial" panose="020B0604020202020204"/>
                <a:cs typeface="Didact Gothic" panose="00000500000000000000" charset="0"/>
                <a:sym typeface="Arial" panose="020B0604020202020204"/>
              </a:rPr>
            </a:br>
            <a:r>
              <a:rPr lang="en-US" b="1">
                <a:solidFill>
                  <a:schemeClr val="bg1"/>
                </a:solidFill>
                <a:latin typeface="Didact Gothic" panose="00000500000000000000" charset="0"/>
                <a:ea typeface="Arial" panose="020B0604020202020204"/>
                <a:cs typeface="Didact Gothic" panose="00000500000000000000" charset="0"/>
                <a:sym typeface="Arial" panose="020B0604020202020204"/>
              </a:rPr>
              <a:t>Penalizări:</a:t>
            </a:r>
            <a:r>
              <a:rPr lang="en-US">
                <a:solidFill>
                  <a:schemeClr val="bg1"/>
                </a:solidFill>
                <a:latin typeface="Didact Gothic" panose="00000500000000000000" charset="0"/>
                <a:ea typeface="Arial" panose="020B0604020202020204"/>
                <a:cs typeface="Didact Gothic" panose="00000500000000000000" charset="0"/>
                <a:sym typeface="Arial" panose="020B0604020202020204"/>
              </a:rPr>
              <a:t> Se aplică penalizări pentru scenarii invalide, precum ieșirea din limite, coliziuni sau nerespectarea obiectivelor.</a:t>
            </a:r>
            <a:br>
              <a:rPr lang="en-US">
                <a:solidFill>
                  <a:schemeClr val="bg1"/>
                </a:solidFill>
                <a:latin typeface="Didact Gothic" panose="00000500000000000000" charset="0"/>
                <a:ea typeface="Arial" panose="020B0604020202020204"/>
                <a:cs typeface="Didact Gothic" panose="00000500000000000000" charset="0"/>
                <a:sym typeface="Arial" panose="020B0604020202020204"/>
              </a:rPr>
            </a:br>
            <a:endParaRPr lang="en-GB">
              <a:latin typeface="Didact Gothic" panose="00000500000000000000" charset="0"/>
              <a:cs typeface="Didact Gothic" panose="00000500000000000000" charset="0"/>
            </a:endParaRPr>
          </a:p>
        </p:txBody>
      </p:sp>
      <p:cxnSp>
        <p:nvCxnSpPr>
          <p:cNvPr id="641" name="Google Shape;641;p83"/>
          <p:cNvCxnSpPr/>
          <p:nvPr/>
        </p:nvCxnSpPr>
        <p:spPr>
          <a:xfrm>
            <a:off x="799833" y="2118040"/>
            <a:ext cx="6471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39"/>
                                        </p:tgtEl>
                                        <p:attrNameLst>
                                          <p:attrName>style.visibility</p:attrName>
                                        </p:attrNameLst>
                                      </p:cBhvr>
                                      <p:to>
                                        <p:strVal val="visible"/>
                                      </p:to>
                                    </p:set>
                                    <p:animEffect transition="in" filter="fade">
                                      <p:cBhvr>
                                        <p:cTn id="7" dur="1000"/>
                                        <p:tgtEl>
                                          <p:spTgt spid="639"/>
                                        </p:tgtEl>
                                      </p:cBhvr>
                                    </p:animEffect>
                                  </p:childTnLst>
                                </p:cTn>
                              </p:par>
                              <p:par>
                                <p:cTn id="8" presetID="10" presetClass="entr" presetSubtype="0" fill="hold" nodeType="withEffect">
                                  <p:stCondLst>
                                    <p:cond delay="0"/>
                                  </p:stCondLst>
                                  <p:childTnLst>
                                    <p:set>
                                      <p:cBhvr>
                                        <p:cTn id="9" dur="1" fill="hold">
                                          <p:stCondLst>
                                            <p:cond delay="0"/>
                                          </p:stCondLst>
                                        </p:cTn>
                                        <p:tgtEl>
                                          <p:spTgt spid="641"/>
                                        </p:tgtEl>
                                        <p:attrNameLst>
                                          <p:attrName>style.visibility</p:attrName>
                                        </p:attrNameLst>
                                      </p:cBhvr>
                                      <p:to>
                                        <p:strVal val="visible"/>
                                      </p:to>
                                    </p:set>
                                    <p:animEffect transition="in" filter="fade">
                                      <p:cBhvr>
                                        <p:cTn id="10" dur="1000"/>
                                        <p:tgtEl>
                                          <p:spTgt spid="641"/>
                                        </p:tgtEl>
                                      </p:cBhvr>
                                    </p:animEffect>
                                  </p:childTnLst>
                                </p:cTn>
                              </p:par>
                              <p:par>
                                <p:cTn id="11" presetID="10" presetClass="entr" presetSubtype="0" fill="hold" nodeType="withEffect">
                                  <p:stCondLst>
                                    <p:cond delay="0"/>
                                  </p:stCondLst>
                                  <p:childTnLst>
                                    <p:set>
                                      <p:cBhvr>
                                        <p:cTn id="12" dur="1" fill="hold">
                                          <p:stCondLst>
                                            <p:cond delay="0"/>
                                          </p:stCondLst>
                                        </p:cTn>
                                        <p:tgtEl>
                                          <p:spTgt spid="640"/>
                                        </p:tgtEl>
                                        <p:attrNameLst>
                                          <p:attrName>style.visibility</p:attrName>
                                        </p:attrNameLst>
                                      </p:cBhvr>
                                      <p:to>
                                        <p:strVal val="visible"/>
                                      </p:to>
                                    </p:set>
                                    <p:animEffect transition="in" filter="fade">
                                      <p:cBhvr>
                                        <p:cTn id="13" dur="1500"/>
                                        <p:tgtEl>
                                          <p:spTgt spid="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618"/>
        <p:cNvGrpSpPr/>
        <p:nvPr/>
      </p:nvGrpSpPr>
      <p:grpSpPr>
        <a:xfrm>
          <a:off x="0" y="0"/>
          <a:ext cx="0" cy="0"/>
          <a:chOff x="0" y="0"/>
          <a:chExt cx="0" cy="0"/>
        </a:xfrm>
      </p:grpSpPr>
      <p:graphicFrame>
        <p:nvGraphicFramePr>
          <p:cNvPr id="69" name="Google Shape;69;p4"/>
          <p:cNvGraphicFramePr/>
          <p:nvPr>
            <p:custDataLst>
              <p:tags r:id="rId1"/>
            </p:custDataLst>
          </p:nvPr>
        </p:nvGraphicFramePr>
        <p:xfrm>
          <a:off x="643255" y="1335405"/>
          <a:ext cx="7856855" cy="3144560"/>
        </p:xfrm>
        <a:graphic>
          <a:graphicData uri="http://schemas.openxmlformats.org/drawingml/2006/table">
            <a:tbl>
              <a:tblPr>
                <a:noFill/>
                <a:tableStyleId>{C78B879A-B406-4038-840F-5819EC8416F1}</a:tableStyleId>
              </a:tblPr>
              <a:tblGrid>
                <a:gridCol w="197739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3060065">
                  <a:extLst>
                    <a:ext uri="{9D8B030D-6E8A-4147-A177-3AD203B41FA5}">
                      <a16:colId xmlns:a16="http://schemas.microsoft.com/office/drawing/2014/main" val="20002"/>
                    </a:ext>
                  </a:extLst>
                </a:gridCol>
              </a:tblGrid>
              <a:tr h="584200">
                <a:tc>
                  <a:txBody>
                    <a:bodyPr/>
                    <a:lstStyle/>
                    <a:p>
                      <a:pPr marL="0" marR="0" lvl="0" indent="0" algn="l" rtl="0">
                        <a:spcBef>
                          <a:spcPts val="0"/>
                        </a:spcBef>
                        <a:spcAft>
                          <a:spcPts val="0"/>
                        </a:spcAft>
                        <a:buNone/>
                      </a:pPr>
                      <a:endParaRPr sz="1600">
                        <a:latin typeface="Didact Gothic" panose="00000500000000000000" charset="0"/>
                        <a:ea typeface="Arial" panose="020B0604020202020204"/>
                        <a:cs typeface="Didact Gothic" panose="00000500000000000000" charset="0"/>
                        <a:sym typeface="Arial" panose="020B0604020202020204"/>
                      </a:endParaRP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Problema Robotului</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Problema Vehiculului</a:t>
                      </a:r>
                    </a:p>
                  </a:txBody>
                  <a:tcPr marL="91450" marR="91450" marT="45725" marB="45725" anchor="ctr">
                    <a:solidFill>
                      <a:schemeClr val="bg1"/>
                    </a:solidFill>
                  </a:tcPr>
                </a:tc>
                <a:extLst>
                  <a:ext uri="{0D108BD9-81ED-4DB2-BD59-A6C34878D82A}">
                    <a16:rowId xmlns:a16="http://schemas.microsoft.com/office/drawing/2014/main" val="10000"/>
                  </a:ext>
                </a:extLst>
              </a:tr>
              <a:tr h="579120">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Reprezentarea hărții</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Grilă 2D, discretizată</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Drum continuu, definit de configurații și dinamici fizice</a:t>
                      </a:r>
                    </a:p>
                  </a:txBody>
                  <a:tcPr marL="91450" marR="91450" marT="45725" marB="45725" anchor="ctr">
                    <a:solidFill>
                      <a:schemeClr val="bg1"/>
                    </a:solidFill>
                  </a:tcPr>
                </a:tc>
                <a:extLst>
                  <a:ext uri="{0D108BD9-81ED-4DB2-BD59-A6C34878D82A}">
                    <a16:rowId xmlns:a16="http://schemas.microsoft.com/office/drawing/2014/main" val="10001"/>
                  </a:ext>
                </a:extLst>
              </a:tr>
              <a:tr h="822960">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Mișcări</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Discrete, bazate pe stări predefinite</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Continue, implicând dinamici complexe (ex. unghiuri de direcție, accelerație)</a:t>
                      </a:r>
                    </a:p>
                  </a:txBody>
                  <a:tcPr marL="91450" marR="91450" marT="45725" marB="45725" anchor="ctr">
                    <a:solidFill>
                      <a:schemeClr val="bg1"/>
                    </a:solidFill>
                  </a:tcPr>
                </a:tc>
                <a:extLst>
                  <a:ext uri="{0D108BD9-81ED-4DB2-BD59-A6C34878D82A}">
                    <a16:rowId xmlns:a16="http://schemas.microsoft.com/office/drawing/2014/main" val="10002"/>
                  </a:ext>
                </a:extLst>
              </a:tr>
              <a:tr h="579120">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Evaluare a traseului</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Bazată pe acțiuni succesive, fără curgere fizică</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Implică kinematica și controlul precis al vehiculului</a:t>
                      </a:r>
                    </a:p>
                  </a:txBody>
                  <a:tcPr marL="91450" marR="91450" marT="45725" marB="45725" anchor="ctr">
                    <a:solidFill>
                      <a:schemeClr val="bg1"/>
                    </a:solidFill>
                  </a:tcPr>
                </a:tc>
                <a:extLst>
                  <a:ext uri="{0D108BD9-81ED-4DB2-BD59-A6C34878D82A}">
                    <a16:rowId xmlns:a16="http://schemas.microsoft.com/office/drawing/2014/main" val="10003"/>
                  </a:ext>
                </a:extLst>
              </a:tr>
              <a:tr h="579120">
                <a:tc>
                  <a:txBody>
                    <a:bodyPr/>
                    <a:lstStyle/>
                    <a:p>
                      <a:pPr marL="0" marR="0" lvl="0" indent="0" algn="l" rtl="0">
                        <a:spcBef>
                          <a:spcPts val="0"/>
                        </a:spcBef>
                        <a:spcAft>
                          <a:spcPts val="0"/>
                        </a:spcAft>
                        <a:buNone/>
                      </a:pPr>
                      <a:r>
                        <a:rPr lang="en-US" sz="1600" b="1">
                          <a:latin typeface="Didact Gothic" panose="00000500000000000000" charset="0"/>
                          <a:ea typeface="Arial" panose="020B0604020202020204"/>
                          <a:cs typeface="Didact Gothic" panose="00000500000000000000" charset="0"/>
                          <a:sym typeface="Arial" panose="020B0604020202020204"/>
                        </a:rPr>
                        <a:t>Complexitate</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Mai simplă, cu reguli clare de mișcare</a:t>
                      </a:r>
                    </a:p>
                  </a:txBody>
                  <a:tcPr marL="91450" marR="91450" marT="45725" marB="45725" anchor="ctr">
                    <a:solidFill>
                      <a:schemeClr val="bg1"/>
                    </a:solidFill>
                  </a:tcPr>
                </a:tc>
                <a:tc>
                  <a:txBody>
                    <a:bodyPr/>
                    <a:lstStyle/>
                    <a:p>
                      <a:pPr marL="0" marR="0" lvl="0" indent="0" algn="l" rtl="0">
                        <a:spcBef>
                          <a:spcPts val="0"/>
                        </a:spcBef>
                        <a:spcAft>
                          <a:spcPts val="0"/>
                        </a:spcAft>
                        <a:buNone/>
                      </a:pPr>
                      <a:r>
                        <a:rPr lang="en-US" sz="1600">
                          <a:latin typeface="Didact Gothic" panose="00000500000000000000" charset="0"/>
                          <a:ea typeface="Arial" panose="020B0604020202020204"/>
                          <a:cs typeface="Didact Gothic" panose="00000500000000000000" charset="0"/>
                          <a:sym typeface="Arial" panose="020B0604020202020204"/>
                        </a:rPr>
                        <a:t>Mai complexă, necesitând simulări fizice și de mediu</a:t>
                      </a:r>
                    </a:p>
                  </a:txBody>
                  <a:tcPr marL="91450" marR="91450" marT="45725" marB="45725" anchor="c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80"/>
        <p:cNvGrpSpPr/>
        <p:nvPr/>
      </p:nvGrpSpPr>
      <p:grpSpPr>
        <a:xfrm>
          <a:off x="0" y="0"/>
          <a:ext cx="0" cy="0"/>
          <a:chOff x="0" y="0"/>
          <a:chExt cx="0" cy="0"/>
        </a:xfrm>
      </p:grpSpPr>
      <p:sp>
        <p:nvSpPr>
          <p:cNvPr id="681" name="Google Shape;681;p88"/>
          <p:cNvSpPr txBox="1">
            <a:spLocks noGrp="1"/>
          </p:cNvSpPr>
          <p:nvPr>
            <p:ph type="title"/>
          </p:nvPr>
        </p:nvSpPr>
        <p:spPr>
          <a:xfrm>
            <a:off x="90805" y="939800"/>
            <a:ext cx="8909685" cy="146240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5400">
                <a:solidFill>
                  <a:schemeClr val="bg1"/>
                </a:solidFill>
                <a:sym typeface="+mn-ea"/>
              </a:rPr>
              <a:t>Optimizarea algoritmului genetic</a:t>
            </a:r>
          </a:p>
        </p:txBody>
      </p:sp>
      <p:cxnSp>
        <p:nvCxnSpPr>
          <p:cNvPr id="682" name="Google Shape;682;p88"/>
          <p:cNvCxnSpPr/>
          <p:nvPr/>
        </p:nvCxnSpPr>
        <p:spPr>
          <a:xfrm>
            <a:off x="2785750" y="3053395"/>
            <a:ext cx="3472500"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10" name="Text Box 9"/>
          <p:cNvSpPr txBox="1"/>
          <p:nvPr/>
        </p:nvSpPr>
        <p:spPr>
          <a:xfrm>
            <a:off x="296545" y="955675"/>
            <a:ext cx="6972300" cy="3322955"/>
          </a:xfrm>
          <a:prstGeom prst="rect">
            <a:avLst/>
          </a:prstGeom>
          <a:noFill/>
        </p:spPr>
        <p:txBody>
          <a:bodyPr wrap="square" rtlCol="0">
            <a:spAutoFit/>
          </a:bodyPr>
          <a:lstStyle/>
          <a:p>
            <a:pPr marL="914400" lvl="1" indent="-330200" algn="l" rtl="0">
              <a:spcBef>
                <a:spcPts val="0"/>
              </a:spcBef>
              <a:spcAft>
                <a:spcPts val="0"/>
              </a:spcAft>
              <a:buClr>
                <a:schemeClr val="dk1"/>
              </a:buClr>
              <a:buSzPts val="1600"/>
              <a:buChar char="➢"/>
            </a:pPr>
            <a:r>
              <a:rPr lang="en-US" b="1">
                <a:solidFill>
                  <a:schemeClr val="dk1"/>
                </a:solidFill>
                <a:latin typeface="Didact Gothic" panose="00000500000000000000" charset="0"/>
                <a:cs typeface="Didact Gothic" panose="00000500000000000000" charset="0"/>
                <a:sym typeface="+mn-ea"/>
              </a:rPr>
              <a:t>Execuția algoritmului de bază (optimize.py)</a:t>
            </a:r>
            <a:r>
              <a:rPr lang="en-US">
                <a:solidFill>
                  <a:schemeClr val="dk1"/>
                </a:solidFill>
                <a:latin typeface="Didact Gothic" panose="00000500000000000000" charset="0"/>
                <a:cs typeface="Didact Gothic" panose="00000500000000000000" charset="0"/>
                <a:sym typeface="+mn-ea"/>
              </a:rPr>
              <a:t>: Acest script contine logica principala a procesului de optimizare. Permite utilizatorilor să specifice problema (vehicul sau robot) și algoritmul (NSGA-II sau căutare aleatorie), apoi rulează mai multe iterații ale algoritmului genetic ales pentru a găsi configurațiile optime ale cazurilor de testare.</a:t>
            </a:r>
            <a:endParaRPr>
              <a:solidFill>
                <a:schemeClr val="dk1"/>
              </a:solidFill>
              <a:latin typeface="Didact Gothic" panose="00000500000000000000" charset="0"/>
              <a:cs typeface="Didact Gothic" panose="00000500000000000000" charset="0"/>
            </a:endParaRPr>
          </a:p>
          <a:p>
            <a:pPr marL="914400" lvl="0" indent="0" algn="l" rtl="0">
              <a:spcBef>
                <a:spcPts val="0"/>
              </a:spcBef>
              <a:spcAft>
                <a:spcPts val="0"/>
              </a:spcAft>
              <a:buNone/>
            </a:pPr>
            <a:endParaRPr>
              <a:solidFill>
                <a:schemeClr val="dk1"/>
              </a:solidFill>
              <a:latin typeface="Didact Gothic" panose="00000500000000000000" charset="0"/>
              <a:cs typeface="Didact Gothic" panose="00000500000000000000" charset="0"/>
            </a:endParaRPr>
          </a:p>
          <a:p>
            <a:pPr marL="914400" lvl="1" indent="-330200" algn="l" rtl="0">
              <a:spcBef>
                <a:spcPts val="0"/>
              </a:spcBef>
              <a:spcAft>
                <a:spcPts val="0"/>
              </a:spcAft>
              <a:buClr>
                <a:schemeClr val="dk1"/>
              </a:buClr>
              <a:buSzPts val="1600"/>
              <a:buChar char="➢"/>
            </a:pPr>
            <a:r>
              <a:rPr lang="en-US" b="1">
                <a:solidFill>
                  <a:schemeClr val="dk1"/>
                </a:solidFill>
                <a:latin typeface="Didact Gothic" panose="00000500000000000000" charset="0"/>
                <a:cs typeface="Didact Gothic" panose="00000500000000000000" charset="0"/>
                <a:sym typeface="+mn-ea"/>
              </a:rPr>
              <a:t>Operații evolutive</a:t>
            </a:r>
            <a:r>
              <a:rPr lang="en-US">
                <a:solidFill>
                  <a:schemeClr val="dk1"/>
                </a:solidFill>
                <a:latin typeface="Didact Gothic" panose="00000500000000000000" charset="0"/>
                <a:cs typeface="Didact Gothic" panose="00000500000000000000" charset="0"/>
                <a:sym typeface="+mn-ea"/>
              </a:rPr>
              <a:t>: Algoritmul genetic este implementat utilizând operatori de încrucișare, mutație și selecție, gestionați prin diferite clase, cum ar fi </a:t>
            </a:r>
            <a:r>
              <a:rPr lang="en-US" b="1">
                <a:solidFill>
                  <a:schemeClr val="dk1"/>
                </a:solidFill>
                <a:latin typeface="Didact Gothic" panose="00000500000000000000" charset="0"/>
                <a:cs typeface="Didact Gothic" panose="00000500000000000000" charset="0"/>
                <a:sym typeface="+mn-ea"/>
              </a:rPr>
              <a:t>DuplicateElimination</a:t>
            </a:r>
            <a:r>
              <a:rPr lang="en-US">
                <a:solidFill>
                  <a:schemeClr val="dk1"/>
                </a:solidFill>
                <a:latin typeface="Didact Gothic" panose="00000500000000000000" charset="0"/>
                <a:cs typeface="Didact Gothic" panose="00000500000000000000" charset="0"/>
                <a:sym typeface="+mn-ea"/>
              </a:rPr>
              <a:t>, </a:t>
            </a:r>
            <a:r>
              <a:rPr lang="en-US" b="1">
                <a:solidFill>
                  <a:schemeClr val="dk1"/>
                </a:solidFill>
                <a:latin typeface="Didact Gothic" panose="00000500000000000000" charset="0"/>
                <a:cs typeface="Didact Gothic" panose="00000500000000000000" charset="0"/>
                <a:sym typeface="+mn-ea"/>
              </a:rPr>
              <a:t>PROBLEMS</a:t>
            </a:r>
            <a:r>
              <a:rPr lang="en-US">
                <a:solidFill>
                  <a:schemeClr val="dk1"/>
                </a:solidFill>
                <a:latin typeface="Didact Gothic" panose="00000500000000000000" charset="0"/>
                <a:cs typeface="Didact Gothic" panose="00000500000000000000" charset="0"/>
                <a:sym typeface="+mn-ea"/>
              </a:rPr>
              <a:t>, </a:t>
            </a:r>
            <a:r>
              <a:rPr lang="en-US" b="1">
                <a:solidFill>
                  <a:schemeClr val="dk1"/>
                </a:solidFill>
                <a:latin typeface="Didact Gothic" panose="00000500000000000000" charset="0"/>
                <a:cs typeface="Didact Gothic" panose="00000500000000000000" charset="0"/>
                <a:sym typeface="+mn-ea"/>
              </a:rPr>
              <a:t>SAMPLERS </a:t>
            </a:r>
            <a:r>
              <a:rPr lang="en-US">
                <a:solidFill>
                  <a:schemeClr val="dk1"/>
                </a:solidFill>
                <a:latin typeface="Didact Gothic" panose="00000500000000000000" charset="0"/>
                <a:cs typeface="Didact Gothic" panose="00000500000000000000" charset="0"/>
                <a:sym typeface="+mn-ea"/>
              </a:rPr>
              <a:t>si </a:t>
            </a:r>
            <a:r>
              <a:rPr lang="en-US" b="1">
                <a:solidFill>
                  <a:schemeClr val="dk1"/>
                </a:solidFill>
                <a:latin typeface="Didact Gothic" panose="00000500000000000000" charset="0"/>
                <a:cs typeface="Didact Gothic" panose="00000500000000000000" charset="0"/>
                <a:sym typeface="+mn-ea"/>
              </a:rPr>
              <a:t>OPERATORS</a:t>
            </a:r>
            <a:r>
              <a:rPr lang="en-US">
                <a:solidFill>
                  <a:schemeClr val="dk1"/>
                </a:solidFill>
                <a:latin typeface="Didact Gothic" panose="00000500000000000000" charset="0"/>
                <a:cs typeface="Didact Gothic" panose="00000500000000000000" charset="0"/>
                <a:sym typeface="+mn-ea"/>
              </a:rPr>
              <a:t>.</a:t>
            </a:r>
            <a:endParaRPr>
              <a:solidFill>
                <a:schemeClr val="dk1"/>
              </a:solidFill>
              <a:latin typeface="Didact Gothic" panose="00000500000000000000" charset="0"/>
              <a:cs typeface="Didact Gothic" panose="00000500000000000000" charset="0"/>
            </a:endParaRPr>
          </a:p>
          <a:p>
            <a:pPr marL="914400" lvl="0" indent="0" algn="l" rtl="0">
              <a:spcBef>
                <a:spcPts val="0"/>
              </a:spcBef>
              <a:spcAft>
                <a:spcPts val="0"/>
              </a:spcAft>
              <a:buNone/>
            </a:pPr>
            <a:endParaRPr>
              <a:solidFill>
                <a:schemeClr val="dk1"/>
              </a:solidFill>
              <a:latin typeface="Didact Gothic" panose="00000500000000000000" charset="0"/>
              <a:cs typeface="Didact Gothic" panose="00000500000000000000" charset="0"/>
            </a:endParaRPr>
          </a:p>
          <a:p>
            <a:pPr marL="914400" lvl="1" indent="-330200" algn="l" rtl="0">
              <a:spcBef>
                <a:spcPts val="0"/>
              </a:spcBef>
              <a:spcAft>
                <a:spcPts val="0"/>
              </a:spcAft>
              <a:buClr>
                <a:schemeClr val="dk1"/>
              </a:buClr>
              <a:buSzPts val="1600"/>
              <a:buChar char="➢"/>
            </a:pPr>
            <a:r>
              <a:rPr lang="en-US" b="1">
                <a:solidFill>
                  <a:schemeClr val="dk1"/>
                </a:solidFill>
                <a:latin typeface="Didact Gothic" panose="00000500000000000000" charset="0"/>
                <a:cs typeface="Didact Gothic" panose="00000500000000000000" charset="0"/>
                <a:sym typeface="+mn-ea"/>
              </a:rPr>
              <a:t>Urmărirea convergenței</a:t>
            </a:r>
            <a:r>
              <a:rPr lang="en-US">
                <a:solidFill>
                  <a:schemeClr val="dk1"/>
                </a:solidFill>
                <a:latin typeface="Didact Gothic" panose="00000500000000000000" charset="0"/>
                <a:cs typeface="Didact Gothic" panose="00000500000000000000" charset="0"/>
                <a:sym typeface="+mn-ea"/>
              </a:rPr>
              <a:t>: get_</a:t>
            </a:r>
            <a:r>
              <a:rPr lang="en-US" b="1">
                <a:solidFill>
                  <a:schemeClr val="dk1"/>
                </a:solidFill>
                <a:latin typeface="Didact Gothic" panose="00000500000000000000" charset="0"/>
                <a:cs typeface="Didact Gothic" panose="00000500000000000000" charset="0"/>
                <a:sym typeface="+mn-ea"/>
              </a:rPr>
              <a:t>convergence.py</a:t>
            </a:r>
            <a:r>
              <a:rPr lang="en-US">
                <a:solidFill>
                  <a:schemeClr val="dk1"/>
                </a:solidFill>
                <a:latin typeface="Didact Gothic" panose="00000500000000000000" charset="0"/>
                <a:cs typeface="Didact Gothic" panose="00000500000000000000" charset="0"/>
                <a:sym typeface="+mn-ea"/>
              </a:rPr>
              <a:t> monitorizează progresul optimizării de-a lungul generațiilor, stoând cele mai bune scoruri de fitness. Aceste date de convergență indică cât de repede algoritmul găsește soluții îmbunătățite.</a:t>
            </a:r>
            <a:endParaRPr>
              <a:solidFill>
                <a:schemeClr val="dk1"/>
              </a:solidFill>
              <a:latin typeface="Didact Gothic" panose="00000500000000000000" charset="0"/>
              <a:cs typeface="Didact Gothic" panose="00000500000000000000" charset="0"/>
            </a:endParaRPr>
          </a:p>
          <a:p>
            <a:endParaRPr lang="en-US">
              <a:latin typeface="Didact Gothic" panose="00000500000000000000" charset="0"/>
              <a:cs typeface="Didact Gothic" panose="00000500000000000000"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89"/>
        <p:cNvGrpSpPr/>
        <p:nvPr/>
      </p:nvGrpSpPr>
      <p:grpSpPr>
        <a:xfrm>
          <a:off x="0" y="0"/>
          <a:ext cx="0" cy="0"/>
          <a:chOff x="0" y="0"/>
          <a:chExt cx="0" cy="0"/>
        </a:xfrm>
      </p:grpSpPr>
      <p:sp>
        <p:nvSpPr>
          <p:cNvPr id="798" name="Google Shape;798;p97"/>
          <p:cNvSpPr txBox="1">
            <a:spLocks noGrp="1"/>
          </p:cNvSpPr>
          <p:nvPr>
            <p:ph type="title" idx="6"/>
          </p:nvPr>
        </p:nvSpPr>
        <p:spPr>
          <a:xfrm>
            <a:off x="1974300" y="634865"/>
            <a:ext cx="5195400" cy="52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bg1"/>
                </a:solidFill>
                <a:sym typeface="+mn-ea"/>
              </a:rPr>
              <a:t>Functia de fitness si novelty </a:t>
            </a:r>
          </a:p>
        </p:txBody>
      </p:sp>
      <p:sp>
        <p:nvSpPr>
          <p:cNvPr id="7" name="Text Box 6"/>
          <p:cNvSpPr txBox="1"/>
          <p:nvPr/>
        </p:nvSpPr>
        <p:spPr>
          <a:xfrm>
            <a:off x="257175" y="1641475"/>
            <a:ext cx="8629650" cy="1861185"/>
          </a:xfrm>
          <a:prstGeom prst="rect">
            <a:avLst/>
          </a:prstGeom>
          <a:noFill/>
        </p:spPr>
        <p:txBody>
          <a:bodyPr wrap="square" rtlCol="0" anchor="t">
            <a:spAutoFit/>
          </a:bodyPr>
          <a:lstStyle/>
          <a:p>
            <a:pPr marL="0" lvl="0" indent="0" algn="just" rtl="0">
              <a:lnSpc>
                <a:spcPct val="120000"/>
              </a:lnSpc>
              <a:spcBef>
                <a:spcPts val="0"/>
              </a:spcBef>
              <a:spcAft>
                <a:spcPts val="0"/>
              </a:spcAft>
              <a:buClr>
                <a:schemeClr val="dk2"/>
              </a:buClr>
              <a:buSzPts val="1600"/>
              <a:buFont typeface="Arial" panose="020B0604020202020204"/>
              <a:buNone/>
            </a:pPr>
            <a:r>
              <a:rPr lang="en-US" sz="1600">
                <a:solidFill>
                  <a:schemeClr val="bg1"/>
                </a:solidFill>
                <a:latin typeface="Didact Gothic" panose="00000500000000000000" charset="0"/>
                <a:cs typeface="Didact Gothic" panose="00000500000000000000" charset="0"/>
                <a:sym typeface="Arial" panose="020B0604020202020204"/>
              </a:rPr>
              <a:t>Funcția de fitness cuantifică performanța fiecărui caz de test, evaluând distanța parcursă sau succesul în navigarea obstacolelor. Scorurile de fitness mai mari indică soluții mai bune.</a:t>
            </a:r>
            <a:br>
              <a:rPr lang="en-US" sz="1600">
                <a:solidFill>
                  <a:schemeClr val="bg1"/>
                </a:solidFill>
                <a:latin typeface="Didact Gothic" panose="00000500000000000000" charset="0"/>
                <a:cs typeface="Didact Gothic" panose="00000500000000000000" charset="0"/>
                <a:sym typeface="Arial" panose="020B0604020202020204"/>
              </a:rPr>
            </a:br>
            <a:br>
              <a:rPr lang="en-US" sz="1600">
                <a:solidFill>
                  <a:schemeClr val="bg1"/>
                </a:solidFill>
                <a:latin typeface="Didact Gothic" panose="00000500000000000000" charset="0"/>
                <a:cs typeface="Didact Gothic" panose="00000500000000000000" charset="0"/>
                <a:sym typeface="Arial" panose="020B0604020202020204"/>
              </a:rPr>
            </a:br>
            <a:r>
              <a:rPr lang="en-US" sz="1600">
                <a:solidFill>
                  <a:schemeClr val="bg1"/>
                </a:solidFill>
                <a:latin typeface="Didact Gothic" panose="00000500000000000000" charset="0"/>
                <a:cs typeface="Didact Gothic" panose="00000500000000000000" charset="0"/>
                <a:sym typeface="Arial" panose="020B0604020202020204"/>
              </a:rPr>
              <a:t>Noutate (novelty) măsoară diversitatea soluțiilor, asigurând că algoritmul nu converge pe soluții similare. Astfel, se promovează explorarea și se îmbunătățește robustețea cazurilor de test generate.</a:t>
            </a:r>
          </a:p>
        </p:txBody>
      </p:sp>
      <p:cxnSp>
        <p:nvCxnSpPr>
          <p:cNvPr id="682" name="Google Shape;682;p88"/>
          <p:cNvCxnSpPr/>
          <p:nvPr/>
        </p:nvCxnSpPr>
        <p:spPr>
          <a:xfrm>
            <a:off x="3518540" y="1328100"/>
            <a:ext cx="2107565" cy="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82"/>
          <p:cNvSpPr txBox="1">
            <a:spLocks noGrp="1"/>
          </p:cNvSpPr>
          <p:nvPr>
            <p:ph type="title"/>
          </p:nvPr>
        </p:nvSpPr>
        <p:spPr>
          <a:xfrm>
            <a:off x="5198023" y="2307775"/>
            <a:ext cx="3100800" cy="52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sym typeface="+mn-ea"/>
              </a:rPr>
              <a:t>novelty </a:t>
            </a:r>
            <a:endParaRPr lang="en-GB"/>
          </a:p>
        </p:txBody>
      </p:sp>
      <p:cxnSp>
        <p:nvCxnSpPr>
          <p:cNvPr id="630" name="Google Shape;630;p82"/>
          <p:cNvCxnSpPr/>
          <p:nvPr/>
        </p:nvCxnSpPr>
        <p:spPr>
          <a:xfrm>
            <a:off x="2064450" y="872760"/>
            <a:ext cx="647100" cy="0"/>
          </a:xfrm>
          <a:prstGeom prst="straightConnector1">
            <a:avLst/>
          </a:prstGeom>
          <a:noFill/>
          <a:ln w="19050" cap="flat" cmpd="sng">
            <a:solidFill>
              <a:schemeClr val="dk1"/>
            </a:solidFill>
            <a:prstDash val="solid"/>
            <a:round/>
            <a:headEnd type="none" w="med" len="med"/>
            <a:tailEnd type="none" w="med" len="med"/>
          </a:ln>
        </p:spPr>
      </p:cxnSp>
      <p:sp>
        <p:nvSpPr>
          <p:cNvPr id="631" name="Google Shape;631;p82"/>
          <p:cNvSpPr txBox="1">
            <a:spLocks noGrp="1"/>
          </p:cNvSpPr>
          <p:nvPr>
            <p:ph type="subTitle" idx="1"/>
          </p:nvPr>
        </p:nvSpPr>
        <p:spPr>
          <a:xfrm>
            <a:off x="837600" y="1035614"/>
            <a:ext cx="3100800" cy="990600"/>
          </a:xfrm>
          <a:prstGeom prst="rect">
            <a:avLst/>
          </a:prstGeom>
        </p:spPr>
        <p:txBody>
          <a:bodyPr spcFirstLastPara="1" wrap="square" lIns="91425" tIns="91425" rIns="91425" bIns="91425" anchor="t" anchorCtr="0">
            <a:noAutofit/>
          </a:bodyPr>
          <a:lstStyle/>
          <a:p>
            <a:pPr marL="342900" lvl="0" indent="-342900" algn="just" rtl="0">
              <a:spcBef>
                <a:spcPts val="0"/>
              </a:spcBef>
              <a:spcAft>
                <a:spcPts val="0"/>
              </a:spcAft>
              <a:buAutoNum type="arabicPeriod"/>
            </a:pPr>
            <a:r>
              <a:rPr lang="en-US" altLang="en-GB" b="1"/>
              <a:t>Scop</a:t>
            </a:r>
            <a:r>
              <a:rPr lang="en-US" altLang="en-GB"/>
              <a:t>: </a:t>
            </a:r>
            <a:r>
              <a:rPr lang="en-US">
                <a:sym typeface="+mn-ea"/>
              </a:rPr>
              <a:t>Măsoară calitatea soluției (bazată pe obiective)</a:t>
            </a:r>
          </a:p>
          <a:p>
            <a:pPr marL="342900" lvl="0" indent="-342900" algn="just" rtl="0">
              <a:spcBef>
                <a:spcPts val="0"/>
              </a:spcBef>
              <a:spcAft>
                <a:spcPts val="0"/>
              </a:spcAft>
              <a:buAutoNum type="arabicPeriod"/>
            </a:pPr>
            <a:endParaRPr lang="en-US" altLang="en-GB"/>
          </a:p>
          <a:p>
            <a:pPr marL="342900" lvl="0" indent="-342900" algn="just" rtl="0">
              <a:spcBef>
                <a:spcPts val="0"/>
              </a:spcBef>
              <a:spcAft>
                <a:spcPts val="0"/>
              </a:spcAft>
              <a:buAutoNum type="arabicPeriod"/>
            </a:pPr>
            <a:r>
              <a:rPr lang="en-US" b="1">
                <a:sym typeface="+mn-ea"/>
              </a:rPr>
              <a:t>Cum este măsurată: </a:t>
            </a:r>
            <a:r>
              <a:rPr lang="en-US">
                <a:sym typeface="+mn-ea"/>
              </a:rPr>
              <a:t>Funcții obiective specifice problemei (ex: distanța parcursă, eficiența consumului, timpul de finalizare a sarcinii).</a:t>
            </a:r>
            <a:endParaRPr lang="en-US" altLang="en-GB"/>
          </a:p>
        </p:txBody>
      </p:sp>
      <p:sp>
        <p:nvSpPr>
          <p:cNvPr id="632" name="Google Shape;632;p82"/>
          <p:cNvSpPr txBox="1">
            <a:spLocks noGrp="1"/>
          </p:cNvSpPr>
          <p:nvPr>
            <p:ph type="subTitle" idx="2"/>
          </p:nvPr>
        </p:nvSpPr>
        <p:spPr>
          <a:xfrm>
            <a:off x="5198023" y="3131670"/>
            <a:ext cx="3100800" cy="9906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Clr>
                <a:schemeClr val="dk1"/>
              </a:buClr>
              <a:buSzPts val="1100"/>
              <a:buFont typeface="Arial" panose="020B0604020202020204"/>
              <a:buAutoNum type="arabicPeriod"/>
            </a:pPr>
            <a:r>
              <a:rPr lang="en-US" altLang="en-GB" b="1">
                <a:sym typeface="+mn-ea"/>
              </a:rPr>
              <a:t>Scop</a:t>
            </a:r>
            <a:r>
              <a:rPr lang="en-US" altLang="en-GB">
                <a:sym typeface="+mn-ea"/>
              </a:rPr>
              <a:t>: </a:t>
            </a:r>
            <a:r>
              <a:rPr lang="en-US">
                <a:sym typeface="+mn-ea"/>
              </a:rPr>
              <a:t>Încurajează diversitatea și explorarea</a:t>
            </a:r>
          </a:p>
          <a:p>
            <a:pPr marL="342900" lvl="0" indent="-342900" algn="just" rtl="0">
              <a:spcBef>
                <a:spcPts val="0"/>
              </a:spcBef>
              <a:spcAft>
                <a:spcPts val="0"/>
              </a:spcAft>
              <a:buAutoNum type="arabicPeriod"/>
            </a:pPr>
            <a:endParaRPr lang="en-US" altLang="en-GB"/>
          </a:p>
          <a:p>
            <a:pPr marL="342900" lvl="0" indent="-342900" algn="l" rtl="0">
              <a:spcBef>
                <a:spcPts val="0"/>
              </a:spcBef>
              <a:spcAft>
                <a:spcPts val="0"/>
              </a:spcAft>
              <a:buClr>
                <a:schemeClr val="dk1"/>
              </a:buClr>
              <a:buSzPts val="1100"/>
              <a:buFont typeface="Arial" panose="020B0604020202020204"/>
              <a:buAutoNum type="arabicPeriod"/>
            </a:pPr>
            <a:r>
              <a:rPr lang="en-US" b="1">
                <a:sym typeface="+mn-ea"/>
              </a:rPr>
              <a:t>Cum este măsurată: </a:t>
            </a:r>
            <a:r>
              <a:rPr lang="en-US">
                <a:sym typeface="+mn-ea"/>
              </a:rPr>
              <a:t>Distanța între soluții în termeni de caracteristici, comportamente sau alte proprietăți; utilizează metrici sau arhive.</a:t>
            </a:r>
            <a:endParaRPr lang="en-GB"/>
          </a:p>
        </p:txBody>
      </p:sp>
      <p:cxnSp>
        <p:nvCxnSpPr>
          <p:cNvPr id="633" name="Google Shape;633;p82"/>
          <p:cNvCxnSpPr/>
          <p:nvPr/>
        </p:nvCxnSpPr>
        <p:spPr>
          <a:xfrm>
            <a:off x="6424873" y="3039790"/>
            <a:ext cx="647100" cy="0"/>
          </a:xfrm>
          <a:prstGeom prst="straightConnector1">
            <a:avLst/>
          </a:prstGeom>
          <a:noFill/>
          <a:ln w="19050" cap="flat" cmpd="sng">
            <a:solidFill>
              <a:schemeClr val="dk1"/>
            </a:solidFill>
            <a:prstDash val="solid"/>
            <a:round/>
            <a:headEnd type="none" w="med" len="med"/>
            <a:tailEnd type="none" w="med" len="med"/>
          </a:ln>
        </p:spPr>
      </p:cxnSp>
      <p:sp>
        <p:nvSpPr>
          <p:cNvPr id="634" name="Google Shape;634;p82"/>
          <p:cNvSpPr txBox="1">
            <a:spLocks noGrp="1"/>
          </p:cNvSpPr>
          <p:nvPr>
            <p:ph type="title" idx="3"/>
          </p:nvPr>
        </p:nvSpPr>
        <p:spPr>
          <a:xfrm>
            <a:off x="837600" y="180840"/>
            <a:ext cx="3100800" cy="52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sym typeface="+mn-ea"/>
              </a:rPr>
              <a:t>Fitness</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0"/>
                                        </p:tgtEl>
                                        <p:attrNameLst>
                                          <p:attrName>style.visibility</p:attrName>
                                        </p:attrNameLst>
                                      </p:cBhvr>
                                      <p:to>
                                        <p:strVal val="visible"/>
                                      </p:to>
                                    </p:set>
                                    <p:animEffect transition="in" filter="fade">
                                      <p:cBhvr>
                                        <p:cTn id="7" dur="1000"/>
                                        <p:tgtEl>
                                          <p:spTgt spid="630"/>
                                        </p:tgtEl>
                                      </p:cBhvr>
                                    </p:animEffect>
                                  </p:childTnLst>
                                </p:cTn>
                              </p:par>
                              <p:par>
                                <p:cTn id="8" presetID="10" presetClass="entr" presetSubtype="0" fill="hold" nodeType="withEffect">
                                  <p:stCondLst>
                                    <p:cond delay="0"/>
                                  </p:stCondLst>
                                  <p:childTnLst>
                                    <p:set>
                                      <p:cBhvr>
                                        <p:cTn id="9" dur="1" fill="hold">
                                          <p:stCondLst>
                                            <p:cond delay="0"/>
                                          </p:stCondLst>
                                        </p:cTn>
                                        <p:tgtEl>
                                          <p:spTgt spid="631"/>
                                        </p:tgtEl>
                                        <p:attrNameLst>
                                          <p:attrName>style.visibility</p:attrName>
                                        </p:attrNameLst>
                                      </p:cBhvr>
                                      <p:to>
                                        <p:strVal val="visible"/>
                                      </p:to>
                                    </p:set>
                                    <p:animEffect transition="in" filter="fade">
                                      <p:cBhvr>
                                        <p:cTn id="10" dur="1000"/>
                                        <p:tgtEl>
                                          <p:spTgt spid="631"/>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629"/>
                                        </p:tgtEl>
                                        <p:attrNameLst>
                                          <p:attrName>style.visibility</p:attrName>
                                        </p:attrNameLst>
                                      </p:cBhvr>
                                      <p:to>
                                        <p:strVal val="visible"/>
                                      </p:to>
                                    </p:set>
                                    <p:animEffect transition="in" filter="fade">
                                      <p:cBhvr>
                                        <p:cTn id="14" dur="1000"/>
                                        <p:tgtEl>
                                          <p:spTgt spid="629"/>
                                        </p:tgtEl>
                                      </p:cBhvr>
                                    </p:animEffect>
                                  </p:childTnLst>
                                </p:cTn>
                              </p:par>
                              <p:par>
                                <p:cTn id="15" presetID="10" presetClass="entr" presetSubtype="0" fill="hold" nodeType="withEffect">
                                  <p:stCondLst>
                                    <p:cond delay="0"/>
                                  </p:stCondLst>
                                  <p:childTnLst>
                                    <p:set>
                                      <p:cBhvr>
                                        <p:cTn id="16" dur="1" fill="hold">
                                          <p:stCondLst>
                                            <p:cond delay="0"/>
                                          </p:stCondLst>
                                        </p:cTn>
                                        <p:tgtEl>
                                          <p:spTgt spid="633"/>
                                        </p:tgtEl>
                                        <p:attrNameLst>
                                          <p:attrName>style.visibility</p:attrName>
                                        </p:attrNameLst>
                                      </p:cBhvr>
                                      <p:to>
                                        <p:strVal val="visible"/>
                                      </p:to>
                                    </p:set>
                                    <p:animEffect transition="in" filter="fade">
                                      <p:cBhvr>
                                        <p:cTn id="17" dur="1000"/>
                                        <p:tgtEl>
                                          <p:spTgt spid="633"/>
                                        </p:tgtEl>
                                      </p:cBhvr>
                                    </p:animEffect>
                                  </p:childTnLst>
                                </p:cTn>
                              </p:par>
                              <p:par>
                                <p:cTn id="18" presetID="10" presetClass="entr" presetSubtype="0" fill="hold" nodeType="withEffect">
                                  <p:stCondLst>
                                    <p:cond delay="0"/>
                                  </p:stCondLst>
                                  <p:childTnLst>
                                    <p:set>
                                      <p:cBhvr>
                                        <p:cTn id="19" dur="1" fill="hold">
                                          <p:stCondLst>
                                            <p:cond delay="0"/>
                                          </p:stCondLst>
                                        </p:cTn>
                                        <p:tgtEl>
                                          <p:spTgt spid="632"/>
                                        </p:tgtEl>
                                        <p:attrNameLst>
                                          <p:attrName>style.visibility</p:attrName>
                                        </p:attrNameLst>
                                      </p:cBhvr>
                                      <p:to>
                                        <p:strVal val="visible"/>
                                      </p:to>
                                    </p:set>
                                    <p:animEffect transition="in" filter="fade">
                                      <p:cBhvr>
                                        <p:cTn id="20" dur="1000"/>
                                        <p:tgtEl>
                                          <p:spTgt spid="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2" name="Google Shape;97;p6"/>
          <p:cNvPicPr preferRelativeResize="0"/>
          <p:nvPr/>
        </p:nvPicPr>
        <p:blipFill>
          <a:blip r:embed="rId3"/>
          <a:stretch>
            <a:fillRect/>
          </a:stretch>
        </p:blipFill>
        <p:spPr>
          <a:xfrm>
            <a:off x="-1270" y="1019810"/>
            <a:ext cx="4166235" cy="2025650"/>
          </a:xfrm>
          <a:prstGeom prst="rect">
            <a:avLst/>
          </a:prstGeom>
          <a:noFill/>
          <a:ln>
            <a:noFill/>
          </a:ln>
          <a:effectLst>
            <a:outerShdw blurRad="457200" dist="19050" dir="5400000" algn="bl" rotWithShape="0">
              <a:srgbClr val="000000">
                <a:alpha val="73000"/>
              </a:srgbClr>
            </a:outerShdw>
          </a:effectLst>
        </p:spPr>
      </p:pic>
      <p:pic>
        <p:nvPicPr>
          <p:cNvPr id="98" name="Google Shape;98;p6"/>
          <p:cNvPicPr preferRelativeResize="0"/>
          <p:nvPr/>
        </p:nvPicPr>
        <p:blipFill>
          <a:blip r:embed="rId4"/>
          <a:stretch>
            <a:fillRect/>
          </a:stretch>
        </p:blipFill>
        <p:spPr>
          <a:xfrm>
            <a:off x="-1905" y="3272790"/>
            <a:ext cx="4166870" cy="971550"/>
          </a:xfrm>
          <a:prstGeom prst="rect">
            <a:avLst/>
          </a:prstGeom>
          <a:noFill/>
          <a:ln>
            <a:noFill/>
          </a:ln>
          <a:effectLst>
            <a:outerShdw blurRad="600075" dist="19050" dir="5400000" algn="bl" rotWithShape="0">
              <a:srgbClr val="000000">
                <a:alpha val="77000"/>
              </a:srgbClr>
            </a:outerShdw>
          </a:effectLst>
        </p:spPr>
      </p:pic>
      <p:sp>
        <p:nvSpPr>
          <p:cNvPr id="96" name="Google Shape;96;p6"/>
          <p:cNvSpPr txBox="1"/>
          <p:nvPr/>
        </p:nvSpPr>
        <p:spPr>
          <a:xfrm>
            <a:off x="4391660" y="1020445"/>
            <a:ext cx="4590415" cy="322389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latin typeface="Julius Sans One" panose="02000000000000000000" charset="0"/>
                <a:ea typeface="Arial" panose="020B0604020202020204"/>
                <a:cs typeface="Julius Sans One" panose="02000000000000000000" charset="0"/>
                <a:sym typeface="Arial" panose="020B0604020202020204"/>
              </a:rPr>
              <a:t>Fitness-ul în Problema Vehiculului</a:t>
            </a:r>
            <a:endParaRPr sz="1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spcBef>
                <a:spcPts val="0"/>
              </a:spcBef>
              <a:spcAft>
                <a:spcPts val="0"/>
              </a:spcAft>
              <a:buNone/>
            </a:pPr>
            <a:r>
              <a:rPr lang="en-US" sz="1600" b="1">
                <a:solidFill>
                  <a:schemeClr val="dk1"/>
                </a:solidFill>
                <a:latin typeface="Didact Gothic" panose="00000500000000000000" charset="0"/>
                <a:ea typeface="Arial" panose="020B0604020202020204"/>
                <a:cs typeface="Didact Gothic" panose="00000500000000000000" charset="0"/>
                <a:sym typeface="Arial" panose="020B0604020202020204"/>
              </a:rPr>
              <a:t>Metrică cheie: </a:t>
            </a: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Scorul de fitness reflectă capacitatea vehiculului de a se menține aproape de drum, maximizând în același timp distanța parcursă.</a:t>
            </a:r>
            <a:endParaRPr sz="1600">
              <a:solidFill>
                <a:schemeClr val="dk1"/>
              </a:solidFill>
              <a:latin typeface="Didact Gothic" panose="00000500000000000000" charset="0"/>
              <a:cs typeface="Didact Gothic" panose="00000500000000000000" charset="0"/>
            </a:endParaRPr>
          </a:p>
          <a:p>
            <a:pPr marL="0" marR="0" lvl="0" indent="0" algn="just" rtl="0">
              <a:spcBef>
                <a:spcPts val="0"/>
              </a:spcBef>
              <a:spcAft>
                <a:spcPts val="0"/>
              </a:spcAft>
              <a:buNone/>
            </a:pPr>
            <a:endParaRPr sz="1600">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just" rtl="0">
              <a:spcBef>
                <a:spcPts val="0"/>
              </a:spcBef>
              <a:spcAft>
                <a:spcPts val="0"/>
              </a:spcAft>
              <a:buNone/>
            </a:pPr>
            <a:r>
              <a:rPr lang="en-US" sz="1600" b="1">
                <a:solidFill>
                  <a:schemeClr val="dk1"/>
                </a:solidFill>
                <a:latin typeface="Didact Gothic" panose="00000500000000000000" charset="0"/>
                <a:ea typeface="Arial" panose="020B0604020202020204"/>
                <a:cs typeface="Didact Gothic" panose="00000500000000000000" charset="0"/>
                <a:sym typeface="Arial" panose="020B0604020202020204"/>
              </a:rPr>
              <a:t>Formula:</a:t>
            </a:r>
            <a:endParaRPr sz="1600" b="0" i="0">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just" rtl="0">
              <a:spcBef>
                <a:spcPts val="0"/>
              </a:spcBef>
              <a:spcAft>
                <a:spcPts val="0"/>
              </a:spcAft>
              <a:buNone/>
            </a:pPr>
            <a:r>
              <a:rPr lang="en-US" sz="1600" b="1" i="0">
                <a:solidFill>
                  <a:schemeClr val="dk1"/>
                </a:solidFill>
                <a:latin typeface="Didact Gothic" panose="00000500000000000000" charset="0"/>
                <a:cs typeface="Didact Gothic" panose="00000500000000000000" charset="0"/>
              </a:rPr>
              <a:t>fitness </a:t>
            </a:r>
            <a:r>
              <a:rPr lang="en-US" sz="1600" b="0" i="0">
                <a:solidFill>
                  <a:schemeClr val="dk1"/>
                </a:solidFill>
                <a:latin typeface="Didact Gothic" panose="00000500000000000000" charset="0"/>
                <a:ea typeface="Arial" panose="020B0604020202020204"/>
                <a:cs typeface="Didact Gothic" panose="00000500000000000000" charset="0"/>
                <a:sym typeface="Arial" panose="020B0604020202020204"/>
              </a:rPr>
              <a:t>= max(self.</a:t>
            </a:r>
            <a:r>
              <a:rPr lang="en-US" sz="1600" b="1" i="0">
                <a:solidFill>
                  <a:schemeClr val="dk1"/>
                </a:solidFill>
                <a:latin typeface="Didact Gothic" panose="00000500000000000000" charset="0"/>
                <a:cs typeface="Didact Gothic" panose="00000500000000000000" charset="0"/>
              </a:rPr>
              <a:t>tot_dist</a:t>
            </a:r>
            <a:r>
              <a:rPr lang="en-US" sz="1600" b="0" i="0">
                <a:solidFill>
                  <a:schemeClr val="dk1"/>
                </a:solidFill>
                <a:latin typeface="Didact Gothic" panose="00000500000000000000" charset="0"/>
                <a:ea typeface="Arial" panose="020B0604020202020204"/>
                <a:cs typeface="Didact Gothic" panose="00000500000000000000" charset="0"/>
                <a:sym typeface="Arial" panose="020B0604020202020204"/>
              </a:rPr>
              <a:t>) * (-1)</a:t>
            </a:r>
            <a:endParaRPr sz="1600">
              <a:solidFill>
                <a:schemeClr val="dk1"/>
              </a:solidFill>
              <a:latin typeface="Didact Gothic" panose="00000500000000000000" charset="0"/>
              <a:cs typeface="Didact Gothic" panose="00000500000000000000" charset="0"/>
            </a:endParaRPr>
          </a:p>
          <a:p>
            <a:pPr marL="0" marR="0" lvl="0" indent="0" algn="just" rtl="0">
              <a:spcBef>
                <a:spcPts val="0"/>
              </a:spcBef>
              <a:spcAft>
                <a:spcPts val="0"/>
              </a:spcAft>
              <a:buNone/>
            </a:pPr>
            <a:endParaRPr sz="1600" b="0" i="0">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just" rtl="0">
              <a:spcBef>
                <a:spcPts val="0"/>
              </a:spcBef>
              <a:spcAft>
                <a:spcPts val="0"/>
              </a:spcAft>
              <a:buNone/>
            </a:pP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Unde lista </a:t>
            </a:r>
            <a:r>
              <a:rPr lang="en-US" sz="1600" b="1">
                <a:solidFill>
                  <a:schemeClr val="dk1"/>
                </a:solidFill>
                <a:latin typeface="Didact Gothic" panose="00000500000000000000" charset="0"/>
                <a:cs typeface="Didact Gothic" panose="00000500000000000000" charset="0"/>
              </a:rPr>
              <a:t>tot_dist</a:t>
            </a: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 </a:t>
            </a:r>
            <a:r>
              <a:rPr lang="en-US" sz="1600">
                <a:solidFill>
                  <a:schemeClr val="dk1"/>
                </a:solidFill>
                <a:latin typeface="Didact Gothic" panose="00000500000000000000" charset="0"/>
                <a:cs typeface="Didact Gothic" panose="00000500000000000000" charset="0"/>
              </a:rPr>
              <a:t>memoreaza </a:t>
            </a: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distantele </a:t>
            </a:r>
            <a:r>
              <a:rPr lang="en-US" sz="1600">
                <a:solidFill>
                  <a:schemeClr val="dk1"/>
                </a:solidFill>
                <a:latin typeface="Didact Gothic" panose="00000500000000000000" charset="0"/>
                <a:cs typeface="Didact Gothic" panose="00000500000000000000" charset="0"/>
              </a:rPr>
              <a:t>dintre</a:t>
            </a: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 </a:t>
            </a:r>
            <a:endParaRPr sz="1600">
              <a:solidFill>
                <a:schemeClr val="dk1"/>
              </a:solidFill>
              <a:latin typeface="Didact Gothic" panose="00000500000000000000" charset="0"/>
              <a:cs typeface="Didact Gothic" panose="00000500000000000000" charset="0"/>
            </a:endParaRPr>
          </a:p>
          <a:p>
            <a:pPr marL="0" marR="0" lvl="0" indent="0" algn="just" rtl="0">
              <a:spcBef>
                <a:spcPts val="0"/>
              </a:spcBef>
              <a:spcAft>
                <a:spcPts val="0"/>
              </a:spcAft>
              <a:buNone/>
            </a:pPr>
            <a:r>
              <a:rPr lang="en-US" sz="1600">
                <a:solidFill>
                  <a:schemeClr val="dk1"/>
                </a:solidFill>
                <a:latin typeface="Didact Gothic" panose="00000500000000000000" charset="0"/>
                <a:ea typeface="Arial" panose="020B0604020202020204"/>
                <a:cs typeface="Didact Gothic" panose="00000500000000000000" charset="0"/>
                <a:sym typeface="Arial" panose="020B0604020202020204"/>
              </a:rPr>
              <a:t>masina (punctul albastru) </a:t>
            </a:r>
            <a:r>
              <a:rPr lang="en-US" sz="1600">
                <a:solidFill>
                  <a:schemeClr val="dk1"/>
                </a:solidFill>
                <a:latin typeface="Didact Gothic" panose="00000500000000000000" charset="0"/>
                <a:cs typeface="Didact Gothic" panose="00000500000000000000" charset="0"/>
              </a:rPr>
              <a:t>si segmentele de drum (segmentele galbene)</a:t>
            </a:r>
            <a:endParaRPr>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l" rtl="0">
              <a:spcBef>
                <a:spcPts val="0"/>
              </a:spcBef>
              <a:spcAft>
                <a:spcPts val="0"/>
              </a:spcAft>
              <a:buNone/>
            </a:pPr>
            <a:endParaRPr>
              <a:latin typeface="Didact Gothic" panose="00000500000000000000" charset="0"/>
              <a:cs typeface="Didact Gothic" panose="00000500000000000000" charset="0"/>
            </a:endParaRPr>
          </a:p>
        </p:txBody>
      </p:sp>
      <p:pic>
        <p:nvPicPr>
          <p:cNvPr id="18" name="Google Shape;99;p6" descr="Car with solid fill"/>
          <p:cNvPicPr preferRelativeResize="0">
            <a:picLocks noGrp="1"/>
          </p:cNvPicPr>
          <p:nvPr>
            <p:ph type="body" idx="4294967295"/>
          </p:nvPr>
        </p:nvPicPr>
        <p:blipFill rotWithShape="1">
          <a:blip r:embed="rId5"/>
          <a:srcRect/>
          <a:stretch>
            <a:fillRect/>
          </a:stretch>
        </p:blipFill>
        <p:spPr>
          <a:xfrm>
            <a:off x="6303152" y="403721"/>
            <a:ext cx="768600" cy="768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106" name="Google Shape;106;g2d5f8853c8d_1_12"/>
          <p:cNvPicPr preferRelativeResize="0"/>
          <p:nvPr/>
        </p:nvPicPr>
        <p:blipFill rotWithShape="1">
          <a:blip r:embed="rId3"/>
          <a:srcRect/>
          <a:stretch>
            <a:fillRect/>
          </a:stretch>
        </p:blipFill>
        <p:spPr>
          <a:xfrm>
            <a:off x="402590" y="866140"/>
            <a:ext cx="3228340" cy="3531870"/>
          </a:xfrm>
          <a:prstGeom prst="rect">
            <a:avLst/>
          </a:prstGeom>
          <a:noFill/>
          <a:ln>
            <a:noFill/>
          </a:ln>
          <a:effectLst>
            <a:outerShdw blurRad="600075" dist="9525" algn="bl" rotWithShape="0">
              <a:schemeClr val="dk2">
                <a:alpha val="85000"/>
              </a:schemeClr>
            </a:outerShdw>
          </a:effectLst>
        </p:spPr>
      </p:pic>
      <p:sp>
        <p:nvSpPr>
          <p:cNvPr id="107" name="Google Shape;107;g2d5f8853c8d_1_12"/>
          <p:cNvSpPr txBox="1"/>
          <p:nvPr/>
        </p:nvSpPr>
        <p:spPr>
          <a:xfrm>
            <a:off x="4594225" y="916940"/>
            <a:ext cx="4284345" cy="362331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Julius Sans One" panose="02000000000000000000" charset="0"/>
                <a:ea typeface="Arial" panose="020B0604020202020204"/>
                <a:cs typeface="Julius Sans One" panose="02000000000000000000" charset="0"/>
                <a:sym typeface="Arial" panose="020B0604020202020204"/>
              </a:rPr>
              <a:t>Fitness-ul în Problema Vehiculului</a:t>
            </a:r>
            <a:endParaRPr sz="1600" b="1">
              <a:solidFill>
                <a:schemeClr val="dk1"/>
              </a:solidFill>
              <a:latin typeface="Julius Sans One" panose="02000000000000000000" charset="0"/>
              <a:ea typeface="Arial" panose="020B0604020202020204"/>
              <a:cs typeface="Julius Sans One" panose="02000000000000000000" charset="0"/>
              <a:sym typeface="Arial" panose="020B0604020202020204"/>
            </a:endParaRPr>
          </a:p>
          <a:p>
            <a:pPr marL="0" marR="0" lvl="0" indent="0" algn="l" rtl="0">
              <a:spcBef>
                <a:spcPts val="0"/>
              </a:spcBef>
              <a:spcAft>
                <a:spcPts val="0"/>
              </a:spcAft>
              <a:buNone/>
            </a:pPr>
            <a:endParaRPr sz="1600" b="1">
              <a:solidFill>
                <a:schemeClr val="dk2"/>
              </a:solidFill>
              <a:latin typeface="Arial" panose="020B0604020202020204"/>
              <a:ea typeface="Arial" panose="020B0604020202020204"/>
              <a:cs typeface="Arial" panose="020B0604020202020204"/>
              <a:sym typeface="Arial" panose="020B0604020202020204"/>
            </a:endParaRPr>
          </a:p>
          <a:p>
            <a:pPr marL="0" marR="0" lvl="0" indent="0" algn="r" rtl="0">
              <a:spcBef>
                <a:spcPts val="0"/>
              </a:spcBef>
              <a:spcAft>
                <a:spcPts val="0"/>
              </a:spcAft>
              <a:buNone/>
            </a:pPr>
            <a:r>
              <a:rPr lang="en-US" sz="1000">
                <a:solidFill>
                  <a:schemeClr val="dk1"/>
                </a:solidFill>
                <a:latin typeface="Arial" panose="020B0604020202020204"/>
                <a:ea typeface="Arial" panose="020B0604020202020204"/>
                <a:cs typeface="Arial" panose="020B0604020202020204"/>
                <a:sym typeface="Arial" panose="020B0604020202020204"/>
              </a:rPr>
              <a:t> </a:t>
            </a:r>
            <a:endParaRPr>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b="1">
                <a:solidFill>
                  <a:schemeClr val="dk1"/>
                </a:solidFill>
                <a:latin typeface="Didact Gothic" panose="00000500000000000000" charset="0"/>
                <a:ea typeface="Arial" panose="020B0604020202020204"/>
                <a:cs typeface="Didact Gothic" panose="00000500000000000000" charset="0"/>
                <a:sym typeface="Arial" panose="020B0604020202020204"/>
              </a:rPr>
              <a:t>Cazuri penalizate:</a:t>
            </a:r>
            <a:endParaRPr>
              <a:solidFill>
                <a:schemeClr val="dk1"/>
              </a:solidFill>
              <a:latin typeface="Didact Gothic" panose="00000500000000000000" charset="0"/>
              <a:cs typeface="Didact Gothic" panose="00000500000000000000" charset="0"/>
            </a:endParaRPr>
          </a:p>
          <a:p>
            <a:pPr marL="457200" marR="0" lvl="1" indent="-101600" algn="l" rtl="0">
              <a:spcBef>
                <a:spcPts val="0"/>
              </a:spcBef>
              <a:spcAft>
                <a:spcPts val="0"/>
              </a:spcAft>
              <a:buClr>
                <a:schemeClr val="dk1"/>
              </a:buClr>
              <a:buSzPts val="1600"/>
              <a:buFont typeface="Arial" panose="020B0604020202020204"/>
              <a:buChar char="•"/>
            </a:pPr>
            <a:r>
              <a:rPr lang="en-US"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rPr>
              <a:t> Configurații invalide ale drumurilor.</a:t>
            </a:r>
            <a:endParaRPr>
              <a:solidFill>
                <a:schemeClr val="dk1"/>
              </a:solidFill>
              <a:latin typeface="Didact Gothic" panose="00000500000000000000" charset="0"/>
              <a:cs typeface="Didact Gothic" panose="00000500000000000000" charset="0"/>
            </a:endParaRPr>
          </a:p>
          <a:p>
            <a:pPr marL="457200" marR="0" lvl="1" indent="-101600" algn="l" rtl="0">
              <a:spcBef>
                <a:spcPts val="0"/>
              </a:spcBef>
              <a:spcAft>
                <a:spcPts val="0"/>
              </a:spcAft>
              <a:buClr>
                <a:schemeClr val="dk1"/>
              </a:buClr>
              <a:buSzPts val="1600"/>
              <a:buFont typeface="Arial" panose="020B0604020202020204"/>
              <a:buChar char="•"/>
            </a:pPr>
            <a:r>
              <a:rPr lang="en-US"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rPr>
              <a:t> Abateri semnificative de la drumul intenționat.</a:t>
            </a:r>
            <a:endParaRPr>
              <a:solidFill>
                <a:schemeClr val="dk1"/>
              </a:solidFill>
              <a:latin typeface="Didact Gothic" panose="00000500000000000000" charset="0"/>
              <a:cs typeface="Didact Gothic" panose="00000500000000000000" charset="0"/>
            </a:endParaRPr>
          </a:p>
          <a:p>
            <a:pPr marL="457200" marR="0" lvl="1" indent="-101600" algn="l" rtl="0">
              <a:spcBef>
                <a:spcPts val="0"/>
              </a:spcBef>
              <a:spcAft>
                <a:spcPts val="0"/>
              </a:spcAft>
              <a:buClr>
                <a:schemeClr val="dk1"/>
              </a:buClr>
              <a:buSzPts val="1600"/>
              <a:buFont typeface="Arial" panose="020B0604020202020204"/>
              <a:buChar char="•"/>
            </a:pPr>
            <a:r>
              <a:rPr lang="en-US"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rPr>
              <a:t> Trasee auto-intersectate sau încălcări ale limitelor drumului.</a:t>
            </a:r>
            <a:endParaRPr>
              <a:solidFill>
                <a:schemeClr val="dk1"/>
              </a:solidFill>
              <a:latin typeface="Didact Gothic" panose="00000500000000000000" charset="0"/>
              <a:cs typeface="Didact Gothic" panose="00000500000000000000" charset="0"/>
            </a:endParaRPr>
          </a:p>
          <a:p>
            <a:pPr marL="457200" marR="0" lvl="1" indent="0" algn="l" rtl="0">
              <a:spcBef>
                <a:spcPts val="0"/>
              </a:spcBef>
              <a:spcAft>
                <a:spcPts val="0"/>
              </a:spcAft>
              <a:buClr>
                <a:schemeClr val="dk1"/>
              </a:buClr>
              <a:buSzPts val="1600"/>
              <a:buFont typeface="Arial" panose="020B0604020202020204"/>
              <a:buNone/>
            </a:pPr>
            <a:endParaRPr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l" rtl="0">
              <a:spcBef>
                <a:spcPts val="0"/>
              </a:spcBef>
              <a:spcAft>
                <a:spcPts val="0"/>
              </a:spcAft>
              <a:buNone/>
            </a:pPr>
            <a:r>
              <a:rPr lang="en-US" b="1">
                <a:solidFill>
                  <a:schemeClr val="dk1"/>
                </a:solidFill>
                <a:latin typeface="Didact Gothic" panose="00000500000000000000" charset="0"/>
                <a:ea typeface="Arial" panose="020B0604020202020204"/>
                <a:cs typeface="Didact Gothic" panose="00000500000000000000" charset="0"/>
                <a:sym typeface="Arial" panose="020B0604020202020204"/>
              </a:rPr>
              <a:t>Obiectiv:</a:t>
            </a:r>
            <a:br>
              <a:rPr lang="en-US">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a:solidFill>
                  <a:schemeClr val="dk1"/>
                </a:solidFill>
                <a:latin typeface="Didact Gothic" panose="00000500000000000000" charset="0"/>
                <a:ea typeface="Arial" panose="020B0604020202020204"/>
                <a:cs typeface="Didact Gothic" panose="00000500000000000000" charset="0"/>
                <a:sym typeface="Arial" panose="020B0604020202020204"/>
              </a:rPr>
              <a:t>Maximizarea fitness-ului prin evoluarea configurațiilor drumurilor și a comportamentelor vehiculului, astfel încât acestea să fie:</a:t>
            </a:r>
            <a:endParaRPr>
              <a:solidFill>
                <a:schemeClr val="dk1"/>
              </a:solidFill>
              <a:latin typeface="Didact Gothic" panose="00000500000000000000" charset="0"/>
              <a:cs typeface="Didact Gothic" panose="00000500000000000000" charset="0"/>
            </a:endParaRPr>
          </a:p>
          <a:p>
            <a:pPr marL="457200" marR="0" lvl="1" indent="-101600" algn="l" rtl="0">
              <a:spcBef>
                <a:spcPts val="0"/>
              </a:spcBef>
              <a:spcAft>
                <a:spcPts val="0"/>
              </a:spcAft>
              <a:buClr>
                <a:schemeClr val="dk1"/>
              </a:buClr>
              <a:buSzPts val="1600"/>
              <a:buFont typeface="Arial" panose="020B0604020202020204"/>
              <a:buChar char="•"/>
            </a:pPr>
            <a:r>
              <a:rPr lang="en-US"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rPr>
              <a:t> Navigabile,</a:t>
            </a:r>
            <a:endParaRPr>
              <a:solidFill>
                <a:schemeClr val="dk1"/>
              </a:solidFill>
              <a:latin typeface="Didact Gothic" panose="00000500000000000000" charset="0"/>
              <a:cs typeface="Didact Gothic" panose="00000500000000000000" charset="0"/>
            </a:endParaRPr>
          </a:p>
          <a:p>
            <a:pPr marL="457200" marR="0" lvl="1" indent="-101600" algn="l" rtl="0">
              <a:spcBef>
                <a:spcPts val="0"/>
              </a:spcBef>
              <a:spcAft>
                <a:spcPts val="0"/>
              </a:spcAft>
              <a:buClr>
                <a:schemeClr val="dk1"/>
              </a:buClr>
              <a:buSzPts val="1600"/>
              <a:buFont typeface="Arial" panose="020B0604020202020204"/>
              <a:buChar char="•"/>
            </a:pPr>
            <a:r>
              <a:rPr lang="en-US"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rPr>
              <a:t> Diverse</a:t>
            </a:r>
            <a:r>
              <a:rPr lang="en-US">
                <a:solidFill>
                  <a:schemeClr val="dk1"/>
                </a:solidFill>
                <a:latin typeface="Didact Gothic" panose="00000500000000000000" charset="0"/>
                <a:cs typeface="Didact Gothic" panose="00000500000000000000" charset="0"/>
              </a:rPr>
              <a:t>.</a:t>
            </a:r>
            <a:endParaRPr>
              <a:solidFill>
                <a:schemeClr val="dk1"/>
              </a:solidFill>
              <a:latin typeface="Didact Gothic" panose="00000500000000000000" charset="0"/>
              <a:cs typeface="Didact Gothic" panose="00000500000000000000" charset="0"/>
            </a:endParaRPr>
          </a:p>
          <a:p>
            <a:pPr marL="457200" marR="0" lvl="1" indent="0" algn="l" rtl="0">
              <a:spcBef>
                <a:spcPts val="0"/>
              </a:spcBef>
              <a:spcAft>
                <a:spcPts val="0"/>
              </a:spcAft>
              <a:buClr>
                <a:schemeClr val="dk1"/>
              </a:buClr>
              <a:buSzPts val="1600"/>
              <a:buFont typeface="Arial" panose="020B0604020202020204"/>
              <a:buNone/>
            </a:pPr>
            <a:endParaRPr b="0" i="0" u="none" strike="noStrike" cap="none">
              <a:solidFill>
                <a:schemeClr val="dk1"/>
              </a:solidFill>
              <a:latin typeface="Didact Gothic" panose="00000500000000000000" charset="0"/>
              <a:ea typeface="Arial" panose="020B0604020202020204"/>
              <a:cs typeface="Didact Gothic" panose="00000500000000000000" charset="0"/>
              <a:sym typeface="Arial" panose="020B0604020202020204"/>
            </a:endParaRPr>
          </a:p>
          <a:p>
            <a:pPr marL="0" marR="0" lvl="0" indent="0" algn="l" rtl="0">
              <a:spcBef>
                <a:spcPts val="0"/>
              </a:spcBef>
              <a:spcAft>
                <a:spcPts val="0"/>
              </a:spcAft>
              <a:buNone/>
            </a:pPr>
            <a:r>
              <a:rPr lang="en-US">
                <a:solidFill>
                  <a:schemeClr val="dk1"/>
                </a:solidFill>
                <a:latin typeface="Didact Gothic" panose="00000500000000000000" charset="0"/>
                <a:ea typeface="Arial" panose="020B0604020202020204"/>
                <a:cs typeface="Didact Gothic" panose="00000500000000000000" charset="0"/>
                <a:sym typeface="Arial" panose="020B0604020202020204"/>
              </a:rPr>
              <a:t>Această abordare asigură că algoritmul genetic generează cazuri de test în care abilitățile de navigare ale vehiculului sunt testate riguros.</a:t>
            </a:r>
          </a:p>
        </p:txBody>
      </p:sp>
      <p:pic>
        <p:nvPicPr>
          <p:cNvPr id="2" name="Google Shape;99;p6" descr="Car with solid fill"/>
          <p:cNvPicPr preferRelativeResize="0">
            <a:picLocks noGrp="1"/>
          </p:cNvPicPr>
          <p:nvPr>
            <p:ph type="body" idx="4294967295"/>
          </p:nvPr>
        </p:nvPicPr>
        <p:blipFill rotWithShape="1">
          <a:blip r:embed="rId4"/>
          <a:srcRect/>
          <a:stretch>
            <a:fillRect/>
          </a:stretch>
        </p:blipFill>
        <p:spPr>
          <a:xfrm>
            <a:off x="6303152" y="222111"/>
            <a:ext cx="768600" cy="768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116" name="Google Shape;116;p7"/>
          <p:cNvPicPr preferRelativeResize="0"/>
          <p:nvPr/>
        </p:nvPicPr>
        <p:blipFill>
          <a:blip r:embed="rId3"/>
          <a:stretch>
            <a:fillRect/>
          </a:stretch>
        </p:blipFill>
        <p:spPr>
          <a:xfrm>
            <a:off x="170" y="513685"/>
            <a:ext cx="4142401" cy="4116150"/>
          </a:xfrm>
          <a:prstGeom prst="rect">
            <a:avLst/>
          </a:prstGeom>
          <a:noFill/>
          <a:ln>
            <a:noFill/>
          </a:ln>
          <a:effectLst>
            <a:outerShdw blurRad="800100" dist="19050" dir="5400000" algn="bl" rotWithShape="0">
              <a:srgbClr val="000000">
                <a:alpha val="84000"/>
              </a:srgbClr>
            </a:outerShdw>
          </a:effectLst>
        </p:spPr>
      </p:pic>
      <p:pic>
        <p:nvPicPr>
          <p:cNvPr id="117" name="Google Shape;117;p7" descr="Robot with solid fill"/>
          <p:cNvPicPr preferRelativeResize="0"/>
          <p:nvPr/>
        </p:nvPicPr>
        <p:blipFill rotWithShape="1">
          <a:blip r:embed="rId4"/>
          <a:srcRect/>
          <a:stretch>
            <a:fillRect/>
          </a:stretch>
        </p:blipFill>
        <p:spPr>
          <a:xfrm>
            <a:off x="6323610" y="0"/>
            <a:ext cx="914400" cy="914400"/>
          </a:xfrm>
          <a:prstGeom prst="rect">
            <a:avLst/>
          </a:prstGeom>
          <a:noFill/>
          <a:ln>
            <a:noFill/>
          </a:ln>
        </p:spPr>
      </p:pic>
      <p:sp>
        <p:nvSpPr>
          <p:cNvPr id="115" name="Google Shape;115;p7"/>
          <p:cNvSpPr txBox="1"/>
          <p:nvPr/>
        </p:nvSpPr>
        <p:spPr>
          <a:xfrm>
            <a:off x="4353560" y="863600"/>
            <a:ext cx="4790440" cy="58864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panose="020B0604020202020204"/>
                <a:ea typeface="Arial" panose="020B0604020202020204"/>
                <a:cs typeface="Arial" panose="020B0604020202020204"/>
                <a:sym typeface="Arial" panose="020B0604020202020204"/>
              </a:rPr>
              <a:t> </a:t>
            </a:r>
            <a:br>
              <a:rPr lang="en-US" sz="1600" b="1">
                <a:solidFill>
                  <a:schemeClr val="dk1"/>
                </a:solidFill>
                <a:latin typeface="Arial" panose="020B0604020202020204"/>
                <a:ea typeface="Arial" panose="020B0604020202020204"/>
                <a:cs typeface="Arial" panose="020B0604020202020204"/>
                <a:sym typeface="Arial" panose="020B0604020202020204"/>
              </a:rPr>
            </a:br>
            <a:r>
              <a:rPr lang="en-US" sz="1600" b="1">
                <a:solidFill>
                  <a:schemeClr val="dk1"/>
                </a:solidFill>
                <a:latin typeface="Arial" panose="020B0604020202020204"/>
                <a:ea typeface="Arial" panose="020B0604020202020204"/>
                <a:cs typeface="Arial" panose="020B0604020202020204"/>
                <a:sym typeface="Arial" panose="020B0604020202020204"/>
              </a:rPr>
              <a:t>  </a:t>
            </a:r>
            <a:r>
              <a:rPr lang="en-US" sz="1600" b="1">
                <a:solidFill>
                  <a:schemeClr val="dk1"/>
                </a:solidFill>
                <a:latin typeface="Julius Sans One" panose="02000000000000000000" charset="0"/>
                <a:ea typeface="Arial" panose="020B0604020202020204"/>
                <a:cs typeface="Julius Sans One" panose="02000000000000000000" charset="0"/>
                <a:sym typeface="Arial" panose="020B0604020202020204"/>
              </a:rPr>
              <a:t>Fitness-ul in Problema Robotului</a:t>
            </a:r>
            <a:r>
              <a:rPr lang="en-US" sz="1600" b="1">
                <a:solidFill>
                  <a:schemeClr val="dk1"/>
                </a:solidFill>
                <a:latin typeface="Arial" panose="020B0604020202020204"/>
                <a:ea typeface="Arial" panose="020B0604020202020204"/>
                <a:cs typeface="Arial" panose="020B0604020202020204"/>
                <a:sym typeface="Arial" panose="020B0604020202020204"/>
              </a:rPr>
              <a:t> </a:t>
            </a:r>
            <a:endParaRPr sz="16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spcBef>
                <a:spcPts val="0"/>
              </a:spcBef>
              <a:spcAft>
                <a:spcPts val="0"/>
              </a:spcAft>
              <a:buNone/>
            </a:pPr>
            <a:br>
              <a:rPr lang="en-US" b="1">
                <a:solidFill>
                  <a:schemeClr val="dk1"/>
                </a:solidFill>
                <a:latin typeface="Arial" panose="020B0604020202020204"/>
                <a:ea typeface="Arial" panose="020B0604020202020204"/>
                <a:cs typeface="Arial" panose="020B0604020202020204"/>
                <a:sym typeface="Arial" panose="020B0604020202020204"/>
              </a:rPr>
            </a:br>
            <a:br>
              <a:rPr lang="en-US" b="1">
                <a:solidFill>
                  <a:schemeClr val="dk1"/>
                </a:solidFill>
                <a:latin typeface="Arial" panose="020B0604020202020204"/>
                <a:ea typeface="Arial" panose="020B0604020202020204"/>
                <a:cs typeface="Arial" panose="020B0604020202020204"/>
                <a:sym typeface="Arial" panose="020B0604020202020204"/>
              </a:rPr>
            </a:br>
            <a:r>
              <a:rPr lang="en-US" b="1">
                <a:solidFill>
                  <a:schemeClr val="dk1"/>
                </a:solidFill>
                <a:latin typeface="Didact Gothic" panose="00000500000000000000" charset="0"/>
                <a:cs typeface="Didact Gothic" panose="00000500000000000000" charset="0"/>
              </a:rPr>
              <a:t>Metrică cheie: </a:t>
            </a:r>
            <a:r>
              <a:rPr lang="en-US">
                <a:solidFill>
                  <a:schemeClr val="dk1"/>
                </a:solidFill>
                <a:latin typeface="Didact Gothic" panose="00000500000000000000" charset="0"/>
                <a:cs typeface="Didact Gothic" panose="00000500000000000000" charset="0"/>
              </a:rPr>
              <a:t>Scorul de fitness reflectă capacitatea robotului de a de a gasi cel mai scurt drum printre obstacolele generate</a:t>
            </a: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Clr>
                <a:schemeClr val="dk1"/>
              </a:buClr>
              <a:buFont typeface="Arial" panose="020B0604020202020204"/>
              <a:buNone/>
            </a:pP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Clr>
                <a:schemeClr val="dk1"/>
              </a:buClr>
              <a:buFont typeface="Arial" panose="020B0604020202020204"/>
              <a:buNone/>
            </a:pPr>
            <a:r>
              <a:rPr lang="en-US" b="1">
                <a:solidFill>
                  <a:schemeClr val="dk1"/>
                </a:solidFill>
                <a:latin typeface="Didact Gothic" panose="00000500000000000000" charset="0"/>
                <a:cs typeface="Didact Gothic" panose="00000500000000000000" charset="0"/>
              </a:rPr>
              <a:t>Formula:</a:t>
            </a: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Clr>
                <a:schemeClr val="dk1"/>
              </a:buClr>
              <a:buFont typeface="Arial" panose="020B0604020202020204"/>
              <a:buNone/>
            </a:pPr>
            <a:r>
              <a:rPr lang="en-US" b="1">
                <a:solidFill>
                  <a:schemeClr val="dk1"/>
                </a:solidFill>
                <a:latin typeface="Didact Gothic" panose="00000500000000000000" charset="0"/>
                <a:cs typeface="Didact Gothic" panose="00000500000000000000" charset="0"/>
              </a:rPr>
              <a:t>fitness </a:t>
            </a:r>
            <a:r>
              <a:rPr lang="en-US">
                <a:solidFill>
                  <a:schemeClr val="dk1"/>
                </a:solidFill>
                <a:latin typeface="Didact Gothic" panose="00000500000000000000" charset="0"/>
                <a:cs typeface="Didact Gothic" panose="00000500000000000000" charset="0"/>
              </a:rPr>
              <a:t>= -</a:t>
            </a:r>
            <a:r>
              <a:rPr lang="en-US" b="1">
                <a:solidFill>
                  <a:schemeClr val="dk1"/>
                </a:solidFill>
                <a:latin typeface="Didact Gothic" panose="00000500000000000000" charset="0"/>
                <a:cs typeface="Didact Gothic" panose="00000500000000000000" charset="0"/>
              </a:rPr>
              <a:t>test_road</a:t>
            </a:r>
            <a:r>
              <a:rPr lang="en-US">
                <a:solidFill>
                  <a:schemeClr val="dk1"/>
                </a:solidFill>
                <a:latin typeface="Didact Gothic" panose="00000500000000000000" charset="0"/>
                <a:cs typeface="Didact Gothic" panose="00000500000000000000" charset="0"/>
              </a:rPr>
              <a:t>.length</a:t>
            </a: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Clr>
                <a:schemeClr val="dk1"/>
              </a:buClr>
              <a:buFont typeface="Arial" panose="020B0604020202020204"/>
              <a:buNone/>
            </a:pP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None/>
            </a:pPr>
            <a:r>
              <a:rPr lang="en-US">
                <a:solidFill>
                  <a:schemeClr val="dk1"/>
                </a:solidFill>
                <a:latin typeface="Didact Gothic" panose="00000500000000000000" charset="0"/>
                <a:cs typeface="Didact Gothic" panose="00000500000000000000" charset="0"/>
              </a:rPr>
              <a:t>Unde lista </a:t>
            </a:r>
            <a:r>
              <a:rPr lang="en-US" b="1">
                <a:solidFill>
                  <a:schemeClr val="dk1"/>
                </a:solidFill>
                <a:latin typeface="Didact Gothic" panose="00000500000000000000" charset="0"/>
                <a:cs typeface="Didact Gothic" panose="00000500000000000000" charset="0"/>
              </a:rPr>
              <a:t>test_road </a:t>
            </a:r>
            <a:r>
              <a:rPr lang="en-US">
                <a:solidFill>
                  <a:schemeClr val="dk1"/>
                </a:solidFill>
                <a:latin typeface="Didact Gothic" panose="00000500000000000000" charset="0"/>
                <a:cs typeface="Didact Gothic" panose="00000500000000000000" charset="0"/>
              </a:rPr>
              <a:t>reprezinta segmentele drumului obtinute din calcularea distantelor dintre coordonatele parcurse de robot</a:t>
            </a: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None/>
            </a:pP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None/>
            </a:pPr>
            <a:r>
              <a:rPr lang="en-US">
                <a:solidFill>
                  <a:schemeClr val="dk1"/>
                </a:solidFill>
                <a:latin typeface="Didact Gothic" panose="00000500000000000000" charset="0"/>
                <a:cs typeface="Didact Gothic" panose="00000500000000000000" charset="0"/>
              </a:rPr>
              <a:t>Coordonatele parcurse de robot sunt obtinute prin utilizarea algoritmului A* </a:t>
            </a:r>
            <a:endParaRPr>
              <a:solidFill>
                <a:schemeClr val="dk1"/>
              </a:solidFill>
              <a:latin typeface="Didact Gothic" panose="00000500000000000000" charset="0"/>
              <a:cs typeface="Didact Gothic" panose="00000500000000000000" charset="0"/>
            </a:endParaRPr>
          </a:p>
          <a:p>
            <a:pPr marL="0" lvl="0" indent="0" algn="just" rtl="0">
              <a:spcBef>
                <a:spcPts val="0"/>
              </a:spcBef>
              <a:spcAft>
                <a:spcPts val="0"/>
              </a:spcAft>
              <a:buNone/>
            </a:pPr>
            <a:endParaRPr sz="1600">
              <a:solidFill>
                <a:schemeClr val="dk1"/>
              </a:solidFill>
            </a:endParaRPr>
          </a:p>
          <a:p>
            <a:pPr marL="0" lvl="0" indent="0" algn="just" rtl="0">
              <a:spcBef>
                <a:spcPts val="0"/>
              </a:spcBef>
              <a:spcAft>
                <a:spcPts val="0"/>
              </a:spcAft>
              <a:buClr>
                <a:schemeClr val="dk1"/>
              </a:buClr>
              <a:buFont typeface="Arial" panose="020B0604020202020204"/>
              <a:buNone/>
            </a:pP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pic>
        <p:nvPicPr>
          <p:cNvPr id="125" name="Google Shape;125;g2d5f8853c8d_1_22"/>
          <p:cNvPicPr preferRelativeResize="0"/>
          <p:nvPr/>
        </p:nvPicPr>
        <p:blipFill>
          <a:blip r:embed="rId3"/>
          <a:stretch>
            <a:fillRect/>
          </a:stretch>
        </p:blipFill>
        <p:spPr>
          <a:xfrm>
            <a:off x="-280" y="556004"/>
            <a:ext cx="4146076" cy="4152145"/>
          </a:xfrm>
          <a:prstGeom prst="rect">
            <a:avLst/>
          </a:prstGeom>
          <a:noFill/>
          <a:ln>
            <a:noFill/>
          </a:ln>
          <a:effectLst>
            <a:outerShdw blurRad="457200" dist="9525" algn="bl" rotWithShape="0">
              <a:schemeClr val="dk2">
                <a:alpha val="85000"/>
              </a:schemeClr>
            </a:outerShdw>
          </a:effectLst>
        </p:spPr>
      </p:pic>
      <p:pic>
        <p:nvPicPr>
          <p:cNvPr id="126" name="Google Shape;126;g2d5f8853c8d_1_22" descr="Robot with solid fill"/>
          <p:cNvPicPr preferRelativeResize="0"/>
          <p:nvPr/>
        </p:nvPicPr>
        <p:blipFill rotWithShape="1">
          <a:blip r:embed="rId4"/>
          <a:srcRect/>
          <a:stretch>
            <a:fillRect/>
          </a:stretch>
        </p:blipFill>
        <p:spPr>
          <a:xfrm>
            <a:off x="6384595" y="63925"/>
            <a:ext cx="914400" cy="914400"/>
          </a:xfrm>
          <a:prstGeom prst="rect">
            <a:avLst/>
          </a:prstGeom>
          <a:noFill/>
          <a:ln>
            <a:noFill/>
          </a:ln>
        </p:spPr>
      </p:pic>
      <p:sp>
        <p:nvSpPr>
          <p:cNvPr id="124" name="Google Shape;124;g2d5f8853c8d_1_22"/>
          <p:cNvSpPr txBox="1"/>
          <p:nvPr/>
        </p:nvSpPr>
        <p:spPr>
          <a:xfrm>
            <a:off x="4557395" y="889000"/>
            <a:ext cx="4567555" cy="48063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b="1">
                <a:solidFill>
                  <a:schemeClr val="dk1"/>
                </a:solidFill>
                <a:latin typeface="Arial" panose="020B0604020202020204"/>
                <a:ea typeface="Arial" panose="020B0604020202020204"/>
                <a:cs typeface="Arial" panose="020B0604020202020204"/>
                <a:sym typeface="Arial" panose="020B0604020202020204"/>
              </a:rPr>
              <a:t> </a:t>
            </a:r>
            <a:br>
              <a:rPr lang="en-US" sz="1000" b="1">
                <a:solidFill>
                  <a:schemeClr val="dk1"/>
                </a:solidFill>
                <a:latin typeface="Arial" panose="020B0604020202020204"/>
                <a:ea typeface="Arial" panose="020B0604020202020204"/>
                <a:cs typeface="Arial" panose="020B0604020202020204"/>
                <a:sym typeface="Arial" panose="020B0604020202020204"/>
              </a:rPr>
            </a:br>
            <a:r>
              <a:rPr lang="en-US" sz="1000" b="1">
                <a:solidFill>
                  <a:schemeClr val="dk1"/>
                </a:solidFill>
                <a:latin typeface="Arial" panose="020B0604020202020204"/>
                <a:ea typeface="Arial" panose="020B0604020202020204"/>
                <a:cs typeface="Arial" panose="020B0604020202020204"/>
                <a:sym typeface="Arial" panose="020B0604020202020204"/>
              </a:rPr>
              <a:t>                </a:t>
            </a:r>
            <a:r>
              <a:rPr lang="en-US" b="1">
                <a:solidFill>
                  <a:schemeClr val="dk1"/>
                </a:solidFill>
                <a:latin typeface="Julius Sans One" panose="02000000000000000000" charset="0"/>
                <a:ea typeface="Arial" panose="020B0604020202020204"/>
                <a:cs typeface="Julius Sans One" panose="02000000000000000000" charset="0"/>
                <a:sym typeface="Arial" panose="020B0604020202020204"/>
              </a:rPr>
              <a:t>Fitness-ul in Problema Robotului</a:t>
            </a:r>
            <a:r>
              <a:rPr lang="en-US" b="1">
                <a:solidFill>
                  <a:schemeClr val="dk1"/>
                </a:solidFill>
                <a:latin typeface="Arial" panose="020B0604020202020204"/>
                <a:ea typeface="Arial" panose="020B0604020202020204"/>
                <a:cs typeface="Arial" panose="020B0604020202020204"/>
                <a:sym typeface="Arial" panose="020B0604020202020204"/>
              </a:rPr>
              <a:t> </a:t>
            </a:r>
            <a:endParaRPr sz="12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br>
              <a:rPr lang="en-US" sz="1200" b="1">
                <a:solidFill>
                  <a:schemeClr val="dk1"/>
                </a:solidFill>
                <a:latin typeface="Arial" panose="020B0604020202020204"/>
                <a:ea typeface="Arial" panose="020B0604020202020204"/>
                <a:cs typeface="Arial" panose="020B0604020202020204"/>
                <a:sym typeface="Arial" panose="020B0604020202020204"/>
              </a:rPr>
            </a:br>
            <a:br>
              <a:rPr lang="en-US" sz="1200" b="1">
                <a:solidFill>
                  <a:schemeClr val="dk1"/>
                </a:solidFill>
                <a:latin typeface="Arial" panose="020B0604020202020204"/>
                <a:ea typeface="Arial" panose="020B0604020202020204"/>
                <a:cs typeface="Arial" panose="020B0604020202020204"/>
                <a:sym typeface="Arial" panose="020B0604020202020204"/>
              </a:rPr>
            </a:br>
            <a:r>
              <a:rPr lang="en-US" sz="1200" b="1">
                <a:solidFill>
                  <a:schemeClr val="dk1"/>
                </a:solidFill>
                <a:latin typeface="Didact Gothic" panose="00000500000000000000" charset="0"/>
                <a:ea typeface="Arial" panose="020B0604020202020204"/>
                <a:cs typeface="Didact Gothic" panose="00000500000000000000" charset="0"/>
                <a:sym typeface="Arial" panose="020B0604020202020204"/>
              </a:rPr>
              <a:t>Navigarea pe Hartă: </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Robotul este plasat pe o grilă 2D sau o hartă generată de modulul </a:t>
            </a:r>
            <a:r>
              <a:rPr lang="en-US" sz="1200" b="1">
                <a:solidFill>
                  <a:schemeClr val="dk1"/>
                </a:solidFill>
                <a:latin typeface="Didact Gothic" panose="00000500000000000000" charset="0"/>
                <a:cs typeface="Didact Gothic" panose="00000500000000000000" charset="0"/>
              </a:rPr>
              <a:t>robot_map.py</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Robotul traversează harta pe baza unei secvențe de acțiuni sau mișcări (de exemplu, înainte, stânga, dreapta).</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b="1">
                <a:solidFill>
                  <a:schemeClr val="dk1"/>
                </a:solidFill>
                <a:latin typeface="Didact Gothic" panose="00000500000000000000" charset="0"/>
                <a:ea typeface="Arial" panose="020B0604020202020204"/>
                <a:cs typeface="Didact Gothic" panose="00000500000000000000" charset="0"/>
                <a:sym typeface="Arial" panose="020B0604020202020204"/>
              </a:rPr>
              <a:t>Evaluare Bazată pe Obiective: </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Obiectivele robotului </a:t>
            </a:r>
            <a:r>
              <a:rPr lang="en-US" sz="1200">
                <a:solidFill>
                  <a:schemeClr val="dk1"/>
                </a:solidFill>
                <a:latin typeface="Didact Gothic" panose="00000500000000000000" charset="0"/>
                <a:cs typeface="Didact Gothic" panose="00000500000000000000" charset="0"/>
              </a:rPr>
              <a:t>includ </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 </a:t>
            </a:r>
            <a:r>
              <a:rPr lang="en-US" sz="1200">
                <a:solidFill>
                  <a:schemeClr val="dk1"/>
                </a:solidFill>
                <a:latin typeface="Didact Gothic" panose="00000500000000000000" charset="0"/>
                <a:cs typeface="Didact Gothic" panose="00000500000000000000" charset="0"/>
              </a:rPr>
              <a:t>Traversarea dintr-o parte in alta a hartii</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 Evitarea coliziunilor cu obstacole.</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b="1">
                <a:solidFill>
                  <a:schemeClr val="dk1"/>
                </a:solidFill>
                <a:latin typeface="Didact Gothic" panose="00000500000000000000" charset="0"/>
                <a:ea typeface="Arial" panose="020B0604020202020204"/>
                <a:cs typeface="Didact Gothic" panose="00000500000000000000" charset="0"/>
                <a:sym typeface="Arial" panose="020B0604020202020204"/>
              </a:rPr>
              <a:t>Penalizări: </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Fitness-ul este penalizat atunci când:</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 Robotul se lovește de obstacole.</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 </a:t>
            </a:r>
            <a:r>
              <a:rPr lang="en-US" sz="1200">
                <a:solidFill>
                  <a:schemeClr val="dk1"/>
                </a:solidFill>
                <a:latin typeface="Didact Gothic" panose="00000500000000000000" charset="0"/>
                <a:cs typeface="Didact Gothic" panose="00000500000000000000" charset="0"/>
              </a:rPr>
              <a:t>Harta este imposibila (obstacolele blocheaza finalul traseului):</a:t>
            </a:r>
            <a:endParaRPr sz="1200">
              <a:solidFill>
                <a:schemeClr val="dk1"/>
              </a:solidFill>
              <a:latin typeface="Didact Gothic" panose="00000500000000000000" charset="0"/>
              <a:cs typeface="Didact Gothic" panose="00000500000000000000" charset="0"/>
            </a:endParaRPr>
          </a:p>
          <a:p>
            <a:pPr marL="0" marR="0" lvl="0" indent="0" algn="l" rtl="0">
              <a:spcBef>
                <a:spcPts val="0"/>
              </a:spcBef>
              <a:spcAft>
                <a:spcPts val="0"/>
              </a:spcAft>
              <a:buNone/>
            </a:pP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b="1">
                <a:solidFill>
                  <a:schemeClr val="dk1"/>
                </a:solidFill>
                <a:latin typeface="Didact Gothic" panose="00000500000000000000" charset="0"/>
                <a:ea typeface="Arial" panose="020B0604020202020204"/>
                <a:cs typeface="Didact Gothic" panose="00000500000000000000" charset="0"/>
                <a:sym typeface="Arial" panose="020B0604020202020204"/>
              </a:rPr>
              <a:t>Eficiența Traseului: </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Funcția de fitness ecompens</a:t>
            </a:r>
            <a:r>
              <a:rPr lang="en-US" sz="1200">
                <a:solidFill>
                  <a:schemeClr val="dk1"/>
                </a:solidFill>
                <a:latin typeface="Didact Gothic" panose="00000500000000000000" charset="0"/>
                <a:cs typeface="Didact Gothic" panose="00000500000000000000" charset="0"/>
              </a:rPr>
              <a:t>eaza</a:t>
            </a: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 - Traseele cele mai scurte.</a:t>
            </a: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b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br>
            <a:r>
              <a:rPr lang="en-US" sz="1200">
                <a:solidFill>
                  <a:schemeClr val="dk1"/>
                </a:solidFill>
                <a:latin typeface="Didact Gothic" panose="00000500000000000000" charset="0"/>
                <a:ea typeface="Arial" panose="020B0604020202020204"/>
                <a:cs typeface="Didact Gothic" panose="00000500000000000000" charset="0"/>
                <a:sym typeface="Arial" panose="020B0604020202020204"/>
              </a:rPr>
              <a:t>Aceste componente asigură o evaluare echilibrată, încurajând comportamente care optimizează performanța robotulu.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89"/>
          <p:cNvSpPr txBox="1">
            <a:spLocks noGrp="1"/>
          </p:cNvSpPr>
          <p:nvPr>
            <p:ph type="title"/>
          </p:nvPr>
        </p:nvSpPr>
        <p:spPr>
          <a:xfrm>
            <a:off x="713225" y="2185950"/>
            <a:ext cx="4659300" cy="189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dirty="0" err="1">
                <a:sym typeface="+mn-ea"/>
              </a:rPr>
              <a:t>Vizualizare</a:t>
            </a:r>
            <a:r>
              <a:rPr lang="en-US" sz="4800" dirty="0">
                <a:sym typeface="+mn-ea"/>
              </a:rPr>
              <a:t> </a:t>
            </a:r>
            <a:r>
              <a:rPr lang="ro-RO" sz="4800" dirty="0">
                <a:sym typeface="+mn-ea"/>
              </a:rPr>
              <a:t>S</a:t>
            </a:r>
            <a:r>
              <a:rPr lang="en-US" sz="4800" dirty="0" err="1">
                <a:sym typeface="+mn-ea"/>
              </a:rPr>
              <a:t>i</a:t>
            </a:r>
            <a:r>
              <a:rPr lang="en-US" sz="4800" dirty="0">
                <a:sym typeface="+mn-ea"/>
              </a:rPr>
              <a:t> </a:t>
            </a:r>
            <a:r>
              <a:rPr lang="en-US" sz="4800" dirty="0" err="1">
                <a:sym typeface="+mn-ea"/>
              </a:rPr>
              <a:t>analiza</a:t>
            </a:r>
            <a:endParaRPr lang="en-US" sz="4800" dirty="0">
              <a:sym typeface="+mn-ea"/>
            </a:endParaRPr>
          </a:p>
        </p:txBody>
      </p:sp>
      <p:cxnSp>
        <p:nvCxnSpPr>
          <p:cNvPr id="688" name="Google Shape;688;p89"/>
          <p:cNvCxnSpPr/>
          <p:nvPr/>
        </p:nvCxnSpPr>
        <p:spPr>
          <a:xfrm>
            <a:off x="789425" y="3760194"/>
            <a:ext cx="8838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fade">
                                      <p:cBhvr>
                                        <p:cTn id="7" dur="1000"/>
                                        <p:tgtEl>
                                          <p:spTgt spid="687"/>
                                        </p:tgtEl>
                                      </p:cBhvr>
                                    </p:animEffect>
                                  </p:childTnLst>
                                </p:cTn>
                              </p:par>
                              <p:par>
                                <p:cTn id="8" presetID="10" presetClass="entr" presetSubtype="0" fill="hold" nodeType="withEffect">
                                  <p:stCondLst>
                                    <p:cond delay="0"/>
                                  </p:stCondLst>
                                  <p:childTnLst>
                                    <p:set>
                                      <p:cBhvr>
                                        <p:cTn id="9" dur="1" fill="hold">
                                          <p:stCondLst>
                                            <p:cond delay="0"/>
                                          </p:stCondLst>
                                        </p:cTn>
                                        <p:tgtEl>
                                          <p:spTgt spid="688"/>
                                        </p:tgtEl>
                                        <p:attrNameLst>
                                          <p:attrName>style.visibility</p:attrName>
                                        </p:attrNameLst>
                                      </p:cBhvr>
                                      <p:to>
                                        <p:strVal val="visible"/>
                                      </p:to>
                                    </p:set>
                                    <p:animEffect transition="in" filter="fade">
                                      <p:cBhvr>
                                        <p:cTn id="10" dur="1000"/>
                                        <p:tgtEl>
                                          <p:spTgt spid="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10" name="Text Box 9"/>
          <p:cNvSpPr txBox="1"/>
          <p:nvPr/>
        </p:nvSpPr>
        <p:spPr>
          <a:xfrm>
            <a:off x="-304800" y="397745"/>
            <a:ext cx="4140820" cy="3754874"/>
          </a:xfrm>
          <a:prstGeom prst="rect">
            <a:avLst/>
          </a:prstGeom>
          <a:noFill/>
        </p:spPr>
        <p:txBody>
          <a:bodyPr wrap="square" rtlCol="0">
            <a:spAutoFit/>
          </a:bodyPr>
          <a:lstStyle/>
          <a:p>
            <a:pPr marL="914400" indent="-330200" algn="just">
              <a:buClr>
                <a:schemeClr val="dk1"/>
              </a:buClr>
              <a:buSzPts val="1600"/>
              <a:buChar char="➢"/>
            </a:pPr>
            <a:r>
              <a:rPr lang="en-US" b="1" dirty="0" err="1">
                <a:solidFill>
                  <a:schemeClr val="dk1"/>
                </a:solidFill>
                <a:latin typeface="Didact Gothic" panose="00000500000000000000" charset="0"/>
                <a:cs typeface="Didact Gothic" panose="00000500000000000000" charset="0"/>
                <a:sym typeface="+mn-ea"/>
              </a:rPr>
              <a:t>Vizualizarea</a:t>
            </a:r>
            <a:r>
              <a:rPr lang="en-US" b="1" dirty="0">
                <a:solidFill>
                  <a:schemeClr val="dk1"/>
                </a:solidFill>
                <a:latin typeface="Didact Gothic" panose="00000500000000000000" charset="0"/>
                <a:cs typeface="Didact Gothic" panose="00000500000000000000" charset="0"/>
                <a:sym typeface="+mn-ea"/>
              </a:rPr>
              <a:t> </a:t>
            </a:r>
            <a:r>
              <a:rPr lang="en-US" b="1" dirty="0" err="1">
                <a:solidFill>
                  <a:schemeClr val="dk1"/>
                </a:solidFill>
                <a:latin typeface="Didact Gothic" panose="00000500000000000000" charset="0"/>
                <a:cs typeface="Didact Gothic" panose="00000500000000000000" charset="0"/>
                <a:sym typeface="+mn-ea"/>
              </a:rPr>
              <a:t>rezultatelor</a:t>
            </a:r>
            <a:r>
              <a:rPr lang="en-US" dirty="0">
                <a:solidFill>
                  <a:schemeClr val="dk1"/>
                </a:solidFill>
                <a:latin typeface="Didact Gothic" panose="00000500000000000000" charset="0"/>
                <a:cs typeface="Didact Gothic" panose="00000500000000000000" charset="0"/>
                <a:sym typeface="+mn-ea"/>
              </a:rPr>
              <a:t>: </a:t>
            </a:r>
            <a:endParaRPr lang="ro-RO" dirty="0">
              <a:solidFill>
                <a:schemeClr val="dk1"/>
              </a:solidFill>
              <a:latin typeface="Didact Gothic" panose="00000500000000000000" charset="0"/>
              <a:cs typeface="Didact Gothic" panose="00000500000000000000" charset="0"/>
              <a:sym typeface="+mn-ea"/>
            </a:endParaRPr>
          </a:p>
          <a:p>
            <a:pPr marL="584200" algn="just">
              <a:buClr>
                <a:schemeClr val="dk1"/>
              </a:buClr>
              <a:buSzPts val="1600"/>
            </a:pPr>
            <a:endParaRPr lang="en-US" dirty="0">
              <a:solidFill>
                <a:schemeClr val="dk1"/>
              </a:solidFill>
              <a:latin typeface="Didact Gothic" panose="00000500000000000000" charset="0"/>
              <a:cs typeface="Didact Gothic" panose="00000500000000000000" charset="0"/>
            </a:endParaRPr>
          </a:p>
          <a:p>
            <a:pPr marL="1371600" lvl="1" indent="-330200" algn="just">
              <a:buClr>
                <a:schemeClr val="dk1"/>
              </a:buClr>
              <a:buSzPts val="1600"/>
              <a:buChar char="■"/>
            </a:pPr>
            <a:r>
              <a:rPr lang="en-US" b="1" dirty="0">
                <a:solidFill>
                  <a:schemeClr val="dk1"/>
                </a:solidFill>
                <a:latin typeface="Didact Gothic" panose="00000500000000000000" charset="0"/>
                <a:cs typeface="Didact Gothic" panose="00000500000000000000" charset="0"/>
                <a:sym typeface="+mn-ea"/>
              </a:rPr>
              <a:t>demo.py</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automatizează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mai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multe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execuții</a:t>
            </a:r>
            <a:r>
              <a:rPr lang="en-US" dirty="0">
                <a:solidFill>
                  <a:schemeClr val="dk1"/>
                </a:solidFill>
                <a:latin typeface="Didact Gothic" panose="00000500000000000000" charset="0"/>
                <a:cs typeface="Didact Gothic" panose="00000500000000000000" charset="0"/>
                <a:sym typeface="+mn-ea"/>
              </a:rPr>
              <a:t> ale </a:t>
            </a:r>
            <a:r>
              <a:rPr lang="en-US" dirty="0" err="1">
                <a:solidFill>
                  <a:schemeClr val="dk1"/>
                </a:solidFill>
                <a:latin typeface="Didact Gothic" panose="00000500000000000000" charset="0"/>
                <a:cs typeface="Didact Gothic" panose="00000500000000000000" charset="0"/>
                <a:sym typeface="+mn-ea"/>
              </a:rPr>
              <a:t>procesului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optimizare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salvând</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rezultate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generând</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grafice</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convergență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diversitate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între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execuții</a:t>
            </a:r>
            <a:r>
              <a:rPr lang="en-US" dirty="0">
                <a:solidFill>
                  <a:schemeClr val="dk1"/>
                </a:solidFill>
                <a:latin typeface="Didact Gothic" panose="00000500000000000000" charset="0"/>
                <a:cs typeface="Didact Gothic" panose="00000500000000000000" charset="0"/>
                <a:sym typeface="+mn-ea"/>
              </a:rPr>
              <a:t>.</a:t>
            </a:r>
            <a:endParaRPr lang="ro-RO" dirty="0">
              <a:solidFill>
                <a:schemeClr val="dk1"/>
              </a:solidFill>
              <a:latin typeface="Didact Gothic" panose="00000500000000000000" charset="0"/>
              <a:cs typeface="Didact Gothic" panose="00000500000000000000" charset="0"/>
              <a:sym typeface="+mn-ea"/>
            </a:endParaRPr>
          </a:p>
          <a:p>
            <a:pPr marL="1041400" lvl="1" algn="just">
              <a:buClr>
                <a:schemeClr val="dk1"/>
              </a:buClr>
              <a:buSzPts val="1600"/>
            </a:pPr>
            <a:endParaRPr lang="en-US" dirty="0">
              <a:solidFill>
                <a:schemeClr val="dk1"/>
              </a:solidFill>
              <a:latin typeface="Didact Gothic" panose="00000500000000000000" charset="0"/>
              <a:cs typeface="Didact Gothic" panose="00000500000000000000" charset="0"/>
            </a:endParaRPr>
          </a:p>
          <a:p>
            <a:pPr marL="1371600" lvl="1" indent="-330200" algn="just">
              <a:buClr>
                <a:schemeClr val="dk1"/>
              </a:buClr>
              <a:buSzPts val="1600"/>
              <a:buChar char="■"/>
            </a:pPr>
            <a:r>
              <a:rPr lang="en-US" b="1" dirty="0">
                <a:solidFill>
                  <a:schemeClr val="dk1"/>
                </a:solidFill>
                <a:latin typeface="Didact Gothic" panose="00000500000000000000" charset="0"/>
                <a:cs typeface="Didact Gothic" panose="00000500000000000000" charset="0"/>
                <a:sym typeface="+mn-ea"/>
              </a:rPr>
              <a:t>compare.py</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oferă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instrumente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pentru</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trasarea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curbelor</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convergență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diagrame</a:t>
            </a:r>
            <a:r>
              <a:rPr lang="en-US" dirty="0">
                <a:solidFill>
                  <a:schemeClr val="dk1"/>
                </a:solidFill>
                <a:latin typeface="Didact Gothic" panose="00000500000000000000" charset="0"/>
                <a:cs typeface="Didact Gothic" panose="00000500000000000000" charset="0"/>
                <a:sym typeface="+mn-ea"/>
              </a:rPr>
              <a:t> cu </a:t>
            </a:r>
            <a:r>
              <a:rPr lang="en-US" dirty="0" err="1">
                <a:solidFill>
                  <a:schemeClr val="dk1"/>
                </a:solidFill>
                <a:latin typeface="Didact Gothic" panose="00000500000000000000" charset="0"/>
                <a:cs typeface="Didact Gothic" panose="00000500000000000000" charset="0"/>
                <a:sym typeface="+mn-ea"/>
              </a:rPr>
              <a:t>casete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pentru</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compararea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performanței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algoritmilor</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arătând</a:t>
            </a:r>
            <a:r>
              <a:rPr lang="en-US" dirty="0">
                <a:solidFill>
                  <a:schemeClr val="dk1"/>
                </a:solidFill>
                <a:latin typeface="Didact Gothic" panose="00000500000000000000" charset="0"/>
                <a:cs typeface="Didact Gothic" panose="00000500000000000000" charset="0"/>
                <a:sym typeface="+mn-ea"/>
              </a:rPr>
              <a:t> media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abaterea</a:t>
            </a:r>
            <a:r>
              <a:rPr lang="en-US" dirty="0">
                <a:solidFill>
                  <a:schemeClr val="dk1"/>
                </a:solidFill>
                <a:latin typeface="Didact Gothic" panose="00000500000000000000" charset="0"/>
                <a:cs typeface="Didact Gothic" panose="00000500000000000000" charset="0"/>
                <a:sym typeface="+mn-ea"/>
              </a:rPr>
              <a:t> standard a </a:t>
            </a:r>
            <a:r>
              <a:rPr lang="en-US" dirty="0" err="1">
                <a:solidFill>
                  <a:schemeClr val="dk1"/>
                </a:solidFill>
                <a:latin typeface="Didact Gothic" panose="00000500000000000000" charset="0"/>
                <a:cs typeface="Didact Gothic" panose="00000500000000000000" charset="0"/>
                <a:sym typeface="+mn-ea"/>
              </a:rPr>
              <a:t>scorurilor</a:t>
            </a:r>
            <a:r>
              <a:rPr lang="en-US" dirty="0">
                <a:solidFill>
                  <a:schemeClr val="dk1"/>
                </a:solidFill>
                <a:latin typeface="Didact Gothic" panose="00000500000000000000" charset="0"/>
                <a:cs typeface="Didact Gothic" panose="00000500000000000000" charset="0"/>
                <a:sym typeface="+mn-ea"/>
              </a:rPr>
              <a:t> de fitness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noutate</a:t>
            </a:r>
            <a:r>
              <a:rPr lang="en-US" dirty="0">
                <a:solidFill>
                  <a:schemeClr val="dk1"/>
                </a:solidFill>
                <a:latin typeface="Didact Gothic" panose="00000500000000000000" charset="0"/>
                <a:cs typeface="Didact Gothic" panose="00000500000000000000" charset="0"/>
                <a:sym typeface="+mn-ea"/>
              </a:rPr>
              <a:t>.</a:t>
            </a:r>
          </a:p>
          <a:p>
            <a:pPr marL="1371600" lvl="1" indent="-330200" algn="just">
              <a:buClr>
                <a:schemeClr val="dk1"/>
              </a:buClr>
              <a:buSzPts val="1600"/>
              <a:buChar char="■"/>
            </a:pPr>
            <a:endParaRPr lang="en-US" dirty="0">
              <a:solidFill>
                <a:schemeClr val="dk1"/>
              </a:solidFill>
              <a:latin typeface="Didact Gothic" panose="00000500000000000000" charset="0"/>
              <a:cs typeface="Didact Gothic" panose="00000500000000000000" charset="0"/>
              <a:sym typeface="+mn-ea"/>
            </a:endParaRPr>
          </a:p>
          <a:p>
            <a:pPr marL="1041400" lvl="2" algn="just">
              <a:buClr>
                <a:schemeClr val="dk1"/>
              </a:buClr>
              <a:buSzPts val="1600"/>
            </a:pPr>
            <a:endParaRPr lang="en-US" dirty="0">
              <a:solidFill>
                <a:schemeClr val="dk1"/>
              </a:solidFill>
              <a:latin typeface="Didact Gothic" panose="00000500000000000000" charset="0"/>
              <a:cs typeface="Didact Gothic" panose="00000500000000000000" charset="0"/>
            </a:endParaRPr>
          </a:p>
        </p:txBody>
      </p:sp>
      <p:pic>
        <p:nvPicPr>
          <p:cNvPr id="5" name="Picture 4">
            <a:extLst>
              <a:ext uri="{FF2B5EF4-FFF2-40B4-BE49-F238E27FC236}">
                <a16:creationId xmlns:a16="http://schemas.microsoft.com/office/drawing/2014/main" id="{6CF3617F-DCA9-2952-5778-F1313CCE2D66}"/>
              </a:ext>
            </a:extLst>
          </p:cNvPr>
          <p:cNvPicPr>
            <a:picLocks noChangeAspect="1"/>
          </p:cNvPicPr>
          <p:nvPr/>
        </p:nvPicPr>
        <p:blipFill>
          <a:blip r:embed="rId3"/>
          <a:srcRect l="2125" r="2266"/>
          <a:stretch/>
        </p:blipFill>
        <p:spPr>
          <a:xfrm>
            <a:off x="3960645" y="361712"/>
            <a:ext cx="4985489" cy="1645508"/>
          </a:xfrm>
          <a:prstGeom prst="rect">
            <a:avLst/>
          </a:prstGeom>
        </p:spPr>
      </p:pic>
      <p:pic>
        <p:nvPicPr>
          <p:cNvPr id="7" name="Picture 6">
            <a:extLst>
              <a:ext uri="{FF2B5EF4-FFF2-40B4-BE49-F238E27FC236}">
                <a16:creationId xmlns:a16="http://schemas.microsoft.com/office/drawing/2014/main" id="{6C548891-4D56-18CB-E257-78B8B51AB8F3}"/>
              </a:ext>
            </a:extLst>
          </p:cNvPr>
          <p:cNvPicPr>
            <a:picLocks noChangeAspect="1"/>
          </p:cNvPicPr>
          <p:nvPr/>
        </p:nvPicPr>
        <p:blipFill>
          <a:blip r:embed="rId4"/>
          <a:stretch>
            <a:fillRect/>
          </a:stretch>
        </p:blipFill>
        <p:spPr>
          <a:xfrm>
            <a:off x="3836020" y="2246870"/>
            <a:ext cx="5181600" cy="27638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9">
          <a:extLst>
            <a:ext uri="{FF2B5EF4-FFF2-40B4-BE49-F238E27FC236}">
              <a16:creationId xmlns:a16="http://schemas.microsoft.com/office/drawing/2014/main" id="{066F3575-5371-04BD-D21D-9A45500F45E2}"/>
            </a:ext>
          </a:extLst>
        </p:cNvPr>
        <p:cNvGrpSpPr/>
        <p:nvPr/>
      </p:nvGrpSpPr>
      <p:grpSpPr>
        <a:xfrm>
          <a:off x="0" y="0"/>
          <a:ext cx="0" cy="0"/>
          <a:chOff x="0" y="0"/>
          <a:chExt cx="0" cy="0"/>
        </a:xfrm>
      </p:grpSpPr>
      <p:sp>
        <p:nvSpPr>
          <p:cNvPr id="10" name="Text Box 9">
            <a:extLst>
              <a:ext uri="{FF2B5EF4-FFF2-40B4-BE49-F238E27FC236}">
                <a16:creationId xmlns:a16="http://schemas.microsoft.com/office/drawing/2014/main" id="{FA6F181C-7A07-2ED7-F2B3-377E67EC71EE}"/>
              </a:ext>
            </a:extLst>
          </p:cNvPr>
          <p:cNvSpPr txBox="1"/>
          <p:nvPr/>
        </p:nvSpPr>
        <p:spPr>
          <a:xfrm>
            <a:off x="0" y="802640"/>
            <a:ext cx="7759700" cy="2246769"/>
          </a:xfrm>
          <a:prstGeom prst="rect">
            <a:avLst/>
          </a:prstGeom>
          <a:noFill/>
        </p:spPr>
        <p:txBody>
          <a:bodyPr wrap="square" rtlCol="0">
            <a:spAutoFit/>
          </a:bodyPr>
          <a:lstStyle/>
          <a:p>
            <a:pPr marL="914400" lvl="1" indent="-330200" algn="just" rtl="0">
              <a:spcBef>
                <a:spcPts val="0"/>
              </a:spcBef>
              <a:spcAft>
                <a:spcPts val="0"/>
              </a:spcAft>
              <a:buClr>
                <a:schemeClr val="dk1"/>
              </a:buClr>
              <a:buSzPts val="1600"/>
              <a:buChar char="➢"/>
            </a:pPr>
            <a:r>
              <a:rPr lang="en-US" b="1" dirty="0" err="1">
                <a:solidFill>
                  <a:schemeClr val="dk1"/>
                </a:solidFill>
                <a:latin typeface="Didact Gothic" panose="00000500000000000000" charset="0"/>
                <a:cs typeface="Didact Gothic" panose="00000500000000000000" charset="0"/>
                <a:sym typeface="+mn-ea"/>
              </a:rPr>
              <a:t>Generare</a:t>
            </a:r>
            <a:r>
              <a:rPr lang="en-US" b="1" dirty="0">
                <a:solidFill>
                  <a:schemeClr val="dk1"/>
                </a:solidFill>
                <a:latin typeface="Didact Gothic" panose="00000500000000000000" charset="0"/>
                <a:cs typeface="Didact Gothic" panose="00000500000000000000" charset="0"/>
                <a:sym typeface="+mn-ea"/>
              </a:rPr>
              <a:t> de </a:t>
            </a:r>
            <a:r>
              <a:rPr lang="en-US" b="1" dirty="0" err="1">
                <a:solidFill>
                  <a:schemeClr val="dk1"/>
                </a:solidFill>
                <a:latin typeface="Didact Gothic" panose="00000500000000000000" charset="0"/>
                <a:cs typeface="Didact Gothic" panose="00000500000000000000" charset="0"/>
                <a:sym typeface="+mn-ea"/>
              </a:rPr>
              <a:t>imagini</a:t>
            </a:r>
            <a:r>
              <a:rPr lang="en-US" dirty="0">
                <a:solidFill>
                  <a:schemeClr val="dk1"/>
                </a:solidFill>
                <a:latin typeface="Didact Gothic" panose="00000500000000000000" charset="0"/>
                <a:cs typeface="Didact Gothic" panose="00000500000000000000" charset="0"/>
                <a:sym typeface="+mn-ea"/>
              </a:rPr>
              <a:t>: </a:t>
            </a:r>
            <a:r>
              <a:rPr lang="en-US" b="1" dirty="0">
                <a:solidFill>
                  <a:schemeClr val="dk1"/>
                </a:solidFill>
                <a:latin typeface="Didact Gothic" panose="00000500000000000000" charset="0"/>
                <a:cs typeface="Didact Gothic" panose="00000500000000000000" charset="0"/>
                <a:sym typeface="+mn-ea"/>
              </a:rPr>
              <a:t>save_tcs_images.py</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generează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reprezentări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vizuale</a:t>
            </a:r>
            <a:r>
              <a:rPr lang="en-US" dirty="0">
                <a:solidFill>
                  <a:schemeClr val="dk1"/>
                </a:solidFill>
                <a:latin typeface="Didact Gothic" panose="00000500000000000000" charset="0"/>
                <a:cs typeface="Didact Gothic" panose="00000500000000000000" charset="0"/>
                <a:sym typeface="+mn-ea"/>
              </a:rPr>
              <a:t> ale </a:t>
            </a:r>
            <a:r>
              <a:rPr lang="en-US" dirty="0" err="1">
                <a:solidFill>
                  <a:schemeClr val="dk1"/>
                </a:solidFill>
                <a:latin typeface="Didact Gothic" panose="00000500000000000000" charset="0"/>
                <a:cs typeface="Didact Gothic" panose="00000500000000000000" charset="0"/>
                <a:sym typeface="+mn-ea"/>
              </a:rPr>
              <a:t>cazurilor</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testare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arătând</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calea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vehiculului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în</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raport</a:t>
            </a:r>
            <a:r>
              <a:rPr lang="en-US" dirty="0">
                <a:solidFill>
                  <a:schemeClr val="dk1"/>
                </a:solidFill>
                <a:latin typeface="Didact Gothic" panose="00000500000000000000" charset="0"/>
                <a:cs typeface="Didact Gothic" panose="00000500000000000000" charset="0"/>
                <a:sym typeface="+mn-ea"/>
              </a:rPr>
              <a:t> cu </a:t>
            </a:r>
            <a:r>
              <a:rPr lang="en-US" dirty="0" err="1">
                <a:solidFill>
                  <a:schemeClr val="dk1"/>
                </a:solidFill>
                <a:latin typeface="Didact Gothic" panose="00000500000000000000" charset="0"/>
                <a:cs typeface="Didact Gothic" panose="00000500000000000000" charset="0"/>
                <a:sym typeface="+mn-ea"/>
              </a:rPr>
              <a:t>aspectul</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drumului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obstacole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Această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caracteristică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oferă</a:t>
            </a:r>
            <a:r>
              <a:rPr lang="en-US" dirty="0">
                <a:solidFill>
                  <a:schemeClr val="dk1"/>
                </a:solidFill>
                <a:latin typeface="Didact Gothic" panose="00000500000000000000" charset="0"/>
                <a:cs typeface="Didact Gothic" panose="00000500000000000000" charset="0"/>
                <a:sym typeface="+mn-ea"/>
              </a:rPr>
              <a:t> o </a:t>
            </a:r>
            <a:r>
              <a:rPr lang="en-US" dirty="0" err="1">
                <a:solidFill>
                  <a:schemeClr val="dk1"/>
                </a:solidFill>
                <a:latin typeface="Didact Gothic" panose="00000500000000000000" charset="0"/>
                <a:cs typeface="Didact Gothic" panose="00000500000000000000" charset="0"/>
                <a:sym typeface="+mn-ea"/>
              </a:rPr>
              <a:t>modalitate</a:t>
            </a:r>
            <a:r>
              <a:rPr lang="en-US" dirty="0">
                <a:solidFill>
                  <a:schemeClr val="dk1"/>
                </a:solidFill>
                <a:latin typeface="Didact Gothic" panose="00000500000000000000" charset="0"/>
                <a:cs typeface="Didact Gothic" panose="00000500000000000000" charset="0"/>
                <a:sym typeface="+mn-ea"/>
              </a:rPr>
              <a:t> de a </a:t>
            </a:r>
            <a:r>
              <a:rPr lang="en-US" dirty="0" err="1">
                <a:solidFill>
                  <a:schemeClr val="dk1"/>
                </a:solidFill>
                <a:latin typeface="Didact Gothic" panose="00000500000000000000" charset="0"/>
                <a:cs typeface="Didact Gothic" panose="00000500000000000000" charset="0"/>
                <a:sym typeface="+mn-ea"/>
              </a:rPr>
              <a:t>inspecta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vizual</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scenariile</a:t>
            </a:r>
            <a:r>
              <a:rPr lang="en-US" dirty="0">
                <a:solidFill>
                  <a:schemeClr val="dk1"/>
                </a:solidFill>
                <a:latin typeface="Didact Gothic" panose="00000500000000000000" charset="0"/>
                <a:cs typeface="Didact Gothic" panose="00000500000000000000" charset="0"/>
                <a:sym typeface="+mn-ea"/>
              </a:rPr>
              <a:t>.</a:t>
            </a:r>
            <a:endParaRPr dirty="0">
              <a:solidFill>
                <a:schemeClr val="dk1"/>
              </a:solidFill>
              <a:latin typeface="Didact Gothic" panose="00000500000000000000" charset="0"/>
              <a:cs typeface="Didact Gothic" panose="00000500000000000000" charset="0"/>
            </a:endParaRPr>
          </a:p>
          <a:p>
            <a:pPr marL="914400" lvl="1" indent="-330200" algn="just" rtl="0">
              <a:spcBef>
                <a:spcPts val="0"/>
              </a:spcBef>
              <a:spcAft>
                <a:spcPts val="0"/>
              </a:spcAft>
              <a:buClr>
                <a:schemeClr val="dk1"/>
              </a:buClr>
              <a:buSzPts val="1600"/>
              <a:buChar char="➢"/>
            </a:pPr>
            <a:r>
              <a:rPr lang="en-US" b="1" dirty="0" err="1">
                <a:solidFill>
                  <a:schemeClr val="dk1"/>
                </a:solidFill>
                <a:latin typeface="Didact Gothic" panose="00000500000000000000" charset="0"/>
                <a:cs typeface="Didact Gothic" panose="00000500000000000000" charset="0"/>
                <a:sym typeface="+mn-ea"/>
              </a:rPr>
              <a:t>Înregistrarea</a:t>
            </a:r>
            <a:r>
              <a:rPr lang="en-US" b="1" dirty="0">
                <a:solidFill>
                  <a:schemeClr val="dk1"/>
                </a:solidFill>
                <a:latin typeface="Didact Gothic" panose="00000500000000000000" charset="0"/>
                <a:cs typeface="Didact Gothic" panose="00000500000000000000" charset="0"/>
                <a:sym typeface="+mn-ea"/>
              </a:rPr>
              <a:t> </a:t>
            </a:r>
            <a:r>
              <a:rPr lang="en-US" b="1" dirty="0" err="1">
                <a:solidFill>
                  <a:schemeClr val="dk1"/>
                </a:solidFill>
                <a:latin typeface="Didact Gothic" panose="00000500000000000000" charset="0"/>
                <a:cs typeface="Didact Gothic" panose="00000500000000000000" charset="0"/>
                <a:sym typeface="+mn-ea"/>
              </a:rPr>
              <a:t>și</a:t>
            </a:r>
            <a:r>
              <a:rPr lang="en-US" b="1" dirty="0">
                <a:solidFill>
                  <a:schemeClr val="dk1"/>
                </a:solidFill>
                <a:latin typeface="Didact Gothic" panose="00000500000000000000" charset="0"/>
                <a:cs typeface="Didact Gothic" panose="00000500000000000000" charset="0"/>
                <a:sym typeface="+mn-ea"/>
              </a:rPr>
              <a:t> </a:t>
            </a:r>
            <a:r>
              <a:rPr lang="en-US" b="1" dirty="0" err="1">
                <a:solidFill>
                  <a:schemeClr val="dk1"/>
                </a:solidFill>
                <a:latin typeface="Didact Gothic" panose="00000500000000000000" charset="0"/>
                <a:cs typeface="Didact Gothic" panose="00000500000000000000" charset="0"/>
                <a:sym typeface="+mn-ea"/>
              </a:rPr>
              <a:t>stocarea</a:t>
            </a:r>
            <a:r>
              <a:rPr lang="en-US" b="1" dirty="0">
                <a:solidFill>
                  <a:schemeClr val="dk1"/>
                </a:solidFill>
                <a:latin typeface="Didact Gothic" panose="00000500000000000000" charset="0"/>
                <a:cs typeface="Didact Gothic" panose="00000500000000000000" charset="0"/>
                <a:sym typeface="+mn-ea"/>
              </a:rPr>
              <a:t> </a:t>
            </a:r>
            <a:r>
              <a:rPr lang="en-US" b="1" dirty="0" err="1">
                <a:solidFill>
                  <a:schemeClr val="dk1"/>
                </a:solidFill>
                <a:latin typeface="Didact Gothic" panose="00000500000000000000" charset="0"/>
                <a:cs typeface="Didact Gothic" panose="00000500000000000000" charset="0"/>
                <a:sym typeface="+mn-ea"/>
              </a:rPr>
              <a:t>datelor</a:t>
            </a:r>
            <a:r>
              <a:rPr lang="en-US" dirty="0">
                <a:solidFill>
                  <a:schemeClr val="dk1"/>
                </a:solidFill>
                <a:latin typeface="Didact Gothic" panose="00000500000000000000" charset="0"/>
                <a:cs typeface="Didact Gothic" panose="00000500000000000000" charset="0"/>
                <a:sym typeface="+mn-ea"/>
              </a:rPr>
              <a:t>:</a:t>
            </a:r>
            <a:endParaRPr dirty="0">
              <a:solidFill>
                <a:schemeClr val="dk1"/>
              </a:solidFill>
              <a:latin typeface="Didact Gothic" panose="00000500000000000000" charset="0"/>
              <a:cs typeface="Didact Gothic" panose="00000500000000000000" charset="0"/>
            </a:endParaRPr>
          </a:p>
          <a:p>
            <a:pPr marL="1371600" lvl="2" indent="-330200" algn="just" rtl="0">
              <a:spcBef>
                <a:spcPts val="0"/>
              </a:spcBef>
              <a:spcAft>
                <a:spcPts val="0"/>
              </a:spcAft>
              <a:buClr>
                <a:schemeClr val="dk1"/>
              </a:buClr>
              <a:buSzPts val="1600"/>
              <a:buChar char="■"/>
            </a:pPr>
            <a:r>
              <a:rPr lang="en-US" b="1" dirty="0" err="1">
                <a:solidFill>
                  <a:schemeClr val="dk1"/>
                </a:solidFill>
                <a:latin typeface="Didact Gothic" panose="00000500000000000000" charset="0"/>
                <a:cs typeface="Didact Gothic" panose="00000500000000000000" charset="0"/>
                <a:sym typeface="+mn-ea"/>
              </a:rPr>
              <a:t>Înregistrare</a:t>
            </a:r>
            <a:r>
              <a:rPr lang="en-US" dirty="0">
                <a:solidFill>
                  <a:schemeClr val="dk1"/>
                </a:solidFill>
                <a:latin typeface="Didact Gothic" panose="00000500000000000000" charset="0"/>
                <a:cs typeface="Didact Gothic" panose="00000500000000000000" charset="0"/>
                <a:sym typeface="+mn-ea"/>
              </a:rPr>
              <a:t>: </a:t>
            </a:r>
            <a:r>
              <a:rPr lang="en-US" b="1" dirty="0">
                <a:solidFill>
                  <a:schemeClr val="dk1"/>
                </a:solidFill>
                <a:latin typeface="Didact Gothic" panose="00000500000000000000" charset="0"/>
                <a:cs typeface="Didact Gothic" panose="00000500000000000000" charset="0"/>
                <a:sym typeface="+mn-ea"/>
              </a:rPr>
              <a:t>logs.txt</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inregistreaza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jurnalele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detaliate</a:t>
            </a:r>
            <a:r>
              <a:rPr lang="en-US" dirty="0">
                <a:solidFill>
                  <a:schemeClr val="dk1"/>
                </a:solidFill>
                <a:latin typeface="Didact Gothic" panose="00000500000000000000" charset="0"/>
                <a:cs typeface="Didact Gothic" panose="00000500000000000000" charset="0"/>
                <a:sym typeface="+mn-ea"/>
              </a:rPr>
              <a:t> ale </a:t>
            </a:r>
            <a:r>
              <a:rPr lang="en-US" dirty="0" err="1">
                <a:solidFill>
                  <a:schemeClr val="dk1"/>
                </a:solidFill>
                <a:latin typeface="Didact Gothic" panose="00000500000000000000" charset="0"/>
                <a:cs typeface="Didact Gothic" panose="00000500000000000000" charset="0"/>
                <a:sym typeface="+mn-ea"/>
              </a:rPr>
              <a:t>fiecărei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executări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optimizare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inclusiv</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timpii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execuție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cele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mai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bune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scoruri</a:t>
            </a:r>
            <a:r>
              <a:rPr lang="en-US" dirty="0">
                <a:solidFill>
                  <a:schemeClr val="dk1"/>
                </a:solidFill>
                <a:latin typeface="Didact Gothic" panose="00000500000000000000" charset="0"/>
                <a:cs typeface="Didact Gothic" panose="00000500000000000000" charset="0"/>
                <a:sym typeface="+mn-ea"/>
              </a:rPr>
              <a:t> de fitness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scoruri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noutate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oferind</a:t>
            </a:r>
            <a:r>
              <a:rPr lang="en-US" dirty="0">
                <a:solidFill>
                  <a:schemeClr val="dk1"/>
                </a:solidFill>
                <a:latin typeface="Didact Gothic" panose="00000500000000000000" charset="0"/>
                <a:cs typeface="Didact Gothic" panose="00000500000000000000" charset="0"/>
                <a:sym typeface="+mn-ea"/>
              </a:rPr>
              <a:t> un </a:t>
            </a:r>
            <a:r>
              <a:rPr lang="en-US" dirty="0" err="1">
                <a:solidFill>
                  <a:schemeClr val="dk1"/>
                </a:solidFill>
                <a:latin typeface="Didact Gothic" panose="00000500000000000000" charset="0"/>
                <a:cs typeface="Didact Gothic" panose="00000500000000000000" charset="0"/>
                <a:sym typeface="+mn-ea"/>
              </a:rPr>
              <a:t>istoric</a:t>
            </a:r>
            <a:r>
              <a:rPr lang="en-US" dirty="0">
                <a:solidFill>
                  <a:schemeClr val="dk1"/>
                </a:solidFill>
                <a:latin typeface="Didact Gothic" panose="00000500000000000000" charset="0"/>
                <a:cs typeface="Didact Gothic" panose="00000500000000000000" charset="0"/>
                <a:sym typeface="+mn-ea"/>
              </a:rPr>
              <a:t> al </a:t>
            </a:r>
            <a:r>
              <a:rPr lang="en-US" dirty="0" err="1">
                <a:solidFill>
                  <a:schemeClr val="dk1"/>
                </a:solidFill>
                <a:latin typeface="Didact Gothic" panose="00000500000000000000" charset="0"/>
                <a:cs typeface="Didact Gothic" panose="00000500000000000000" charset="0"/>
                <a:sym typeface="+mn-ea"/>
              </a:rPr>
              <a:t>activităților</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optimizare</a:t>
            </a:r>
            <a:r>
              <a:rPr lang="en-US" dirty="0">
                <a:solidFill>
                  <a:schemeClr val="dk1"/>
                </a:solidFill>
                <a:latin typeface="Didact Gothic" panose="00000500000000000000" charset="0"/>
                <a:cs typeface="Didact Gothic" panose="00000500000000000000" charset="0"/>
                <a:sym typeface="+mn-ea"/>
              </a:rPr>
              <a:t>.</a:t>
            </a:r>
            <a:endParaRPr dirty="0">
              <a:solidFill>
                <a:schemeClr val="dk1"/>
              </a:solidFill>
              <a:latin typeface="Didact Gothic" panose="00000500000000000000" charset="0"/>
              <a:cs typeface="Didact Gothic" panose="00000500000000000000" charset="0"/>
            </a:endParaRPr>
          </a:p>
          <a:p>
            <a:pPr marL="1371600" lvl="2" indent="-330200" algn="just" rtl="0">
              <a:spcBef>
                <a:spcPts val="0"/>
              </a:spcBef>
              <a:spcAft>
                <a:spcPts val="0"/>
              </a:spcAft>
              <a:buClr>
                <a:schemeClr val="dk1"/>
              </a:buClr>
              <a:buSzPts val="1600"/>
              <a:buChar char="■"/>
            </a:pPr>
            <a:r>
              <a:rPr lang="en-US" b="1" dirty="0" err="1">
                <a:solidFill>
                  <a:schemeClr val="dk1"/>
                </a:solidFill>
                <a:latin typeface="Didact Gothic" panose="00000500000000000000" charset="0"/>
                <a:cs typeface="Didact Gothic" panose="00000500000000000000" charset="0"/>
                <a:sym typeface="+mn-ea"/>
              </a:rPr>
              <a:t>Organizarea</a:t>
            </a:r>
            <a:r>
              <a:rPr lang="en-US" b="1" dirty="0">
                <a:solidFill>
                  <a:schemeClr val="dk1"/>
                </a:solidFill>
                <a:latin typeface="Didact Gothic" panose="00000500000000000000" charset="0"/>
                <a:cs typeface="Didact Gothic" panose="00000500000000000000" charset="0"/>
                <a:sym typeface="+mn-ea"/>
              </a:rPr>
              <a:t> </a:t>
            </a:r>
            <a:r>
              <a:rPr lang="en-US" b="1" dirty="0" err="1">
                <a:solidFill>
                  <a:schemeClr val="dk1"/>
                </a:solidFill>
                <a:latin typeface="Didact Gothic" panose="00000500000000000000" charset="0"/>
                <a:cs typeface="Didact Gothic" panose="00000500000000000000" charset="0"/>
                <a:sym typeface="+mn-ea"/>
              </a:rPr>
              <a:t>fișierelor</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Toate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rezultatele</a:t>
            </a:r>
            <a:r>
              <a:rPr lang="en-US" dirty="0">
                <a:solidFill>
                  <a:schemeClr val="dk1"/>
                </a:solidFill>
                <a:latin typeface="Didact Gothic" panose="00000500000000000000" charset="0"/>
                <a:cs typeface="Didact Gothic" panose="00000500000000000000" charset="0"/>
                <a:sym typeface="+mn-ea"/>
              </a:rPr>
              <a:t> sunt </a:t>
            </a:r>
            <a:r>
              <a:rPr lang="en-US" dirty="0" err="1">
                <a:solidFill>
                  <a:schemeClr val="dk1"/>
                </a:solidFill>
                <a:latin typeface="Didact Gothic" panose="00000500000000000000" charset="0"/>
                <a:cs typeface="Didact Gothic" panose="00000500000000000000" charset="0"/>
                <a:sym typeface="+mn-ea"/>
              </a:rPr>
              <a:t>salvate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în</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foldere</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datate</a:t>
            </a:r>
            <a:r>
              <a:rPr lang="en-US" dirty="0">
                <a:solidFill>
                  <a:schemeClr val="dk1"/>
                </a:solidFill>
                <a:latin typeface="Didact Gothic" panose="00000500000000000000" charset="0"/>
                <a:cs typeface="Didact Gothic" panose="00000500000000000000" charset="0"/>
                <a:sym typeface="+mn-ea"/>
              </a:rPr>
              <a:t> cu </a:t>
            </a:r>
            <a:r>
              <a:rPr lang="en-US" dirty="0" err="1">
                <a:solidFill>
                  <a:schemeClr val="dk1"/>
                </a:solidFill>
                <a:latin typeface="Didact Gothic" panose="00000500000000000000" charset="0"/>
                <a:cs typeface="Didact Gothic" panose="00000500000000000000" charset="0"/>
                <a:sym typeface="+mn-ea"/>
              </a:rPr>
              <a:t>algoritmi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corespunzători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exemplu</a:t>
            </a:r>
            <a:r>
              <a:rPr lang="en-US" dirty="0">
                <a:solidFill>
                  <a:schemeClr val="dk1"/>
                </a:solidFill>
                <a:latin typeface="Didact Gothic" panose="00000500000000000000" charset="0"/>
                <a:cs typeface="Didact Gothic" panose="00000500000000000000" charset="0"/>
                <a:sym typeface="+mn-ea"/>
              </a:rPr>
              <a:t>, NSGA-II), </a:t>
            </a:r>
            <a:r>
              <a:rPr lang="en-US" dirty="0" err="1">
                <a:solidFill>
                  <a:schemeClr val="dk1"/>
                </a:solidFill>
                <a:latin typeface="Didact Gothic" panose="00000500000000000000" charset="0"/>
                <a:cs typeface="Didact Gothic" panose="00000500000000000000" charset="0"/>
                <a:sym typeface="+mn-ea"/>
              </a:rPr>
              <a:t>ceea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ce</a:t>
            </a:r>
            <a:r>
              <a:rPr lang="en-US" dirty="0">
                <a:solidFill>
                  <a:schemeClr val="dk1"/>
                </a:solidFill>
                <a:latin typeface="Didact Gothic" panose="00000500000000000000" charset="0"/>
                <a:cs typeface="Didact Gothic" panose="00000500000000000000" charset="0"/>
                <a:sym typeface="+mn-ea"/>
              </a:rPr>
              <a:t> face </a:t>
            </a:r>
            <a:r>
              <a:rPr lang="en-US" dirty="0" err="1">
                <a:solidFill>
                  <a:schemeClr val="dk1"/>
                </a:solidFill>
                <a:latin typeface="Didact Gothic" panose="00000500000000000000" charset="0"/>
                <a:cs typeface="Didact Gothic" panose="00000500000000000000" charset="0"/>
                <a:sym typeface="+mn-ea"/>
              </a:rPr>
              <a:t>ușoară</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recuperarea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și</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compararea</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diferitelor</a:t>
            </a:r>
            <a:r>
              <a:rPr lang="en-US" dirty="0">
                <a:solidFill>
                  <a:schemeClr val="dk1"/>
                </a:solidFill>
                <a:latin typeface="Didact Gothic" panose="00000500000000000000" charset="0"/>
                <a:cs typeface="Didact Gothic" panose="00000500000000000000" charset="0"/>
                <a:sym typeface="+mn-ea"/>
              </a:rPr>
              <a:t> </a:t>
            </a:r>
            <a:r>
              <a:rPr lang="en-US" dirty="0" err="1">
                <a:solidFill>
                  <a:schemeClr val="dk1"/>
                </a:solidFill>
                <a:latin typeface="Didact Gothic" panose="00000500000000000000" charset="0"/>
                <a:cs typeface="Didact Gothic" panose="00000500000000000000" charset="0"/>
                <a:sym typeface="+mn-ea"/>
              </a:rPr>
              <a:t>rulări</a:t>
            </a:r>
            <a:r>
              <a:rPr lang="en-US" dirty="0">
                <a:solidFill>
                  <a:schemeClr val="dk1"/>
                </a:solidFill>
                <a:latin typeface="Didact Gothic" panose="00000500000000000000" charset="0"/>
                <a:cs typeface="Didact Gothic" panose="00000500000000000000" charset="0"/>
                <a:sym typeface="+mn-ea"/>
              </a:rPr>
              <a:t> de </a:t>
            </a:r>
            <a:r>
              <a:rPr lang="en-US" dirty="0" err="1">
                <a:solidFill>
                  <a:schemeClr val="dk1"/>
                </a:solidFill>
                <a:latin typeface="Didact Gothic" panose="00000500000000000000" charset="0"/>
                <a:cs typeface="Didact Gothic" panose="00000500000000000000" charset="0"/>
                <a:sym typeface="+mn-ea"/>
              </a:rPr>
              <a:t>testare</a:t>
            </a:r>
            <a:r>
              <a:rPr lang="en-US" dirty="0">
                <a:solidFill>
                  <a:schemeClr val="dk1"/>
                </a:solidFill>
                <a:latin typeface="Didact Gothic" panose="00000500000000000000" charset="0"/>
                <a:cs typeface="Didact Gothic" panose="00000500000000000000" charset="0"/>
                <a:sym typeface="+mn-ea"/>
              </a:rPr>
              <a:t>.</a:t>
            </a:r>
            <a:endParaRPr lang="en-US" dirty="0">
              <a:latin typeface="Didact Gothic" panose="00000500000000000000" charset="0"/>
              <a:cs typeface="Didact Gothic" panose="00000500000000000000" charset="0"/>
            </a:endParaRPr>
          </a:p>
        </p:txBody>
      </p:sp>
    </p:spTree>
    <p:extLst>
      <p:ext uri="{BB962C8B-B14F-4D97-AF65-F5344CB8AC3E}">
        <p14:creationId xmlns:p14="http://schemas.microsoft.com/office/powerpoint/2010/main" val="1797291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24"/>
        <p:cNvGrpSpPr/>
        <p:nvPr/>
      </p:nvGrpSpPr>
      <p:grpSpPr>
        <a:xfrm>
          <a:off x="0" y="0"/>
          <a:ext cx="0" cy="0"/>
          <a:chOff x="0" y="0"/>
          <a:chExt cx="0" cy="0"/>
        </a:xfrm>
      </p:grpSpPr>
      <p:pic>
        <p:nvPicPr>
          <p:cNvPr id="137" name="Google Shape;137;p3"/>
          <p:cNvPicPr preferRelativeResize="0">
            <a:picLocks noGrp="1"/>
          </p:cNvPicPr>
          <p:nvPr>
            <p:ph type="body" idx="4294967295"/>
          </p:nvPr>
        </p:nvPicPr>
        <p:blipFill rotWithShape="1">
          <a:blip r:embed="rId3"/>
          <a:srcRect/>
          <a:stretch>
            <a:fillRect/>
          </a:stretch>
        </p:blipFill>
        <p:spPr>
          <a:xfrm>
            <a:off x="1908150" y="678244"/>
            <a:ext cx="6005025" cy="3938850"/>
          </a:xfrm>
          <a:prstGeom prst="rect">
            <a:avLst/>
          </a:prstGeom>
          <a:noFill/>
          <a:ln w="38100" cap="flat" cmpd="sng">
            <a:solidFill>
              <a:srgbClr val="000000"/>
            </a:solidFill>
            <a:prstDash val="solid"/>
            <a:round/>
            <a:headEnd type="none" w="sm" len="sm"/>
            <a:tailEnd type="none" w="sm" len="sm"/>
          </a:ln>
        </p:spPr>
      </p:pic>
      <p:sp>
        <p:nvSpPr>
          <p:cNvPr id="138" name="Google Shape;138;p3"/>
          <p:cNvSpPr txBox="1"/>
          <p:nvPr/>
        </p:nvSpPr>
        <p:spPr>
          <a:xfrm>
            <a:off x="992789" y="262596"/>
            <a:ext cx="7837425" cy="488025"/>
          </a:xfrm>
          <a:prstGeom prst="rect">
            <a:avLst/>
          </a:prstGeom>
          <a:noFill/>
          <a:ln>
            <a:noFill/>
          </a:ln>
        </p:spPr>
        <p:txBody>
          <a:bodyPr wrap="square" lIns="68568" tIns="34275" rIns="68568" bIns="3427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hlink"/>
              </a:buClr>
              <a:buSzPts val="2700"/>
              <a:buFont typeface="Julius Sans One" panose="02000000000000000000"/>
              <a:buNone/>
              <a:defRPr sz="27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1pPr>
            <a:lvl2pPr marR="0" lvl="1"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2pPr>
            <a:lvl3pPr marR="0" lvl="2"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3pPr>
            <a:lvl4pPr marR="0" lvl="3"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4pPr>
            <a:lvl5pPr marR="0" lvl="4"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5pPr>
            <a:lvl6pPr marR="0" lvl="5"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6pPr>
            <a:lvl7pPr marR="0" lvl="6"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7pPr>
            <a:lvl8pPr marR="0" lvl="7"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8pPr>
            <a:lvl9pPr marR="0" lvl="8" algn="l" rtl="0">
              <a:lnSpc>
                <a:spcPct val="100000"/>
              </a:lnSpc>
              <a:spcBef>
                <a:spcPts val="0"/>
              </a:spcBef>
              <a:spcAft>
                <a:spcPts val="0"/>
              </a:spcAft>
              <a:buClr>
                <a:schemeClr val="hlink"/>
              </a:buClr>
              <a:buSzPts val="3000"/>
              <a:buFont typeface="Julius Sans One" panose="02000000000000000000"/>
              <a:buNone/>
              <a:defRPr sz="3000" b="0" i="0" u="none" strike="noStrike" cap="none">
                <a:solidFill>
                  <a:schemeClr val="hlink"/>
                </a:solidFill>
                <a:latin typeface="Julius Sans One" panose="02000000000000000000"/>
                <a:ea typeface="Julius Sans One" panose="02000000000000000000"/>
                <a:cs typeface="Julius Sans One" panose="02000000000000000000"/>
                <a:sym typeface="Julius Sans One" panose="02000000000000000000"/>
              </a:defRPr>
            </a:lvl9pPr>
          </a:lstStyle>
          <a:p>
            <a:pPr marL="0" lvl="0" indent="0" algn="l" rtl="0">
              <a:lnSpc>
                <a:spcPct val="120000"/>
              </a:lnSpc>
              <a:spcBef>
                <a:spcPts val="0"/>
              </a:spcBef>
              <a:spcAft>
                <a:spcPts val="0"/>
              </a:spcAft>
              <a:buClr>
                <a:schemeClr val="dk2"/>
              </a:buClr>
              <a:buSzPts val="1600"/>
              <a:buFont typeface="Arial" panose="020B0604020202020204"/>
              <a:buNone/>
            </a:pPr>
            <a:r>
              <a:rPr lang="en-US" sz="1200" b="1">
                <a:latin typeface="Didact Gothic" panose="00000500000000000000" charset="0"/>
                <a:ea typeface="Arial" panose="020B0604020202020204"/>
                <a:cs typeface="Didact Gothic" panose="00000500000000000000" charset="0"/>
                <a:sym typeface="Arial" panose="020B0604020202020204"/>
              </a:rPr>
              <a:t>Fisierul de configurari</a:t>
            </a:r>
          </a:p>
        </p:txBody>
      </p:sp>
      <p:sp>
        <p:nvSpPr>
          <p:cNvPr id="140" name="Google Shape;140;p3"/>
          <p:cNvSpPr txBox="1"/>
          <p:nvPr/>
        </p:nvSpPr>
        <p:spPr>
          <a:xfrm>
            <a:off x="8472458" y="4663217"/>
            <a:ext cx="548775" cy="393525"/>
          </a:xfrm>
          <a:prstGeom prst="rect">
            <a:avLst/>
          </a:prstGeom>
          <a:noFill/>
          <a:ln>
            <a:noFill/>
          </a:ln>
        </p:spPr>
        <p:txBody>
          <a:bodyPr wrap="square" lIns="68568" tIns="34275" rIns="68568" bIns="3427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sz="1050">
                <a:solidFill>
                  <a:schemeClr val="dk2"/>
                </a:solidFill>
                <a:latin typeface="Didact Gothic" panose="00000500000000000000" charset="0"/>
                <a:ea typeface="Arial" panose="020B0604020202020204"/>
                <a:cs typeface="Didact Gothic" panose="00000500000000000000" charset="0"/>
                <a:sym typeface="Arial" panose="020B0604020202020204"/>
              </a:rPr>
              <a:t>16</a:t>
            </a:fld>
            <a:endParaRPr lang="en-US" sz="1050">
              <a:solidFill>
                <a:schemeClr val="dk2"/>
              </a:solidFill>
              <a:latin typeface="Didact Gothic" panose="00000500000000000000" charset="0"/>
              <a:ea typeface="Arial" panose="020B0604020202020204"/>
              <a:cs typeface="Didact Gothic" panose="00000500000000000000" charset="0"/>
              <a:sym typeface="Arial" panose="020B0604020202020204"/>
            </a:endParaRPr>
          </a:p>
        </p:txBody>
      </p:sp>
      <p:sp>
        <p:nvSpPr>
          <p:cNvPr id="141" name="Google Shape;141;p3"/>
          <p:cNvSpPr/>
          <p:nvPr/>
        </p:nvSpPr>
        <p:spPr>
          <a:xfrm>
            <a:off x="2816813" y="1035000"/>
            <a:ext cx="671850" cy="144450"/>
          </a:xfrm>
          <a:prstGeom prst="rect">
            <a:avLst/>
          </a:prstGeom>
          <a:noFill/>
          <a:ln w="28575" cap="flat" cmpd="sng">
            <a:solidFill>
              <a:srgbClr val="F1C232"/>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42" name="Google Shape;142;p3"/>
          <p:cNvSpPr/>
          <p:nvPr/>
        </p:nvSpPr>
        <p:spPr>
          <a:xfrm>
            <a:off x="2713763" y="1319644"/>
            <a:ext cx="671850" cy="144450"/>
          </a:xfrm>
          <a:prstGeom prst="rect">
            <a:avLst/>
          </a:prstGeom>
          <a:noFill/>
          <a:ln w="28575" cap="flat" cmpd="sng">
            <a:solidFill>
              <a:srgbClr val="FF9900"/>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43" name="Google Shape;143;p3"/>
          <p:cNvSpPr/>
          <p:nvPr/>
        </p:nvSpPr>
        <p:spPr>
          <a:xfrm>
            <a:off x="2713763" y="1464094"/>
            <a:ext cx="774900" cy="144450"/>
          </a:xfrm>
          <a:prstGeom prst="rect">
            <a:avLst/>
          </a:prstGeom>
          <a:noFill/>
          <a:ln w="28575" cap="flat" cmpd="sng">
            <a:solidFill>
              <a:srgbClr val="FF0000"/>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44" name="Google Shape;144;p3"/>
          <p:cNvSpPr/>
          <p:nvPr/>
        </p:nvSpPr>
        <p:spPr>
          <a:xfrm>
            <a:off x="2713763" y="1154250"/>
            <a:ext cx="569700" cy="144450"/>
          </a:xfrm>
          <a:prstGeom prst="rect">
            <a:avLst/>
          </a:prstGeom>
          <a:noFill/>
          <a:ln w="28575" cap="flat" cmpd="sng">
            <a:solidFill>
              <a:srgbClr val="00FF00"/>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45" name="Google Shape;145;p3"/>
          <p:cNvSpPr/>
          <p:nvPr/>
        </p:nvSpPr>
        <p:spPr>
          <a:xfrm>
            <a:off x="3015525" y="183581"/>
            <a:ext cx="1748925" cy="422550"/>
          </a:xfrm>
          <a:prstGeom prst="roundRect">
            <a:avLst>
              <a:gd name="adj" fmla="val 16667"/>
            </a:avLst>
          </a:prstGeom>
          <a:solidFill>
            <a:schemeClr val="lt1"/>
          </a:solidFill>
          <a:ln w="38100" cap="flat" cmpd="sng">
            <a:solidFill>
              <a:srgbClr val="FFD966"/>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00">
                <a:latin typeface="Didact Gothic" panose="00000500000000000000" charset="0"/>
                <a:cs typeface="Didact Gothic" panose="00000500000000000000" charset="0"/>
              </a:rPr>
              <a:t>Populatia fiecărei generații</a:t>
            </a:r>
          </a:p>
        </p:txBody>
      </p:sp>
      <p:sp>
        <p:nvSpPr>
          <p:cNvPr id="146" name="Google Shape;146;p3"/>
          <p:cNvSpPr/>
          <p:nvPr/>
        </p:nvSpPr>
        <p:spPr>
          <a:xfrm>
            <a:off x="5265188" y="105525"/>
            <a:ext cx="1748925" cy="422550"/>
          </a:xfrm>
          <a:prstGeom prst="roundRect">
            <a:avLst>
              <a:gd name="adj" fmla="val 16667"/>
            </a:avLst>
          </a:prstGeom>
          <a:solidFill>
            <a:schemeClr val="lt1"/>
          </a:solidFill>
          <a:ln w="38100" cap="flat" cmpd="sng">
            <a:solidFill>
              <a:srgbClr val="00FF00"/>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00">
                <a:latin typeface="Didact Gothic" panose="00000500000000000000" charset="0"/>
                <a:cs typeface="Didact Gothic" panose="00000500000000000000" charset="0"/>
              </a:rPr>
              <a:t>Numărul de generații</a:t>
            </a:r>
          </a:p>
        </p:txBody>
      </p:sp>
      <p:sp>
        <p:nvSpPr>
          <p:cNvPr id="147" name="Google Shape;147;p3"/>
          <p:cNvSpPr/>
          <p:nvPr/>
        </p:nvSpPr>
        <p:spPr>
          <a:xfrm>
            <a:off x="55106" y="959306"/>
            <a:ext cx="1971450" cy="835425"/>
          </a:xfrm>
          <a:prstGeom prst="roundRect">
            <a:avLst>
              <a:gd name="adj" fmla="val 16667"/>
            </a:avLst>
          </a:prstGeom>
          <a:solidFill>
            <a:schemeClr val="lt1"/>
          </a:solidFill>
          <a:ln w="38100" cap="flat" cmpd="sng">
            <a:solidFill>
              <a:srgbClr val="FF9900"/>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75">
                <a:latin typeface="Didact Gothic" panose="00000500000000000000" charset="0"/>
                <a:cs typeface="Didact Gothic" panose="00000500000000000000" charset="0"/>
              </a:rPr>
              <a:t>Probabilitatea ca o soluție individuală să sufere o mutație. Mutația introduce schimbări aleatorii în soluții pentru a promova diversitatea.</a:t>
            </a:r>
          </a:p>
        </p:txBody>
      </p:sp>
      <p:sp>
        <p:nvSpPr>
          <p:cNvPr id="148" name="Google Shape;148;p3"/>
          <p:cNvSpPr/>
          <p:nvPr/>
        </p:nvSpPr>
        <p:spPr>
          <a:xfrm>
            <a:off x="6797063" y="842831"/>
            <a:ext cx="2119950" cy="765675"/>
          </a:xfrm>
          <a:prstGeom prst="roundRect">
            <a:avLst>
              <a:gd name="adj" fmla="val 16667"/>
            </a:avLst>
          </a:prstGeom>
          <a:solidFill>
            <a:schemeClr val="lt1"/>
          </a:solidFill>
          <a:ln w="38100" cap="flat" cmpd="sng">
            <a:solidFill>
              <a:srgbClr val="FF0000"/>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00">
                <a:latin typeface="Didact Gothic" panose="00000500000000000000" charset="0"/>
                <a:cs typeface="Didact Gothic" panose="00000500000000000000" charset="0"/>
              </a:rPr>
              <a:t>Probabilitatea ca două soluții părinte să fie supuse operației de încrucișare pentru a produce urmași în timpul fazei de reproducere a algoritmului genetic.</a:t>
            </a:r>
          </a:p>
        </p:txBody>
      </p:sp>
      <p:cxnSp>
        <p:nvCxnSpPr>
          <p:cNvPr id="149" name="Google Shape;149;p3"/>
          <p:cNvCxnSpPr>
            <a:stCxn id="141" idx="0"/>
            <a:endCxn id="145" idx="2"/>
          </p:cNvCxnSpPr>
          <p:nvPr/>
        </p:nvCxnSpPr>
        <p:spPr>
          <a:xfrm rot="10800000" flipH="1">
            <a:off x="3152738" y="606150"/>
            <a:ext cx="737325" cy="428850"/>
          </a:xfrm>
          <a:prstGeom prst="straightConnector1">
            <a:avLst/>
          </a:prstGeom>
          <a:noFill/>
          <a:ln w="19050" cap="flat" cmpd="sng">
            <a:solidFill>
              <a:srgbClr val="FFD966"/>
            </a:solidFill>
            <a:prstDash val="solid"/>
            <a:round/>
            <a:headEnd type="none" w="med" len="med"/>
            <a:tailEnd type="triangle" w="med" len="med"/>
          </a:ln>
        </p:spPr>
      </p:cxnSp>
      <p:cxnSp>
        <p:nvCxnSpPr>
          <p:cNvPr id="150" name="Google Shape;150;p3"/>
          <p:cNvCxnSpPr>
            <a:stCxn id="144" idx="3"/>
            <a:endCxn id="146" idx="2"/>
          </p:cNvCxnSpPr>
          <p:nvPr/>
        </p:nvCxnSpPr>
        <p:spPr>
          <a:xfrm rot="10800000" flipH="1">
            <a:off x="3283463" y="528075"/>
            <a:ext cx="2856150" cy="698400"/>
          </a:xfrm>
          <a:prstGeom prst="straightConnector1">
            <a:avLst/>
          </a:prstGeom>
          <a:noFill/>
          <a:ln w="19050" cap="flat" cmpd="sng">
            <a:solidFill>
              <a:srgbClr val="00FF00"/>
            </a:solidFill>
            <a:prstDash val="solid"/>
            <a:round/>
            <a:headEnd type="none" w="med" len="med"/>
            <a:tailEnd type="triangle" w="med" len="med"/>
          </a:ln>
        </p:spPr>
      </p:cxnSp>
      <p:cxnSp>
        <p:nvCxnSpPr>
          <p:cNvPr id="151" name="Google Shape;151;p3"/>
          <p:cNvCxnSpPr>
            <a:stCxn id="142" idx="1"/>
            <a:endCxn id="147" idx="3"/>
          </p:cNvCxnSpPr>
          <p:nvPr/>
        </p:nvCxnSpPr>
        <p:spPr>
          <a:xfrm rot="10800000">
            <a:off x="2026613" y="1377019"/>
            <a:ext cx="687150" cy="14850"/>
          </a:xfrm>
          <a:prstGeom prst="straightConnector1">
            <a:avLst/>
          </a:prstGeom>
          <a:noFill/>
          <a:ln w="19050" cap="flat" cmpd="sng">
            <a:solidFill>
              <a:srgbClr val="FF9900"/>
            </a:solidFill>
            <a:prstDash val="solid"/>
            <a:round/>
            <a:headEnd type="none" w="med" len="med"/>
            <a:tailEnd type="triangle" w="med" len="med"/>
          </a:ln>
        </p:spPr>
      </p:cxnSp>
      <p:cxnSp>
        <p:nvCxnSpPr>
          <p:cNvPr id="152" name="Google Shape;152;p3"/>
          <p:cNvCxnSpPr>
            <a:stCxn id="143" idx="3"/>
            <a:endCxn id="148" idx="1"/>
          </p:cNvCxnSpPr>
          <p:nvPr/>
        </p:nvCxnSpPr>
        <p:spPr>
          <a:xfrm rot="10800000" flipH="1">
            <a:off x="3488663" y="1225594"/>
            <a:ext cx="3308400" cy="310725"/>
          </a:xfrm>
          <a:prstGeom prst="straightConnector1">
            <a:avLst/>
          </a:prstGeom>
          <a:noFill/>
          <a:ln w="19050" cap="flat" cmpd="sng">
            <a:solidFill>
              <a:srgbClr val="FF0000"/>
            </a:solidFill>
            <a:prstDash val="solid"/>
            <a:round/>
            <a:headEnd type="none" w="med" len="med"/>
            <a:tailEnd type="triangle" w="med" len="med"/>
          </a:ln>
        </p:spPr>
      </p:cxnSp>
      <p:sp>
        <p:nvSpPr>
          <p:cNvPr id="153" name="Google Shape;153;p3"/>
          <p:cNvSpPr/>
          <p:nvPr/>
        </p:nvSpPr>
        <p:spPr>
          <a:xfrm>
            <a:off x="2713763" y="1608544"/>
            <a:ext cx="1176300" cy="186300"/>
          </a:xfrm>
          <a:prstGeom prst="rect">
            <a:avLst/>
          </a:prstGeom>
          <a:noFill/>
          <a:ln w="28575" cap="flat" cmpd="sng">
            <a:solidFill>
              <a:srgbClr val="00FFFF"/>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54" name="Google Shape;154;p3"/>
          <p:cNvSpPr/>
          <p:nvPr/>
        </p:nvSpPr>
        <p:spPr>
          <a:xfrm>
            <a:off x="126581" y="1930425"/>
            <a:ext cx="1748925" cy="648450"/>
          </a:xfrm>
          <a:prstGeom prst="roundRect">
            <a:avLst>
              <a:gd name="adj" fmla="val 16667"/>
            </a:avLst>
          </a:prstGeom>
          <a:solidFill>
            <a:schemeClr val="lt1"/>
          </a:solidFill>
          <a:ln w="38100" cap="flat" cmpd="sng">
            <a:solidFill>
              <a:srgbClr val="00FFFF"/>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00">
                <a:latin typeface="Didact Gothic" panose="00000500000000000000" charset="0"/>
                <a:cs typeface="Didact Gothic" panose="00000500000000000000" charset="0"/>
              </a:rPr>
              <a:t>Numărul total de cazuri de test incluse într-un set pentru evaluarea unui sistem sau algoritm.</a:t>
            </a:r>
          </a:p>
        </p:txBody>
      </p:sp>
      <p:cxnSp>
        <p:nvCxnSpPr>
          <p:cNvPr id="155" name="Google Shape;155;p3"/>
          <p:cNvCxnSpPr>
            <a:stCxn id="153" idx="1"/>
            <a:endCxn id="154" idx="3"/>
          </p:cNvCxnSpPr>
          <p:nvPr/>
        </p:nvCxnSpPr>
        <p:spPr>
          <a:xfrm flipH="1">
            <a:off x="1875413" y="1701694"/>
            <a:ext cx="838350" cy="553050"/>
          </a:xfrm>
          <a:prstGeom prst="straightConnector1">
            <a:avLst/>
          </a:prstGeom>
          <a:noFill/>
          <a:ln w="19050" cap="flat" cmpd="sng">
            <a:solidFill>
              <a:srgbClr val="00FFFF"/>
            </a:solidFill>
            <a:prstDash val="solid"/>
            <a:round/>
            <a:headEnd type="none" w="med" len="med"/>
            <a:tailEnd type="triangle" w="med" len="med"/>
          </a:ln>
        </p:spPr>
      </p:cxnSp>
      <p:sp>
        <p:nvSpPr>
          <p:cNvPr id="156" name="Google Shape;156;p3"/>
          <p:cNvSpPr/>
          <p:nvPr/>
        </p:nvSpPr>
        <p:spPr>
          <a:xfrm>
            <a:off x="2713763" y="2270081"/>
            <a:ext cx="671850" cy="144450"/>
          </a:xfrm>
          <a:prstGeom prst="rect">
            <a:avLst/>
          </a:prstGeom>
          <a:noFill/>
          <a:ln w="28575" cap="flat" cmpd="sng">
            <a:solidFill>
              <a:srgbClr val="9900FF"/>
            </a:solidFill>
            <a:prstDash val="solid"/>
            <a:round/>
            <a:headEnd type="none" w="sm" len="sm"/>
            <a:tailEnd type="none" w="sm" len="sm"/>
          </a:ln>
        </p:spPr>
        <p:txBody>
          <a:bodyPr spcFirstLastPara="1" wrap="square" lIns="68568" tIns="68568" rIns="68568" bIns="68568" anchor="ctr" anchorCtr="0">
            <a:noAutofit/>
          </a:bodyPr>
          <a:lstStyle/>
          <a:p>
            <a:pPr marL="0" lvl="0" indent="0" algn="ctr" rtl="0">
              <a:spcBef>
                <a:spcPts val="0"/>
              </a:spcBef>
              <a:spcAft>
                <a:spcPts val="0"/>
              </a:spcAft>
              <a:buNone/>
            </a:pPr>
            <a:endParaRPr sz="1050">
              <a:latin typeface="Didact Gothic" panose="00000500000000000000" charset="0"/>
              <a:cs typeface="Didact Gothic" panose="00000500000000000000" charset="0"/>
            </a:endParaRPr>
          </a:p>
        </p:txBody>
      </p:sp>
      <p:sp>
        <p:nvSpPr>
          <p:cNvPr id="157" name="Google Shape;157;p3"/>
          <p:cNvSpPr/>
          <p:nvPr/>
        </p:nvSpPr>
        <p:spPr>
          <a:xfrm>
            <a:off x="163631" y="2880089"/>
            <a:ext cx="1446750" cy="382725"/>
          </a:xfrm>
          <a:prstGeom prst="roundRect">
            <a:avLst>
              <a:gd name="adj" fmla="val 16667"/>
            </a:avLst>
          </a:prstGeom>
          <a:solidFill>
            <a:schemeClr val="lt1"/>
          </a:solidFill>
          <a:ln w="38100" cap="flat" cmpd="sng">
            <a:solidFill>
              <a:srgbClr val="9900FF"/>
            </a:solidFill>
            <a:prstDash val="solid"/>
            <a:round/>
            <a:headEnd type="none" w="sm" len="sm"/>
            <a:tailEnd type="none" w="sm" len="sm"/>
          </a:ln>
        </p:spPr>
        <p:txBody>
          <a:bodyPr spcFirstLastPara="1" wrap="square" lIns="68568" tIns="68568" rIns="68568" bIns="68568" anchor="ctr" anchorCtr="0">
            <a:noAutofit/>
          </a:bodyPr>
          <a:lstStyle/>
          <a:p>
            <a:pPr marL="0" lvl="0" indent="0" algn="l" rtl="0">
              <a:spcBef>
                <a:spcPts val="0"/>
              </a:spcBef>
              <a:spcAft>
                <a:spcPts val="0"/>
              </a:spcAft>
              <a:buNone/>
            </a:pPr>
            <a:r>
              <a:rPr lang="en-US" sz="900">
                <a:latin typeface="Didact Gothic" panose="00000500000000000000" charset="0"/>
                <a:cs typeface="Didact Gothic" panose="00000500000000000000" charset="0"/>
              </a:rPr>
              <a:t>Dimensiunea hărții</a:t>
            </a:r>
          </a:p>
        </p:txBody>
      </p:sp>
      <p:cxnSp>
        <p:nvCxnSpPr>
          <p:cNvPr id="158" name="Google Shape;158;p3"/>
          <p:cNvCxnSpPr>
            <a:stCxn id="156" idx="1"/>
            <a:endCxn id="157" idx="3"/>
          </p:cNvCxnSpPr>
          <p:nvPr/>
        </p:nvCxnSpPr>
        <p:spPr>
          <a:xfrm flipH="1">
            <a:off x="1610363" y="2342306"/>
            <a:ext cx="1103400" cy="729225"/>
          </a:xfrm>
          <a:prstGeom prst="straightConnector1">
            <a:avLst/>
          </a:prstGeom>
          <a:noFill/>
          <a:ln w="28575" cap="flat" cmpd="sng">
            <a:solidFill>
              <a:srgbClr val="9900FF"/>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24"/>
        <p:cNvGrpSpPr/>
        <p:nvPr/>
      </p:nvGrpSpPr>
      <p:grpSpPr>
        <a:xfrm>
          <a:off x="0" y="0"/>
          <a:ext cx="0" cy="0"/>
          <a:chOff x="0" y="0"/>
          <a:chExt cx="0" cy="0"/>
        </a:xfrm>
      </p:grpSpPr>
      <p:sp>
        <p:nvSpPr>
          <p:cNvPr id="163" name="Google Shape;163;g2d5f8853c8d_2_2437"/>
          <p:cNvSpPr txBox="1"/>
          <p:nvPr/>
        </p:nvSpPr>
        <p:spPr>
          <a:xfrm>
            <a:off x="11296650" y="6217920"/>
            <a:ext cx="574675" cy="405765"/>
          </a:xfrm>
          <a:prstGeom prst="rect">
            <a:avLst/>
          </a:prstGeom>
          <a:noFill/>
          <a:ln>
            <a:noFill/>
          </a:ln>
        </p:spPr>
        <p:txBody>
          <a:bodyPr wrap="square" lIns="121900" tIns="121900" rIns="121900" bIns="121900" anchor="ctr" anchorCtr="0">
            <a:normAutofit fontScale="87500"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r" rtl="0">
              <a:lnSpc>
                <a:spcPct val="100000"/>
              </a:lnSpc>
              <a:spcBef>
                <a:spcPts val="0"/>
              </a:spcBef>
              <a:spcAft>
                <a:spcPts val="0"/>
              </a:spcAft>
              <a:buClr>
                <a:srgbClr val="000000"/>
              </a:buClr>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17</a:t>
            </a:fld>
            <a:endParaRPr lang="en-US"/>
          </a:p>
        </p:txBody>
      </p:sp>
      <p:pic>
        <p:nvPicPr>
          <p:cNvPr id="164" name="Google Shape;164;g2d5f8853c8d_2_2437"/>
          <p:cNvPicPr preferRelativeResize="0"/>
          <p:nvPr/>
        </p:nvPicPr>
        <p:blipFill>
          <a:blip r:embed="rId3"/>
          <a:stretch>
            <a:fillRect/>
          </a:stretch>
        </p:blipFill>
        <p:spPr>
          <a:xfrm>
            <a:off x="879475" y="935355"/>
            <a:ext cx="6833235" cy="4077335"/>
          </a:xfrm>
          <a:prstGeom prst="rect">
            <a:avLst/>
          </a:prstGeom>
          <a:noFill/>
          <a:ln>
            <a:noFill/>
          </a:ln>
        </p:spPr>
      </p:pic>
      <p:sp>
        <p:nvSpPr>
          <p:cNvPr id="165" name="Google Shape;165;g2d5f8853c8d_2_2437"/>
          <p:cNvSpPr txBox="1"/>
          <p:nvPr/>
        </p:nvSpPr>
        <p:spPr>
          <a:xfrm>
            <a:off x="688340" y="259715"/>
            <a:ext cx="6957060" cy="35687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b="1">
                <a:solidFill>
                  <a:schemeClr val="dk1"/>
                </a:solidFill>
                <a:latin typeface="Julius Sans One" panose="02000000000000000000" charset="0"/>
                <a:cs typeface="Julius Sans One" panose="02000000000000000000" charset="0"/>
              </a:rPr>
              <a:t>Exemplu de configurare pentru Problema Robotului si Problema Vehiculului</a:t>
            </a:r>
            <a:endParaRPr sz="1800" b="1">
              <a:solidFill>
                <a:schemeClr val="dk1"/>
              </a:solidFill>
              <a:latin typeface="Julius Sans One" panose="02000000000000000000" charset="0"/>
              <a:cs typeface="Julius Sans One" panose="02000000000000000000"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g2d5f8853c8d_2_2415"/>
          <p:cNvSpPr txBox="1">
            <a:spLocks noGrp="1"/>
          </p:cNvSpPr>
          <p:nvPr>
            <p:ph type="sldNum" idx="12"/>
          </p:nvPr>
        </p:nvSpPr>
        <p:spPr>
          <a:xfrm>
            <a:off x="8472458" y="4663217"/>
            <a:ext cx="548775" cy="393525"/>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sz="1050" b="1">
                <a:latin typeface="Julius Sans One" panose="02000000000000000000" charset="0"/>
                <a:cs typeface="Julius Sans One" panose="02000000000000000000" charset="0"/>
              </a:rPr>
              <a:t>18</a:t>
            </a:fld>
            <a:endParaRPr lang="en-US" sz="1050" b="1">
              <a:latin typeface="Julius Sans One" panose="02000000000000000000" charset="0"/>
              <a:cs typeface="Julius Sans One" panose="02000000000000000000" charset="0"/>
            </a:endParaRPr>
          </a:p>
        </p:txBody>
      </p:sp>
      <p:pic>
        <p:nvPicPr>
          <p:cNvPr id="171" name="Google Shape;171;g2d5f8853c8d_2_2415"/>
          <p:cNvPicPr preferRelativeResize="0"/>
          <p:nvPr/>
        </p:nvPicPr>
        <p:blipFill rotWithShape="1">
          <a:blip r:embed="rId3"/>
          <a:srcRect l="7808" t="9196" r="10850" b="8695"/>
          <a:stretch>
            <a:fillRect/>
          </a:stretch>
        </p:blipFill>
        <p:spPr>
          <a:xfrm>
            <a:off x="6068288" y="2993241"/>
            <a:ext cx="2381644" cy="1785361"/>
          </a:xfrm>
          <a:prstGeom prst="rect">
            <a:avLst/>
          </a:prstGeom>
          <a:noFill/>
          <a:ln>
            <a:noFill/>
          </a:ln>
        </p:spPr>
      </p:pic>
      <p:pic>
        <p:nvPicPr>
          <p:cNvPr id="172" name="Google Shape;172;g2d5f8853c8d_2_2415"/>
          <p:cNvPicPr preferRelativeResize="0"/>
          <p:nvPr/>
        </p:nvPicPr>
        <p:blipFill rotWithShape="1">
          <a:blip r:embed="rId4"/>
          <a:srcRect l="4567" t="10479" r="11924" b="4939"/>
          <a:stretch>
            <a:fillRect/>
          </a:stretch>
        </p:blipFill>
        <p:spPr>
          <a:xfrm>
            <a:off x="3381178" y="2992800"/>
            <a:ext cx="2381645" cy="1786238"/>
          </a:xfrm>
          <a:prstGeom prst="rect">
            <a:avLst/>
          </a:prstGeom>
          <a:noFill/>
          <a:ln>
            <a:noFill/>
          </a:ln>
        </p:spPr>
      </p:pic>
      <p:pic>
        <p:nvPicPr>
          <p:cNvPr id="173" name="Google Shape;173;g2d5f8853c8d_2_2415"/>
          <p:cNvPicPr preferRelativeResize="0"/>
          <p:nvPr/>
        </p:nvPicPr>
        <p:blipFill rotWithShape="1">
          <a:blip r:embed="rId5"/>
          <a:srcRect l="6132" t="5555" r="6132" b="3824"/>
          <a:stretch>
            <a:fillRect/>
          </a:stretch>
        </p:blipFill>
        <p:spPr>
          <a:xfrm>
            <a:off x="398381" y="2819850"/>
            <a:ext cx="2764576" cy="2132132"/>
          </a:xfrm>
          <a:prstGeom prst="rect">
            <a:avLst/>
          </a:prstGeom>
          <a:noFill/>
          <a:ln>
            <a:noFill/>
          </a:ln>
        </p:spPr>
      </p:pic>
      <p:pic>
        <p:nvPicPr>
          <p:cNvPr id="174" name="Google Shape;174;g2d5f8853c8d_2_2415"/>
          <p:cNvPicPr preferRelativeResize="0"/>
          <p:nvPr/>
        </p:nvPicPr>
        <p:blipFill rotWithShape="1">
          <a:blip r:embed="rId6"/>
          <a:srcRect l="22440" t="7937" r="15257" b="5505"/>
          <a:stretch>
            <a:fillRect/>
          </a:stretch>
        </p:blipFill>
        <p:spPr>
          <a:xfrm>
            <a:off x="499913" y="370517"/>
            <a:ext cx="2093120" cy="2017671"/>
          </a:xfrm>
          <a:prstGeom prst="rect">
            <a:avLst/>
          </a:prstGeom>
          <a:noFill/>
          <a:ln>
            <a:noFill/>
          </a:ln>
        </p:spPr>
      </p:pic>
      <p:pic>
        <p:nvPicPr>
          <p:cNvPr id="175" name="Google Shape;175;g2d5f8853c8d_2_2415"/>
          <p:cNvPicPr preferRelativeResize="0"/>
          <p:nvPr/>
        </p:nvPicPr>
        <p:blipFill rotWithShape="1">
          <a:blip r:embed="rId7"/>
          <a:srcRect l="24647" t="10203" r="6850" b="5258"/>
          <a:stretch>
            <a:fillRect/>
          </a:stretch>
        </p:blipFill>
        <p:spPr>
          <a:xfrm>
            <a:off x="6501609" y="470635"/>
            <a:ext cx="1932975" cy="1852268"/>
          </a:xfrm>
          <a:prstGeom prst="rect">
            <a:avLst/>
          </a:prstGeom>
          <a:noFill/>
          <a:ln>
            <a:noFill/>
          </a:ln>
        </p:spPr>
      </p:pic>
      <p:pic>
        <p:nvPicPr>
          <p:cNvPr id="176" name="Google Shape;176;g2d5f8853c8d_2_2415"/>
          <p:cNvPicPr preferRelativeResize="0"/>
          <p:nvPr/>
        </p:nvPicPr>
        <p:blipFill rotWithShape="1">
          <a:blip r:embed="rId8"/>
          <a:srcRect l="21750" t="6769" r="6487" b="6552"/>
          <a:stretch>
            <a:fillRect/>
          </a:stretch>
        </p:blipFill>
        <p:spPr>
          <a:xfrm>
            <a:off x="3500756" y="399675"/>
            <a:ext cx="2093120" cy="1959349"/>
          </a:xfrm>
          <a:prstGeom prst="rect">
            <a:avLst/>
          </a:prstGeom>
          <a:noFill/>
          <a:ln>
            <a:noFill/>
          </a:ln>
        </p:spPr>
      </p:pic>
      <p:sp>
        <p:nvSpPr>
          <p:cNvPr id="177" name="Google Shape;177;g2d5f8853c8d_2_2415"/>
          <p:cNvSpPr txBox="1"/>
          <p:nvPr/>
        </p:nvSpPr>
        <p:spPr>
          <a:xfrm>
            <a:off x="660056" y="83306"/>
            <a:ext cx="2586150" cy="346275"/>
          </a:xfrm>
          <a:prstGeom prst="rect">
            <a:avLst/>
          </a:prstGeom>
          <a:noFill/>
          <a:ln>
            <a:noFill/>
          </a:ln>
        </p:spPr>
        <p:txBody>
          <a:bodyPr spcFirstLastPara="1" wrap="square" lIns="68568" tIns="68568" rIns="68568" bIns="68568" anchor="t" anchorCtr="0">
            <a:no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Algoritmul GA</a:t>
            </a:r>
          </a:p>
        </p:txBody>
      </p:sp>
      <p:sp>
        <p:nvSpPr>
          <p:cNvPr id="178" name="Google Shape;178;g2d5f8853c8d_2_2415"/>
          <p:cNvSpPr txBox="1"/>
          <p:nvPr/>
        </p:nvSpPr>
        <p:spPr>
          <a:xfrm>
            <a:off x="3500756" y="77569"/>
            <a:ext cx="2764575" cy="355600"/>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425" b="1">
                <a:solidFill>
                  <a:schemeClr val="dk1"/>
                </a:solidFill>
                <a:latin typeface="Julius Sans One" panose="02000000000000000000" charset="0"/>
                <a:cs typeface="Julius Sans One" panose="02000000000000000000" charset="0"/>
              </a:rPr>
              <a:t>Algoritmul RANDOM</a:t>
            </a:r>
          </a:p>
        </p:txBody>
      </p:sp>
      <p:sp>
        <p:nvSpPr>
          <p:cNvPr id="179" name="Google Shape;179;g2d5f8853c8d_2_2415"/>
          <p:cNvSpPr txBox="1"/>
          <p:nvPr/>
        </p:nvSpPr>
        <p:spPr>
          <a:xfrm>
            <a:off x="6519881" y="83306"/>
            <a:ext cx="2586150" cy="343535"/>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Algoritmul NSGA2</a:t>
            </a:r>
          </a:p>
        </p:txBody>
      </p:sp>
      <p:sp>
        <p:nvSpPr>
          <p:cNvPr id="180" name="Google Shape;180;g2d5f8853c8d_2_2415"/>
          <p:cNvSpPr txBox="1"/>
          <p:nvPr/>
        </p:nvSpPr>
        <p:spPr>
          <a:xfrm>
            <a:off x="660056" y="2473575"/>
            <a:ext cx="7157700" cy="343535"/>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Diagrame obtinute pe baza rezultatelor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d5f8853c8d_2_2463"/>
          <p:cNvSpPr txBox="1">
            <a:spLocks noGrp="1"/>
          </p:cNvSpPr>
          <p:nvPr>
            <p:ph type="sldNum" idx="12"/>
          </p:nvPr>
        </p:nvSpPr>
        <p:spPr>
          <a:xfrm>
            <a:off x="8472458" y="4663217"/>
            <a:ext cx="548775" cy="393525"/>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sz="1050"/>
              <a:t>19</a:t>
            </a:fld>
            <a:endParaRPr lang="en-US" sz="1050"/>
          </a:p>
        </p:txBody>
      </p:sp>
      <p:sp>
        <p:nvSpPr>
          <p:cNvPr id="186" name="Google Shape;186;g2d5f8853c8d_2_2463"/>
          <p:cNvSpPr txBox="1"/>
          <p:nvPr/>
        </p:nvSpPr>
        <p:spPr>
          <a:xfrm>
            <a:off x="706163" y="83306"/>
            <a:ext cx="2586150" cy="162675"/>
          </a:xfrm>
          <a:prstGeom prst="rect">
            <a:avLst/>
          </a:prstGeom>
          <a:noFill/>
          <a:ln>
            <a:noFill/>
          </a:ln>
        </p:spPr>
        <p:txBody>
          <a:bodyPr spcFirstLastPara="1" wrap="square" lIns="68568" tIns="68568" rIns="68568" bIns="68568" anchor="t" anchorCtr="0">
            <a:no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Algoritmul GA</a:t>
            </a:r>
          </a:p>
        </p:txBody>
      </p:sp>
      <p:sp>
        <p:nvSpPr>
          <p:cNvPr id="187" name="Google Shape;187;g2d5f8853c8d_2_2463"/>
          <p:cNvSpPr txBox="1"/>
          <p:nvPr/>
        </p:nvSpPr>
        <p:spPr>
          <a:xfrm>
            <a:off x="3491419" y="83306"/>
            <a:ext cx="4905000" cy="343535"/>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Algoritmul RANDOM</a:t>
            </a:r>
          </a:p>
        </p:txBody>
      </p:sp>
      <p:sp>
        <p:nvSpPr>
          <p:cNvPr id="188" name="Google Shape;188;g2d5f8853c8d_2_2463"/>
          <p:cNvSpPr txBox="1"/>
          <p:nvPr/>
        </p:nvSpPr>
        <p:spPr>
          <a:xfrm>
            <a:off x="6519881" y="83306"/>
            <a:ext cx="2586150" cy="343535"/>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Algoritmul NSGA2</a:t>
            </a:r>
          </a:p>
        </p:txBody>
      </p:sp>
      <p:pic>
        <p:nvPicPr>
          <p:cNvPr id="189" name="Google Shape;189;g2d5f8853c8d_2_2463"/>
          <p:cNvPicPr preferRelativeResize="0"/>
          <p:nvPr/>
        </p:nvPicPr>
        <p:blipFill rotWithShape="1">
          <a:blip r:embed="rId3"/>
          <a:srcRect l="16327" t="7527" r="9691" b="5151"/>
          <a:stretch>
            <a:fillRect/>
          </a:stretch>
        </p:blipFill>
        <p:spPr>
          <a:xfrm>
            <a:off x="3383456" y="3136031"/>
            <a:ext cx="2377087" cy="1799999"/>
          </a:xfrm>
          <a:prstGeom prst="rect">
            <a:avLst/>
          </a:prstGeom>
          <a:noFill/>
          <a:ln>
            <a:noFill/>
          </a:ln>
        </p:spPr>
      </p:pic>
      <p:pic>
        <p:nvPicPr>
          <p:cNvPr id="190" name="Google Shape;190;g2d5f8853c8d_2_2463"/>
          <p:cNvPicPr preferRelativeResize="0"/>
          <p:nvPr/>
        </p:nvPicPr>
        <p:blipFill rotWithShape="1">
          <a:blip r:embed="rId4"/>
          <a:srcRect l="33928" t="9358" r="2295" b="1602"/>
          <a:stretch>
            <a:fillRect/>
          </a:stretch>
        </p:blipFill>
        <p:spPr>
          <a:xfrm>
            <a:off x="3401138" y="649800"/>
            <a:ext cx="1978500" cy="1963950"/>
          </a:xfrm>
          <a:prstGeom prst="rect">
            <a:avLst/>
          </a:prstGeom>
          <a:noFill/>
          <a:ln>
            <a:noFill/>
          </a:ln>
        </p:spPr>
      </p:pic>
      <p:pic>
        <p:nvPicPr>
          <p:cNvPr id="191" name="Google Shape;191;g2d5f8853c8d_2_2463"/>
          <p:cNvPicPr preferRelativeResize="0"/>
          <p:nvPr/>
        </p:nvPicPr>
        <p:blipFill rotWithShape="1">
          <a:blip r:embed="rId5"/>
          <a:srcRect l="32442" t="7802" r="3174" b="5504"/>
          <a:stretch>
            <a:fillRect/>
          </a:stretch>
        </p:blipFill>
        <p:spPr>
          <a:xfrm>
            <a:off x="6417919" y="552379"/>
            <a:ext cx="1978500" cy="1906234"/>
          </a:xfrm>
          <a:prstGeom prst="rect">
            <a:avLst/>
          </a:prstGeom>
          <a:noFill/>
          <a:ln>
            <a:noFill/>
          </a:ln>
        </p:spPr>
      </p:pic>
      <p:pic>
        <p:nvPicPr>
          <p:cNvPr id="192" name="Google Shape;192;g2d5f8853c8d_2_2463"/>
          <p:cNvPicPr preferRelativeResize="0"/>
          <p:nvPr/>
        </p:nvPicPr>
        <p:blipFill rotWithShape="1">
          <a:blip r:embed="rId6"/>
          <a:srcRect l="30870" t="7812" r="5597" b="4506"/>
          <a:stretch>
            <a:fillRect/>
          </a:stretch>
        </p:blipFill>
        <p:spPr>
          <a:xfrm>
            <a:off x="311269" y="552375"/>
            <a:ext cx="2232919" cy="2131425"/>
          </a:xfrm>
          <a:prstGeom prst="rect">
            <a:avLst/>
          </a:prstGeom>
          <a:noFill/>
          <a:ln>
            <a:noFill/>
          </a:ln>
        </p:spPr>
      </p:pic>
      <p:pic>
        <p:nvPicPr>
          <p:cNvPr id="193" name="Google Shape;193;g2d5f8853c8d_2_2463"/>
          <p:cNvPicPr preferRelativeResize="0"/>
          <p:nvPr/>
        </p:nvPicPr>
        <p:blipFill rotWithShape="1">
          <a:blip r:embed="rId7"/>
          <a:srcRect l="24655" t="16556" r="15759" b="5048"/>
          <a:stretch>
            <a:fillRect/>
          </a:stretch>
        </p:blipFill>
        <p:spPr>
          <a:xfrm>
            <a:off x="6290700" y="3220454"/>
            <a:ext cx="2232919" cy="1631157"/>
          </a:xfrm>
          <a:prstGeom prst="rect">
            <a:avLst/>
          </a:prstGeom>
          <a:noFill/>
          <a:ln>
            <a:noFill/>
          </a:ln>
        </p:spPr>
      </p:pic>
      <p:pic>
        <p:nvPicPr>
          <p:cNvPr id="194" name="Google Shape;194;g2d5f8853c8d_2_2463"/>
          <p:cNvPicPr preferRelativeResize="0"/>
          <p:nvPr/>
        </p:nvPicPr>
        <p:blipFill rotWithShape="1">
          <a:blip r:embed="rId8"/>
          <a:srcRect l="8443" t="5872" r="15758" b="2936"/>
          <a:stretch>
            <a:fillRect/>
          </a:stretch>
        </p:blipFill>
        <p:spPr>
          <a:xfrm>
            <a:off x="538988" y="3164091"/>
            <a:ext cx="2138906" cy="1743881"/>
          </a:xfrm>
          <a:prstGeom prst="rect">
            <a:avLst/>
          </a:prstGeom>
          <a:noFill/>
          <a:ln>
            <a:noFill/>
          </a:ln>
        </p:spPr>
      </p:pic>
      <p:sp>
        <p:nvSpPr>
          <p:cNvPr id="195" name="Google Shape;195;g2d5f8853c8d_2_2463"/>
          <p:cNvSpPr txBox="1"/>
          <p:nvPr/>
        </p:nvSpPr>
        <p:spPr>
          <a:xfrm>
            <a:off x="538987" y="2778994"/>
            <a:ext cx="7157700" cy="343535"/>
          </a:xfrm>
          <a:prstGeom prst="rect">
            <a:avLst/>
          </a:prstGeom>
          <a:noFill/>
          <a:ln>
            <a:noFill/>
          </a:ln>
        </p:spPr>
        <p:txBody>
          <a:bodyPr spcFirstLastPara="1" wrap="square" lIns="68568" tIns="68568" rIns="68568" bIns="68568" anchor="t" anchorCtr="0">
            <a:spAutoFit/>
          </a:bodyPr>
          <a:lstStyle/>
          <a:p>
            <a:pPr marL="0" lvl="0" indent="0" algn="l" rtl="0">
              <a:spcBef>
                <a:spcPts val="0"/>
              </a:spcBef>
              <a:spcAft>
                <a:spcPts val="0"/>
              </a:spcAft>
              <a:buNone/>
            </a:pPr>
            <a:r>
              <a:rPr lang="en-US" sz="1350" b="1">
                <a:solidFill>
                  <a:schemeClr val="dk1"/>
                </a:solidFill>
                <a:latin typeface="Julius Sans One" panose="02000000000000000000" charset="0"/>
                <a:cs typeface="Julius Sans One" panose="02000000000000000000" charset="0"/>
              </a:rPr>
              <a:t>Diagrame obtinute pe baza rezultatelor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3" name="Google Shape;1023;p108"/>
          <p:cNvSpPr txBox="1">
            <a:spLocks noGrp="1"/>
          </p:cNvSpPr>
          <p:nvPr>
            <p:ph type="title"/>
          </p:nvPr>
        </p:nvSpPr>
        <p:spPr>
          <a:xfrm flipH="1">
            <a:off x="1821475" y="2527625"/>
            <a:ext cx="5501100" cy="463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t>multumim de atentie!</a:t>
            </a:r>
          </a:p>
        </p:txBody>
      </p:sp>
      <p:cxnSp>
        <p:nvCxnSpPr>
          <p:cNvPr id="1025" name="Google Shape;1025;p108"/>
          <p:cNvCxnSpPr/>
          <p:nvPr/>
        </p:nvCxnSpPr>
        <p:spPr>
          <a:xfrm>
            <a:off x="4248450" y="3203346"/>
            <a:ext cx="6471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3"/>
                                        </p:tgtEl>
                                        <p:attrNameLst>
                                          <p:attrName>style.visibility</p:attrName>
                                        </p:attrNameLst>
                                      </p:cBhvr>
                                      <p:to>
                                        <p:strVal val="visible"/>
                                      </p:to>
                                    </p:set>
                                    <p:animEffect transition="in" filter="fade">
                                      <p:cBhvr>
                                        <p:cTn id="7" dur="1000"/>
                                        <p:tgtEl>
                                          <p:spTgt spid="1023"/>
                                        </p:tgtEl>
                                      </p:cBhvr>
                                    </p:animEffect>
                                  </p:childTnLst>
                                </p:cTn>
                              </p:par>
                              <p:par>
                                <p:cTn id="8" presetID="10" presetClass="entr" presetSubtype="0" fill="hold" nodeType="withEffect">
                                  <p:stCondLst>
                                    <p:cond delay="0"/>
                                  </p:stCondLst>
                                  <p:childTnLst>
                                    <p:set>
                                      <p:cBhvr>
                                        <p:cTn id="9" dur="1" fill="hold">
                                          <p:stCondLst>
                                            <p:cond delay="0"/>
                                          </p:stCondLst>
                                        </p:cTn>
                                        <p:tgtEl>
                                          <p:spTgt spid="1025"/>
                                        </p:tgtEl>
                                        <p:attrNameLst>
                                          <p:attrName>style.visibility</p:attrName>
                                        </p:attrNameLst>
                                      </p:cBhvr>
                                      <p:to>
                                        <p:strVal val="visible"/>
                                      </p:to>
                                    </p:set>
                                    <p:animEffect transition="in" filter="fade">
                                      <p:cBhvr>
                                        <p:cTn id="10" dur="1000"/>
                                        <p:tgtEl>
                                          <p:spTgt spid="10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18*204"/>
  <p:tag name="TABLE_ENDDRAG_RECT" val="22*149*618*204"/>
</p:tagLst>
</file>

<file path=ppt/theme/theme1.xml><?xml version="1.0" encoding="utf-8"?>
<a:theme xmlns:a="http://schemas.openxmlformats.org/drawingml/2006/main" name="Minimalist Grayscale Pitch Deck XL by Slidesgo">
  <a:themeElements>
    <a:clrScheme name="Simple Light">
      <a:dk1>
        <a:srgbClr val="383838"/>
      </a:dk1>
      <a:lt1>
        <a:srgbClr val="EEEEEE"/>
      </a:lt1>
      <a:dk2>
        <a:srgbClr val="DBDBDB"/>
      </a:dk2>
      <a:lt2>
        <a:srgbClr val="929292"/>
      </a:lt2>
      <a:accent1>
        <a:srgbClr val="383838"/>
      </a:accent1>
      <a:accent2>
        <a:srgbClr val="383838"/>
      </a:accent2>
      <a:accent3>
        <a:srgbClr val="383838"/>
      </a:accent3>
      <a:accent4>
        <a:srgbClr val="383838"/>
      </a:accent4>
      <a:accent5>
        <a:srgbClr val="FFFFFF"/>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9B2E0820F0E240A51FF3306D6A27A1" ma:contentTypeVersion="4" ma:contentTypeDescription="Create a new document." ma:contentTypeScope="" ma:versionID="4f65a876520f065b55f9fd29e441a3d5">
  <xsd:schema xmlns:xsd="http://www.w3.org/2001/XMLSchema" xmlns:xs="http://www.w3.org/2001/XMLSchema" xmlns:p="http://schemas.microsoft.com/office/2006/metadata/properties" xmlns:ns2="6484dfe6-1747-497f-adeb-3db6e334c90f" targetNamespace="http://schemas.microsoft.com/office/2006/metadata/properties" ma:root="true" ma:fieldsID="3526fbb8e25854a306992970ac96d3ff" ns2:_="">
    <xsd:import namespace="6484dfe6-1747-497f-adeb-3db6e334c9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84dfe6-1747-497f-adeb-3db6e334c9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342621-D450-4C59-AB15-9225EF51950B}"/>
</file>

<file path=customXml/itemProps2.xml><?xml version="1.0" encoding="utf-8"?>
<ds:datastoreItem xmlns:ds="http://schemas.openxmlformats.org/officeDocument/2006/customXml" ds:itemID="{771473E3-304F-49E7-B64F-B2F070091287}"/>
</file>

<file path=customXml/itemProps3.xml><?xml version="1.0" encoding="utf-8"?>
<ds:datastoreItem xmlns:ds="http://schemas.openxmlformats.org/officeDocument/2006/customXml" ds:itemID="{30EC0601-EE84-4663-AE74-B8B9983D6BAC}"/>
</file>

<file path=docProps/app.xml><?xml version="1.0" encoding="utf-8"?>
<Properties xmlns="http://schemas.openxmlformats.org/officeDocument/2006/extended-properties" xmlns:vt="http://schemas.openxmlformats.org/officeDocument/2006/docPropsVTypes">
  <TotalTime>16</TotalTime>
  <Words>1122</Words>
  <Application>Microsoft Office PowerPoint</Application>
  <PresentationFormat>On-screen Show (16:9)</PresentationFormat>
  <Paragraphs>104</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Questrial</vt:lpstr>
      <vt:lpstr>Julius Sans One</vt:lpstr>
      <vt:lpstr>Montserrat</vt:lpstr>
      <vt:lpstr>Didact Gothic</vt:lpstr>
      <vt:lpstr>Minimalist Grayscale Pitch Deck XL by Slidesgo</vt:lpstr>
      <vt:lpstr>AmbieGen TTtool</vt:lpstr>
      <vt:lpstr>Definitie</vt:lpstr>
      <vt:lpstr>Comparatie între Problema  Robotului si Problema Vehiculului </vt:lpstr>
      <vt:lpstr>PowerPoint Presentation</vt:lpstr>
      <vt:lpstr>Optimizarea algoritmului genetic</vt:lpstr>
      <vt:lpstr>PowerPoint Presentation</vt:lpstr>
      <vt:lpstr>Functia de fitness si novelty </vt:lpstr>
      <vt:lpstr>novelty </vt:lpstr>
      <vt:lpstr>PowerPoint Presentation</vt:lpstr>
      <vt:lpstr>PowerPoint Presentation</vt:lpstr>
      <vt:lpstr>PowerPoint Presentation</vt:lpstr>
      <vt:lpstr>PowerPoint Presentation</vt:lpstr>
      <vt:lpstr>Vizualizare Si analiza</vt:lpstr>
      <vt:lpstr>PowerPoint Presentation</vt:lpstr>
      <vt:lpstr>PowerPoint Presentation</vt:lpstr>
      <vt:lpstr>PowerPoint Presentation</vt:lpstr>
      <vt:lpstr>PowerPoint Presentation</vt:lpstr>
      <vt:lpstr>PowerPoint Presentation</vt:lpstr>
      <vt:lpstr>PowerPoint Presentation</vt:lpstr>
      <vt:lpstr>multumim de atentie!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AmbieGen Tool</dc:title>
  <dc:creator/>
  <cp:lastModifiedBy>DENISA PREDESCU</cp:lastModifiedBy>
  <cp:revision>5</cp:revision>
  <dcterms:created xsi:type="dcterms:W3CDTF">2024-11-24T20:48:38Z</dcterms:created>
  <dcterms:modified xsi:type="dcterms:W3CDTF">2024-11-26T11:37:27Z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3333BCD9C6B2412D8FFFFB3FB3C7AA4C_12</vt:lpwstr>
  </property>
  <property fmtid="{D5CDD505-2E9C-101B-9397-08002B2CF9AE}" pid="3" name="KSOProductBuildVer">
    <vt:lpwstr>1033-12.2.0.18911</vt:lpwstr>
  </property>
  <property fmtid="{D5CDD505-2E9C-101B-9397-08002B2CF9AE}" pid="4" name="ContentTypeId">
    <vt:lpwstr>0x010100769B2E0820F0E240A51FF3306D6A27A1</vt:lpwstr>
  </property>
</Properties>
</file>