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quickStyle4.xml" ContentType="application/vnd.openxmlformats-officedocument.drawingml.diagramStyle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66" r:id="rId1"/>
  </p:sldMasterIdLst>
  <p:notesMasterIdLst>
    <p:notesMasterId r:id="rId33"/>
  </p:notesMasterIdLst>
  <p:sldIdLst>
    <p:sldId id="256" r:id="rId2"/>
    <p:sldId id="299" r:id="rId3"/>
    <p:sldId id="368" r:id="rId4"/>
    <p:sldId id="361" r:id="rId5"/>
    <p:sldId id="362" r:id="rId6"/>
    <p:sldId id="363" r:id="rId7"/>
    <p:sldId id="364" r:id="rId8"/>
    <p:sldId id="365" r:id="rId9"/>
    <p:sldId id="366" r:id="rId10"/>
    <p:sldId id="346" r:id="rId11"/>
    <p:sldId id="351" r:id="rId12"/>
    <p:sldId id="369" r:id="rId13"/>
    <p:sldId id="367" r:id="rId14"/>
    <p:sldId id="379" r:id="rId15"/>
    <p:sldId id="370" r:id="rId16"/>
    <p:sldId id="371" r:id="rId17"/>
    <p:sldId id="265" r:id="rId18"/>
    <p:sldId id="337" r:id="rId19"/>
    <p:sldId id="262" r:id="rId20"/>
    <p:sldId id="375" r:id="rId21"/>
    <p:sldId id="372" r:id="rId22"/>
    <p:sldId id="376" r:id="rId23"/>
    <p:sldId id="373" r:id="rId24"/>
    <p:sldId id="377" r:id="rId25"/>
    <p:sldId id="374" r:id="rId26"/>
    <p:sldId id="378" r:id="rId27"/>
    <p:sldId id="380" r:id="rId28"/>
    <p:sldId id="381" r:id="rId29"/>
    <p:sldId id="382" r:id="rId30"/>
    <p:sldId id="383" r:id="rId31"/>
    <p:sldId id="38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8235AE-4C38-4C16-AAE8-E5DB9181E816}">
          <p14:sldIdLst>
            <p14:sldId id="256"/>
            <p14:sldId id="299"/>
            <p14:sldId id="368"/>
            <p14:sldId id="361"/>
            <p14:sldId id="362"/>
            <p14:sldId id="363"/>
            <p14:sldId id="364"/>
            <p14:sldId id="365"/>
            <p14:sldId id="366"/>
            <p14:sldId id="346"/>
            <p14:sldId id="351"/>
            <p14:sldId id="369"/>
            <p14:sldId id="367"/>
            <p14:sldId id="379"/>
            <p14:sldId id="370"/>
            <p14:sldId id="371"/>
            <p14:sldId id="265"/>
            <p14:sldId id="337"/>
            <p14:sldId id="262"/>
            <p14:sldId id="375"/>
            <p14:sldId id="372"/>
            <p14:sldId id="376"/>
            <p14:sldId id="373"/>
            <p14:sldId id="377"/>
            <p14:sldId id="374"/>
            <p14:sldId id="378"/>
            <p14:sldId id="380"/>
            <p14:sldId id="381"/>
            <p14:sldId id="382"/>
            <p14:sldId id="383"/>
            <p14:sldId id="3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2629AE-9A5D-402B-813E-0179BBAFA60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BD3EDEC-6057-406D-997C-28258609DE6A}">
      <dgm:prSet/>
      <dgm:spPr/>
      <dgm:t>
        <a:bodyPr/>
        <a:lstStyle/>
        <a:p>
          <a:r>
            <a: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Obiectivă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observate direct de evaluator sau de participant) </a:t>
          </a:r>
        </a:p>
        <a:p>
          <a:r>
            <a: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Subiectivă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bazate pe opinii/judecăți – de exemplu chestionare).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B9B10B6-8D2D-444D-A87F-A709AEB64D5D}" type="parTrans" cxnId="{9D2DDA8C-4812-46A8-A6D3-2DB4E99531D4}">
      <dgm:prSet/>
      <dgm:spPr/>
      <dgm:t>
        <a:bodyPr/>
        <a:lstStyle/>
        <a:p>
          <a:endParaRPr lang="en-US"/>
        </a:p>
      </dgm:t>
    </dgm:pt>
    <dgm:pt modelId="{C4FA6078-DFD0-4D73-AEC3-6326F1BB6678}" type="sibTrans" cxnId="{9D2DDA8C-4812-46A8-A6D3-2DB4E99531D4}">
      <dgm:prSet/>
      <dgm:spPr/>
      <dgm:t>
        <a:bodyPr/>
        <a:lstStyle/>
        <a:p>
          <a:endParaRPr lang="en-US"/>
        </a:p>
      </dgm:t>
    </dgm:pt>
    <dgm:pt modelId="{3DF4AC7D-A90C-45FC-98A5-EF087EB3B73C}">
      <dgm:prSet/>
      <dgm:spPr/>
      <dgm:t>
        <a:bodyPr/>
        <a:lstStyle/>
        <a:p>
          <a:r>
            <a: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Cantitativă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numerice)  </a:t>
          </a:r>
        </a:p>
        <a:p>
          <a:r>
            <a: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Calitativă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non-numerice, descriptive – pot reflecta probleme întâmpinate).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D2FFFF3-79E2-468C-A944-66650D1FEDE2}" type="sibTrans" cxnId="{EAC45BB0-766D-4439-8159-A88BEED82068}">
      <dgm:prSet/>
      <dgm:spPr/>
      <dgm:t>
        <a:bodyPr/>
        <a:lstStyle/>
        <a:p>
          <a:endParaRPr lang="en-US"/>
        </a:p>
      </dgm:t>
    </dgm:pt>
    <dgm:pt modelId="{03C76BAB-915E-4C58-9DEA-D94C8D6F3B4B}" type="parTrans" cxnId="{EAC45BB0-766D-4439-8159-A88BEED82068}">
      <dgm:prSet/>
      <dgm:spPr/>
      <dgm:t>
        <a:bodyPr/>
        <a:lstStyle/>
        <a:p>
          <a:endParaRPr lang="en-US"/>
        </a:p>
      </dgm:t>
    </dgm:pt>
    <dgm:pt modelId="{6E037EDE-18B1-4A40-B3D5-D630F8A3B9A7}" type="pres">
      <dgm:prSet presAssocID="{D82629AE-9A5D-402B-813E-0179BBAFA608}" presName="linear" presStyleCnt="0">
        <dgm:presLayoutVars>
          <dgm:animLvl val="lvl"/>
          <dgm:resizeHandles val="exact"/>
        </dgm:presLayoutVars>
      </dgm:prSet>
      <dgm:spPr/>
    </dgm:pt>
    <dgm:pt modelId="{BC1EA20B-69A1-4086-9516-F3BA3C71DD59}" type="pres">
      <dgm:prSet presAssocID="{7BD3EDEC-6057-406D-997C-28258609DE6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01D706F-B6EF-4077-8145-F424E0179E3A}" type="pres">
      <dgm:prSet presAssocID="{C4FA6078-DFD0-4D73-AEC3-6326F1BB6678}" presName="spacer" presStyleCnt="0"/>
      <dgm:spPr/>
    </dgm:pt>
    <dgm:pt modelId="{52DA7AA9-990D-4733-9DA9-A4CADBF9978E}" type="pres">
      <dgm:prSet presAssocID="{3DF4AC7D-A90C-45FC-98A5-EF087EB3B73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D2DDA8C-4812-46A8-A6D3-2DB4E99531D4}" srcId="{D82629AE-9A5D-402B-813E-0179BBAFA608}" destId="{7BD3EDEC-6057-406D-997C-28258609DE6A}" srcOrd="0" destOrd="0" parTransId="{CB9B10B6-8D2D-444D-A87F-A709AEB64D5D}" sibTransId="{C4FA6078-DFD0-4D73-AEC3-6326F1BB6678}"/>
    <dgm:cxn modelId="{AA7F0F93-5BC5-49D6-98D7-AC0D1E524F0C}" type="presOf" srcId="{3DF4AC7D-A90C-45FC-98A5-EF087EB3B73C}" destId="{52DA7AA9-990D-4733-9DA9-A4CADBF9978E}" srcOrd="0" destOrd="0" presId="urn:microsoft.com/office/officeart/2005/8/layout/vList2"/>
    <dgm:cxn modelId="{EAC45BB0-766D-4439-8159-A88BEED82068}" srcId="{D82629AE-9A5D-402B-813E-0179BBAFA608}" destId="{3DF4AC7D-A90C-45FC-98A5-EF087EB3B73C}" srcOrd="1" destOrd="0" parTransId="{03C76BAB-915E-4C58-9DEA-D94C8D6F3B4B}" sibTransId="{CD2FFFF3-79E2-468C-A944-66650D1FEDE2}"/>
    <dgm:cxn modelId="{879D54CF-69E7-404B-9EB0-408C41DF8863}" type="presOf" srcId="{7BD3EDEC-6057-406D-997C-28258609DE6A}" destId="{BC1EA20B-69A1-4086-9516-F3BA3C71DD59}" srcOrd="0" destOrd="0" presId="urn:microsoft.com/office/officeart/2005/8/layout/vList2"/>
    <dgm:cxn modelId="{3C1280FA-040A-4D84-A4EB-D03AC09478F2}" type="presOf" srcId="{D82629AE-9A5D-402B-813E-0179BBAFA608}" destId="{6E037EDE-18B1-4A40-B3D5-D630F8A3B9A7}" srcOrd="0" destOrd="0" presId="urn:microsoft.com/office/officeart/2005/8/layout/vList2"/>
    <dgm:cxn modelId="{1E5948F9-13C6-4917-BC5D-4C5A0F8C65E8}" type="presParOf" srcId="{6E037EDE-18B1-4A40-B3D5-D630F8A3B9A7}" destId="{BC1EA20B-69A1-4086-9516-F3BA3C71DD59}" srcOrd="0" destOrd="0" presId="urn:microsoft.com/office/officeart/2005/8/layout/vList2"/>
    <dgm:cxn modelId="{2471242F-EEF4-430A-9527-B785BB78433B}" type="presParOf" srcId="{6E037EDE-18B1-4A40-B3D5-D630F8A3B9A7}" destId="{101D706F-B6EF-4077-8145-F424E0179E3A}" srcOrd="1" destOrd="0" presId="urn:microsoft.com/office/officeart/2005/8/layout/vList2"/>
    <dgm:cxn modelId="{F8082CBE-DC1A-4D79-8E77-119373ECFF3E}" type="presParOf" srcId="{6E037EDE-18B1-4A40-B3D5-D630F8A3B9A7}" destId="{52DA7AA9-990D-4733-9DA9-A4CADBF9978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0C640E-4CE4-4664-B5C5-FB1B208DB57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4035C3-B5AD-4354-ABC1-B69BAC07B111}">
      <dgm:prSet/>
      <dgm:spPr/>
      <dgm:t>
        <a:bodyPr/>
        <a:lstStyle/>
        <a:p>
          <a:r>
            <a: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Metode de evaluare empirice: 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legate de date provenind de la participanți și de observarea peformanței utilizatorilor.  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0F24607-595D-4A65-9FD2-644931369482}" type="parTrans" cxnId="{3FBF4AC9-2F4E-4D9A-A0DA-F7E1A77A2352}">
      <dgm:prSet/>
      <dgm:spPr/>
      <dgm:t>
        <a:bodyPr/>
        <a:lstStyle/>
        <a:p>
          <a:endParaRPr lang="en-US"/>
        </a:p>
      </dgm:t>
    </dgm:pt>
    <dgm:pt modelId="{ABDD7618-F1F7-4F31-9DEA-AF6C610A5540}" type="sibTrans" cxnId="{3FBF4AC9-2F4E-4D9A-A0DA-F7E1A77A2352}">
      <dgm:prSet/>
      <dgm:spPr/>
      <dgm:t>
        <a:bodyPr/>
        <a:lstStyle/>
        <a:p>
          <a:endParaRPr lang="en-US"/>
        </a:p>
      </dgm:t>
    </dgm:pt>
    <dgm:pt modelId="{162E7229-76D6-487F-8FB5-A0746FB3CB2F}">
      <dgm:prSet/>
      <dgm:spPr/>
      <dgm:t>
        <a:bodyPr/>
        <a:lstStyle/>
        <a:p>
          <a:r>
            <a: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Metode de evaluare analitice: </a:t>
          </a:r>
          <a:r>
            <a:rPr lang="ro-RO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bazate pe examinarea atributelor soluției de </a:t>
          </a:r>
          <a:r>
            <a: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design</a:t>
          </a:r>
          <a:r>
            <a:rPr lang="ro-RO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.</a:t>
          </a:r>
          <a:endParaRPr lang="en-US" i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92A34BA-3554-45AF-9308-2042E3C2BEEA}" type="parTrans" cxnId="{DFB7B97A-5506-4C16-B77F-F8795726B70D}">
      <dgm:prSet/>
      <dgm:spPr/>
      <dgm:t>
        <a:bodyPr/>
        <a:lstStyle/>
        <a:p>
          <a:endParaRPr lang="en-US"/>
        </a:p>
      </dgm:t>
    </dgm:pt>
    <dgm:pt modelId="{C6EEC523-2A01-4171-9EE9-14ACDA26C382}" type="sibTrans" cxnId="{DFB7B97A-5506-4C16-B77F-F8795726B70D}">
      <dgm:prSet/>
      <dgm:spPr/>
      <dgm:t>
        <a:bodyPr/>
        <a:lstStyle/>
        <a:p>
          <a:endParaRPr lang="en-US"/>
        </a:p>
      </dgm:t>
    </dgm:pt>
    <dgm:pt modelId="{9977C48C-3849-477A-8F6B-17D9B0E67634}" type="pres">
      <dgm:prSet presAssocID="{690C640E-4CE4-4664-B5C5-FB1B208DB57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B99281-03E8-468D-A658-27CCB99450CB}" type="pres">
      <dgm:prSet presAssocID="{A74035C3-B5AD-4354-ABC1-B69BAC07B111}" presName="hierRoot1" presStyleCnt="0"/>
      <dgm:spPr/>
    </dgm:pt>
    <dgm:pt modelId="{62117D40-14CE-4B72-B6B8-A88F19E01396}" type="pres">
      <dgm:prSet presAssocID="{A74035C3-B5AD-4354-ABC1-B69BAC07B111}" presName="composite" presStyleCnt="0"/>
      <dgm:spPr/>
    </dgm:pt>
    <dgm:pt modelId="{065E9497-2C53-42F6-9315-AC3B6E602C81}" type="pres">
      <dgm:prSet presAssocID="{A74035C3-B5AD-4354-ABC1-B69BAC07B111}" presName="background" presStyleLbl="node0" presStyleIdx="0" presStyleCnt="2"/>
      <dgm:spPr/>
    </dgm:pt>
    <dgm:pt modelId="{809B850B-A9BA-4012-916D-5379D867DB0F}" type="pres">
      <dgm:prSet presAssocID="{A74035C3-B5AD-4354-ABC1-B69BAC07B111}" presName="text" presStyleLbl="fgAcc0" presStyleIdx="0" presStyleCnt="2">
        <dgm:presLayoutVars>
          <dgm:chPref val="3"/>
        </dgm:presLayoutVars>
      </dgm:prSet>
      <dgm:spPr/>
    </dgm:pt>
    <dgm:pt modelId="{C501FE14-017F-44BC-953C-D41C0F7872D1}" type="pres">
      <dgm:prSet presAssocID="{A74035C3-B5AD-4354-ABC1-B69BAC07B111}" presName="hierChild2" presStyleCnt="0"/>
      <dgm:spPr/>
    </dgm:pt>
    <dgm:pt modelId="{A3E6DB34-5598-43BF-894D-EEA76D7DC1A4}" type="pres">
      <dgm:prSet presAssocID="{162E7229-76D6-487F-8FB5-A0746FB3CB2F}" presName="hierRoot1" presStyleCnt="0"/>
      <dgm:spPr/>
    </dgm:pt>
    <dgm:pt modelId="{D3460FC9-3D86-4A8D-8CE2-24CEC4348039}" type="pres">
      <dgm:prSet presAssocID="{162E7229-76D6-487F-8FB5-A0746FB3CB2F}" presName="composite" presStyleCnt="0"/>
      <dgm:spPr/>
    </dgm:pt>
    <dgm:pt modelId="{3B6389CF-350C-4953-A14B-C5BF3A0FA2A3}" type="pres">
      <dgm:prSet presAssocID="{162E7229-76D6-487F-8FB5-A0746FB3CB2F}" presName="background" presStyleLbl="node0" presStyleIdx="1" presStyleCnt="2"/>
      <dgm:spPr/>
    </dgm:pt>
    <dgm:pt modelId="{5988E54E-A025-4171-BB52-E1DCB06C1FDC}" type="pres">
      <dgm:prSet presAssocID="{162E7229-76D6-487F-8FB5-A0746FB3CB2F}" presName="text" presStyleLbl="fgAcc0" presStyleIdx="1" presStyleCnt="2">
        <dgm:presLayoutVars>
          <dgm:chPref val="3"/>
        </dgm:presLayoutVars>
      </dgm:prSet>
      <dgm:spPr/>
    </dgm:pt>
    <dgm:pt modelId="{DC1073FA-950D-4AC0-ACF5-DA899FB0919C}" type="pres">
      <dgm:prSet presAssocID="{162E7229-76D6-487F-8FB5-A0746FB3CB2F}" presName="hierChild2" presStyleCnt="0"/>
      <dgm:spPr/>
    </dgm:pt>
  </dgm:ptLst>
  <dgm:cxnLst>
    <dgm:cxn modelId="{4027271E-3BCC-49E5-B492-7FF453E1E20C}" type="presOf" srcId="{162E7229-76D6-487F-8FB5-A0746FB3CB2F}" destId="{5988E54E-A025-4171-BB52-E1DCB06C1FDC}" srcOrd="0" destOrd="0" presId="urn:microsoft.com/office/officeart/2005/8/layout/hierarchy1"/>
    <dgm:cxn modelId="{0BE77625-BFEC-45F3-91A5-0B2E3CB1A31E}" type="presOf" srcId="{690C640E-4CE4-4664-B5C5-FB1B208DB571}" destId="{9977C48C-3849-477A-8F6B-17D9B0E67634}" srcOrd="0" destOrd="0" presId="urn:microsoft.com/office/officeart/2005/8/layout/hierarchy1"/>
    <dgm:cxn modelId="{DFB7B97A-5506-4C16-B77F-F8795726B70D}" srcId="{690C640E-4CE4-4664-B5C5-FB1B208DB571}" destId="{162E7229-76D6-487F-8FB5-A0746FB3CB2F}" srcOrd="1" destOrd="0" parTransId="{892A34BA-3554-45AF-9308-2042E3C2BEEA}" sibTransId="{C6EEC523-2A01-4171-9EE9-14ACDA26C382}"/>
    <dgm:cxn modelId="{0F7E20A4-78FE-4C01-AD14-0945861151DF}" type="presOf" srcId="{A74035C3-B5AD-4354-ABC1-B69BAC07B111}" destId="{809B850B-A9BA-4012-916D-5379D867DB0F}" srcOrd="0" destOrd="0" presId="urn:microsoft.com/office/officeart/2005/8/layout/hierarchy1"/>
    <dgm:cxn modelId="{3FBF4AC9-2F4E-4D9A-A0DA-F7E1A77A2352}" srcId="{690C640E-4CE4-4664-B5C5-FB1B208DB571}" destId="{A74035C3-B5AD-4354-ABC1-B69BAC07B111}" srcOrd="0" destOrd="0" parTransId="{90F24607-595D-4A65-9FD2-644931369482}" sibTransId="{ABDD7618-F1F7-4F31-9DEA-AF6C610A5540}"/>
    <dgm:cxn modelId="{4B9B99A1-0566-4FF9-A156-595CEAF0433F}" type="presParOf" srcId="{9977C48C-3849-477A-8F6B-17D9B0E67634}" destId="{25B99281-03E8-468D-A658-27CCB99450CB}" srcOrd="0" destOrd="0" presId="urn:microsoft.com/office/officeart/2005/8/layout/hierarchy1"/>
    <dgm:cxn modelId="{AB9930BC-E013-46BD-9064-99545C29DB8A}" type="presParOf" srcId="{25B99281-03E8-468D-A658-27CCB99450CB}" destId="{62117D40-14CE-4B72-B6B8-A88F19E01396}" srcOrd="0" destOrd="0" presId="urn:microsoft.com/office/officeart/2005/8/layout/hierarchy1"/>
    <dgm:cxn modelId="{64924A33-FC74-444F-8CDA-D2C22915F808}" type="presParOf" srcId="{62117D40-14CE-4B72-B6B8-A88F19E01396}" destId="{065E9497-2C53-42F6-9315-AC3B6E602C81}" srcOrd="0" destOrd="0" presId="urn:microsoft.com/office/officeart/2005/8/layout/hierarchy1"/>
    <dgm:cxn modelId="{849CA124-A6B2-4A52-BF2B-576A80ECC6CB}" type="presParOf" srcId="{62117D40-14CE-4B72-B6B8-A88F19E01396}" destId="{809B850B-A9BA-4012-916D-5379D867DB0F}" srcOrd="1" destOrd="0" presId="urn:microsoft.com/office/officeart/2005/8/layout/hierarchy1"/>
    <dgm:cxn modelId="{63DD2122-1E4F-4DBD-AC6F-21BC13B4325B}" type="presParOf" srcId="{25B99281-03E8-468D-A658-27CCB99450CB}" destId="{C501FE14-017F-44BC-953C-D41C0F7872D1}" srcOrd="1" destOrd="0" presId="urn:microsoft.com/office/officeart/2005/8/layout/hierarchy1"/>
    <dgm:cxn modelId="{E0A9E5DB-4283-4213-B86B-8E5A1B426B79}" type="presParOf" srcId="{9977C48C-3849-477A-8F6B-17D9B0E67634}" destId="{A3E6DB34-5598-43BF-894D-EEA76D7DC1A4}" srcOrd="1" destOrd="0" presId="urn:microsoft.com/office/officeart/2005/8/layout/hierarchy1"/>
    <dgm:cxn modelId="{775632A9-78BC-499F-8FA7-83B105B30E8B}" type="presParOf" srcId="{A3E6DB34-5598-43BF-894D-EEA76D7DC1A4}" destId="{D3460FC9-3D86-4A8D-8CE2-24CEC4348039}" srcOrd="0" destOrd="0" presId="urn:microsoft.com/office/officeart/2005/8/layout/hierarchy1"/>
    <dgm:cxn modelId="{0D447E93-0DE1-40BC-8C1E-0A706C34D09F}" type="presParOf" srcId="{D3460FC9-3D86-4A8D-8CE2-24CEC4348039}" destId="{3B6389CF-350C-4953-A14B-C5BF3A0FA2A3}" srcOrd="0" destOrd="0" presId="urn:microsoft.com/office/officeart/2005/8/layout/hierarchy1"/>
    <dgm:cxn modelId="{DE0E25C3-BC09-4938-B167-C3E6A715719D}" type="presParOf" srcId="{D3460FC9-3D86-4A8D-8CE2-24CEC4348039}" destId="{5988E54E-A025-4171-BB52-E1DCB06C1FDC}" srcOrd="1" destOrd="0" presId="urn:microsoft.com/office/officeart/2005/8/layout/hierarchy1"/>
    <dgm:cxn modelId="{C8680C31-6813-4E00-AB1F-33E1A9F00712}" type="presParOf" srcId="{A3E6DB34-5598-43BF-894D-EEA76D7DC1A4}" destId="{DC1073FA-950D-4AC0-ACF5-DA899FB091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1121FB-0164-4D00-BB88-C8F10F2C2E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3F2354-FE9D-4872-BD3F-A8DD00ADF324}">
      <dgm:prSet/>
      <dgm:spPr/>
      <dgm:t>
        <a:bodyPr/>
        <a:lstStyle/>
        <a:p>
          <a:r>
            <a: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Scopul: 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diferă de la etapă la etapă, poate fi evaluat întregul sistem/produs, </a:t>
          </a:r>
          <a:r>
            <a: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design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-ul conceptual, etc. Pot exista și scopuri restrânse. 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6019B39-F2BC-4D7D-A4DE-287F97C9A6E1}" type="parTrans" cxnId="{79C3444D-E589-43E8-A1AD-CCD32D751CC8}">
      <dgm:prSet/>
      <dgm:spPr/>
      <dgm:t>
        <a:bodyPr/>
        <a:lstStyle/>
        <a:p>
          <a:endParaRPr lang="en-US"/>
        </a:p>
      </dgm:t>
    </dgm:pt>
    <dgm:pt modelId="{458172D5-AB34-4F04-9DF4-CB0CB564D33C}" type="sibTrans" cxnId="{79C3444D-E589-43E8-A1AD-CCD32D751CC8}">
      <dgm:prSet/>
      <dgm:spPr/>
      <dgm:t>
        <a:bodyPr/>
        <a:lstStyle/>
        <a:p>
          <a:endParaRPr lang="en-US"/>
        </a:p>
      </dgm:t>
    </dgm:pt>
    <dgm:pt modelId="{E477AABE-770D-456A-A6D7-AECE0ADD8C78}">
      <dgm:prSet/>
      <dgm:spPr/>
      <dgm:t>
        <a:bodyPr/>
        <a:lstStyle/>
        <a:p>
          <a:r>
            <a: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Rigoarea: 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 orice nivel de rigoare, depinde de etapă (în etapele inițiale un nivel ridicat de rigoare nu ar fi util), de context (</a:t>
          </a:r>
          <a:r>
            <a: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systems 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– rigoare adecvată).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E6E65CB-A12A-4F07-8395-2BAA75CAAC80}" type="parTrans" cxnId="{6B4F7010-3D96-4082-9EDE-DC4E4F819C15}">
      <dgm:prSet/>
      <dgm:spPr/>
      <dgm:t>
        <a:bodyPr/>
        <a:lstStyle/>
        <a:p>
          <a:endParaRPr lang="en-US"/>
        </a:p>
      </dgm:t>
    </dgm:pt>
    <dgm:pt modelId="{9600788B-0E1D-4B99-A099-21FDCAD50066}" type="sibTrans" cxnId="{6B4F7010-3D96-4082-9EDE-DC4E4F819C15}">
      <dgm:prSet/>
      <dgm:spPr/>
      <dgm:t>
        <a:bodyPr/>
        <a:lstStyle/>
        <a:p>
          <a:endParaRPr lang="en-US"/>
        </a:p>
      </dgm:t>
    </dgm:pt>
    <dgm:pt modelId="{895F651B-D0A7-44D3-A858-263A94BD83E2}" type="pres">
      <dgm:prSet presAssocID="{771121FB-0164-4D00-BB88-C8F10F2C2ECC}" presName="linear" presStyleCnt="0">
        <dgm:presLayoutVars>
          <dgm:animLvl val="lvl"/>
          <dgm:resizeHandles val="exact"/>
        </dgm:presLayoutVars>
      </dgm:prSet>
      <dgm:spPr/>
    </dgm:pt>
    <dgm:pt modelId="{C8087F9D-FCA3-49AC-9401-B9FF4F0DE0CE}" type="pres">
      <dgm:prSet presAssocID="{0E3F2354-FE9D-4872-BD3F-A8DD00ADF32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3F91B5-F3CF-4DA5-9B03-3CE8E33FB045}" type="pres">
      <dgm:prSet presAssocID="{458172D5-AB34-4F04-9DF4-CB0CB564D33C}" presName="spacer" presStyleCnt="0"/>
      <dgm:spPr/>
    </dgm:pt>
    <dgm:pt modelId="{D3465791-B748-4F7A-A9D2-D698DDDA18CB}" type="pres">
      <dgm:prSet presAssocID="{E477AABE-770D-456A-A6D7-AECE0ADD8C7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B4F7010-3D96-4082-9EDE-DC4E4F819C15}" srcId="{771121FB-0164-4D00-BB88-C8F10F2C2ECC}" destId="{E477AABE-770D-456A-A6D7-AECE0ADD8C78}" srcOrd="1" destOrd="0" parTransId="{1E6E65CB-A12A-4F07-8395-2BAA75CAAC80}" sibTransId="{9600788B-0E1D-4B99-A099-21FDCAD50066}"/>
    <dgm:cxn modelId="{79C3444D-E589-43E8-A1AD-CCD32D751CC8}" srcId="{771121FB-0164-4D00-BB88-C8F10F2C2ECC}" destId="{0E3F2354-FE9D-4872-BD3F-A8DD00ADF324}" srcOrd="0" destOrd="0" parTransId="{E6019B39-F2BC-4D7D-A4DE-287F97C9A6E1}" sibTransId="{458172D5-AB34-4F04-9DF4-CB0CB564D33C}"/>
    <dgm:cxn modelId="{E406C17A-8799-43C3-8EE2-A289C174E37F}" type="presOf" srcId="{771121FB-0164-4D00-BB88-C8F10F2C2ECC}" destId="{895F651B-D0A7-44D3-A858-263A94BD83E2}" srcOrd="0" destOrd="0" presId="urn:microsoft.com/office/officeart/2005/8/layout/vList2"/>
    <dgm:cxn modelId="{35BD9BBA-0622-4A0C-8036-B47D4CAF860A}" type="presOf" srcId="{E477AABE-770D-456A-A6D7-AECE0ADD8C78}" destId="{D3465791-B748-4F7A-A9D2-D698DDDA18CB}" srcOrd="0" destOrd="0" presId="urn:microsoft.com/office/officeart/2005/8/layout/vList2"/>
    <dgm:cxn modelId="{CBEE7ACE-F177-4082-A24A-65AE099DFCEE}" type="presOf" srcId="{0E3F2354-FE9D-4872-BD3F-A8DD00ADF324}" destId="{C8087F9D-FCA3-49AC-9401-B9FF4F0DE0CE}" srcOrd="0" destOrd="0" presId="urn:microsoft.com/office/officeart/2005/8/layout/vList2"/>
    <dgm:cxn modelId="{1B7BEB60-B3C2-42F5-9B8A-C42CC22F6174}" type="presParOf" srcId="{895F651B-D0A7-44D3-A858-263A94BD83E2}" destId="{C8087F9D-FCA3-49AC-9401-B9FF4F0DE0CE}" srcOrd="0" destOrd="0" presId="urn:microsoft.com/office/officeart/2005/8/layout/vList2"/>
    <dgm:cxn modelId="{0D114520-7C24-48DC-96B2-121B3D2A8292}" type="presParOf" srcId="{895F651B-D0A7-44D3-A858-263A94BD83E2}" destId="{8C3F91B5-F3CF-4DA5-9B03-3CE8E33FB045}" srcOrd="1" destOrd="0" presId="urn:microsoft.com/office/officeart/2005/8/layout/vList2"/>
    <dgm:cxn modelId="{4CE880CC-9E18-4859-8D8E-FC805EE44E76}" type="presParOf" srcId="{895F651B-D0A7-44D3-A858-263A94BD83E2}" destId="{D3465791-B748-4F7A-A9D2-D698DDDA18C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5D40EA-B62C-42F3-8A14-749B72209AF1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449AA93-F16D-4C53-858C-B4317B36704F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gm:t>
    </dgm:pt>
    <dgm:pt modelId="{C2EA2FB6-CF44-453B-8040-23BA2FB16619}" type="parTrans" cxnId="{9DAA5942-7B72-460C-A528-C8B7442CD8FD}">
      <dgm:prSet/>
      <dgm:spPr/>
      <dgm:t>
        <a:bodyPr/>
        <a:lstStyle/>
        <a:p>
          <a:endParaRPr lang="en-US" sz="1600"/>
        </a:p>
      </dgm:t>
    </dgm:pt>
    <dgm:pt modelId="{9DCECE12-2DD5-469A-817F-91CBF4B3E4AB}" type="sibTrans" cxnId="{9DAA5942-7B72-460C-A528-C8B7442CD8FD}">
      <dgm:prSet/>
      <dgm:spPr/>
      <dgm:t>
        <a:bodyPr/>
        <a:lstStyle/>
        <a:p>
          <a:endParaRPr lang="en-US"/>
        </a:p>
      </dgm:t>
    </dgm:pt>
    <dgm:pt modelId="{EA11EC18-831F-4F1C-9478-B91B106AA56A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incidentelor critice (obiectivă, calitativă).</a:t>
          </a:r>
          <a:endParaRPr lang="en-US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0DAA819-68A6-41B2-B6E8-428FD4321EDD}" type="parTrans" cxnId="{2215EDBE-0703-4E25-8684-2E073DAD08A8}">
      <dgm:prSet/>
      <dgm:spPr/>
      <dgm:t>
        <a:bodyPr/>
        <a:lstStyle/>
        <a:p>
          <a:endParaRPr lang="en-US" sz="1600"/>
        </a:p>
      </dgm:t>
    </dgm:pt>
    <dgm:pt modelId="{1F231C1F-9EBE-455A-B08E-8EE15C32B023}" type="sibTrans" cxnId="{2215EDBE-0703-4E25-8684-2E073DAD08A8}">
      <dgm:prSet/>
      <dgm:spPr/>
      <dgm:t>
        <a:bodyPr/>
        <a:lstStyle/>
        <a:p>
          <a:endParaRPr lang="en-US"/>
        </a:p>
      </dgm:t>
    </dgm:pt>
    <dgm:pt modelId="{151861CF-A383-41A4-A726-AA682B2AB72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gm:t>
    </dgm:pt>
    <dgm:pt modelId="{7534258B-82A2-4D80-AC73-AABB4A4B7787}" type="parTrans" cxnId="{F9DA16B6-9CE1-45F0-9665-79F2A5AAA32F}">
      <dgm:prSet/>
      <dgm:spPr/>
      <dgm:t>
        <a:bodyPr/>
        <a:lstStyle/>
        <a:p>
          <a:endParaRPr lang="en-US" sz="1600"/>
        </a:p>
      </dgm:t>
    </dgm:pt>
    <dgm:pt modelId="{14C6ADF9-77AF-4959-A22A-9113C4FC22BC}" type="sibTrans" cxnId="{F9DA16B6-9CE1-45F0-9665-79F2A5AAA32F}">
      <dgm:prSet/>
      <dgm:spPr/>
      <dgm:t>
        <a:bodyPr/>
        <a:lstStyle/>
        <a:p>
          <a:endParaRPr lang="en-US"/>
        </a:p>
      </dgm:t>
    </dgm:pt>
    <dgm:pt modelId="{3DB914EB-9DDA-4132-889A-F547513F4CF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b="0" i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2196D71-5A7B-4D53-BF54-7332ED52760E}" type="parTrans" cxnId="{1BB4421C-A850-4319-9C4C-4D36FB7CA54F}">
      <dgm:prSet/>
      <dgm:spPr/>
      <dgm:t>
        <a:bodyPr/>
        <a:lstStyle/>
        <a:p>
          <a:endParaRPr lang="en-US" sz="1600"/>
        </a:p>
      </dgm:t>
    </dgm:pt>
    <dgm:pt modelId="{7982089E-BFDF-437E-AB6F-32629628B52B}" type="sibTrans" cxnId="{1BB4421C-A850-4319-9C4C-4D36FB7CA54F}">
      <dgm:prSet/>
      <dgm:spPr/>
      <dgm:t>
        <a:bodyPr/>
        <a:lstStyle/>
        <a:p>
          <a:endParaRPr lang="en-US"/>
        </a:p>
      </dgm:t>
    </dgm:pt>
    <dgm:pt modelId="{320174FF-2818-4485-B0A5-AFEEA22A7D39}" type="pres">
      <dgm:prSet presAssocID="{D85D40EA-B62C-42F3-8A14-749B72209AF1}" presName="vert0" presStyleCnt="0">
        <dgm:presLayoutVars>
          <dgm:dir/>
          <dgm:animOne val="branch"/>
          <dgm:animLvl val="lvl"/>
        </dgm:presLayoutVars>
      </dgm:prSet>
      <dgm:spPr/>
    </dgm:pt>
    <dgm:pt modelId="{1B1585B3-47F7-4711-B243-4229685E248F}" type="pres">
      <dgm:prSet presAssocID="{A449AA93-F16D-4C53-858C-B4317B36704F}" presName="thickLine" presStyleLbl="alignNode1" presStyleIdx="0" presStyleCnt="4"/>
      <dgm:spPr/>
    </dgm:pt>
    <dgm:pt modelId="{21CBA0B7-FA7F-4823-815A-73375AB0899D}" type="pres">
      <dgm:prSet presAssocID="{A449AA93-F16D-4C53-858C-B4317B36704F}" presName="horz1" presStyleCnt="0"/>
      <dgm:spPr/>
    </dgm:pt>
    <dgm:pt modelId="{1CAEA323-F758-4F8A-8272-A05F881B1AC2}" type="pres">
      <dgm:prSet presAssocID="{A449AA93-F16D-4C53-858C-B4317B36704F}" presName="tx1" presStyleLbl="revTx" presStyleIdx="0" presStyleCnt="4"/>
      <dgm:spPr/>
    </dgm:pt>
    <dgm:pt modelId="{4223348C-47A9-4BDC-A8F5-06666F39C0AC}" type="pres">
      <dgm:prSet presAssocID="{A449AA93-F16D-4C53-858C-B4317B36704F}" presName="vert1" presStyleCnt="0"/>
      <dgm:spPr/>
    </dgm:pt>
    <dgm:pt modelId="{154270D9-90E9-46AC-96BD-169BB70C92DA}" type="pres">
      <dgm:prSet presAssocID="{EA11EC18-831F-4F1C-9478-B91B106AA56A}" presName="thickLine" presStyleLbl="alignNode1" presStyleIdx="1" presStyleCnt="4"/>
      <dgm:spPr/>
    </dgm:pt>
    <dgm:pt modelId="{B080F3E6-A5A8-44D1-B919-0DFAD978E066}" type="pres">
      <dgm:prSet presAssocID="{EA11EC18-831F-4F1C-9478-B91B106AA56A}" presName="horz1" presStyleCnt="0"/>
      <dgm:spPr/>
    </dgm:pt>
    <dgm:pt modelId="{04A91696-FE7F-4847-94CE-2A8EB68555EA}" type="pres">
      <dgm:prSet presAssocID="{EA11EC18-831F-4F1C-9478-B91B106AA56A}" presName="tx1" presStyleLbl="revTx" presStyleIdx="1" presStyleCnt="4"/>
      <dgm:spPr/>
    </dgm:pt>
    <dgm:pt modelId="{AB0E1E87-D915-46F3-8B6A-2FE79007F14D}" type="pres">
      <dgm:prSet presAssocID="{EA11EC18-831F-4F1C-9478-B91B106AA56A}" presName="vert1" presStyleCnt="0"/>
      <dgm:spPr/>
    </dgm:pt>
    <dgm:pt modelId="{0D8A3FF3-F8CD-4240-98F2-66D96E7E4351}" type="pres">
      <dgm:prSet presAssocID="{151861CF-A383-41A4-A726-AA682B2AB720}" presName="thickLine" presStyleLbl="alignNode1" presStyleIdx="2" presStyleCnt="4"/>
      <dgm:spPr/>
    </dgm:pt>
    <dgm:pt modelId="{8E067B65-68D6-403F-AA8F-E5D9BF4B6E56}" type="pres">
      <dgm:prSet presAssocID="{151861CF-A383-41A4-A726-AA682B2AB720}" presName="horz1" presStyleCnt="0"/>
      <dgm:spPr/>
    </dgm:pt>
    <dgm:pt modelId="{FB0ADD8E-606E-4A67-9F44-07AED5165A82}" type="pres">
      <dgm:prSet presAssocID="{151861CF-A383-41A4-A726-AA682B2AB720}" presName="tx1" presStyleLbl="revTx" presStyleIdx="2" presStyleCnt="4"/>
      <dgm:spPr/>
    </dgm:pt>
    <dgm:pt modelId="{16F5A4CD-84D6-4EDE-A2DB-B3ED25DAE384}" type="pres">
      <dgm:prSet presAssocID="{151861CF-A383-41A4-A726-AA682B2AB720}" presName="vert1" presStyleCnt="0"/>
      <dgm:spPr/>
    </dgm:pt>
    <dgm:pt modelId="{EDA4067C-8B95-48B4-AE84-996A6BBF5883}" type="pres">
      <dgm:prSet presAssocID="{3DB914EB-9DDA-4132-889A-F547513F4CF0}" presName="thickLine" presStyleLbl="alignNode1" presStyleIdx="3" presStyleCnt="4"/>
      <dgm:spPr/>
    </dgm:pt>
    <dgm:pt modelId="{3A5BB2AB-9BFA-429F-A684-2B9E38EB096B}" type="pres">
      <dgm:prSet presAssocID="{3DB914EB-9DDA-4132-889A-F547513F4CF0}" presName="horz1" presStyleCnt="0"/>
      <dgm:spPr/>
    </dgm:pt>
    <dgm:pt modelId="{F3BF6AA3-A835-43FB-A804-AE1197C5EBEC}" type="pres">
      <dgm:prSet presAssocID="{3DB914EB-9DDA-4132-889A-F547513F4CF0}" presName="tx1" presStyleLbl="revTx" presStyleIdx="3" presStyleCnt="4"/>
      <dgm:spPr/>
    </dgm:pt>
    <dgm:pt modelId="{1958D3E7-8A63-4B14-8487-CFDA378BAFBE}" type="pres">
      <dgm:prSet presAssocID="{3DB914EB-9DDA-4132-889A-F547513F4CF0}" presName="vert1" presStyleCnt="0"/>
      <dgm:spPr/>
    </dgm:pt>
  </dgm:ptLst>
  <dgm:cxnLst>
    <dgm:cxn modelId="{3CB4B005-E43C-4768-A4D4-833C13B34783}" type="presOf" srcId="{A449AA93-F16D-4C53-858C-B4317B36704F}" destId="{1CAEA323-F758-4F8A-8272-A05F881B1AC2}" srcOrd="0" destOrd="0" presId="urn:microsoft.com/office/officeart/2008/layout/LinedList"/>
    <dgm:cxn modelId="{EA3BF009-5ABA-426F-8884-D1F4ABCDBD98}" type="presOf" srcId="{3DB914EB-9DDA-4132-889A-F547513F4CF0}" destId="{F3BF6AA3-A835-43FB-A804-AE1197C5EBEC}" srcOrd="0" destOrd="0" presId="urn:microsoft.com/office/officeart/2008/layout/LinedList"/>
    <dgm:cxn modelId="{1BB4421C-A850-4319-9C4C-4D36FB7CA54F}" srcId="{D85D40EA-B62C-42F3-8A14-749B72209AF1}" destId="{3DB914EB-9DDA-4132-889A-F547513F4CF0}" srcOrd="3" destOrd="0" parTransId="{A2196D71-5A7B-4D53-BF54-7332ED52760E}" sibTransId="{7982089E-BFDF-437E-AB6F-32629628B52B}"/>
    <dgm:cxn modelId="{47DB305E-2196-4CC1-AB90-1FF58868EF6A}" type="presOf" srcId="{D85D40EA-B62C-42F3-8A14-749B72209AF1}" destId="{320174FF-2818-4485-B0A5-AFEEA22A7D39}" srcOrd="0" destOrd="0" presId="urn:microsoft.com/office/officeart/2008/layout/LinedList"/>
    <dgm:cxn modelId="{9DAA5942-7B72-460C-A528-C8B7442CD8FD}" srcId="{D85D40EA-B62C-42F3-8A14-749B72209AF1}" destId="{A449AA93-F16D-4C53-858C-B4317B36704F}" srcOrd="0" destOrd="0" parTransId="{C2EA2FB6-CF44-453B-8040-23BA2FB16619}" sibTransId="{9DCECE12-2DD5-469A-817F-91CBF4B3E4AB}"/>
    <dgm:cxn modelId="{BA9E8B69-9D73-49B8-932C-82C5798A6512}" type="presOf" srcId="{151861CF-A383-41A4-A726-AA682B2AB720}" destId="{FB0ADD8E-606E-4A67-9F44-07AED5165A82}" srcOrd="0" destOrd="0" presId="urn:microsoft.com/office/officeart/2008/layout/LinedList"/>
    <dgm:cxn modelId="{F9DA16B6-9CE1-45F0-9665-79F2A5AAA32F}" srcId="{D85D40EA-B62C-42F3-8A14-749B72209AF1}" destId="{151861CF-A383-41A4-A726-AA682B2AB720}" srcOrd="2" destOrd="0" parTransId="{7534258B-82A2-4D80-AC73-AABB4A4B7787}" sibTransId="{14C6ADF9-77AF-4959-A22A-9113C4FC22BC}"/>
    <dgm:cxn modelId="{2215EDBE-0703-4E25-8684-2E073DAD08A8}" srcId="{D85D40EA-B62C-42F3-8A14-749B72209AF1}" destId="{EA11EC18-831F-4F1C-9478-B91B106AA56A}" srcOrd="1" destOrd="0" parTransId="{D0DAA819-68A6-41B2-B6E8-428FD4321EDD}" sibTransId="{1F231C1F-9EBE-455A-B08E-8EE15C32B023}"/>
    <dgm:cxn modelId="{8B16FEBE-DD87-464E-88B6-92D241A5E3D8}" type="presOf" srcId="{EA11EC18-831F-4F1C-9478-B91B106AA56A}" destId="{04A91696-FE7F-4847-94CE-2A8EB68555EA}" srcOrd="0" destOrd="0" presId="urn:microsoft.com/office/officeart/2008/layout/LinedList"/>
    <dgm:cxn modelId="{12CFAEA7-718B-47E7-B07C-F9B7CF5D5350}" type="presParOf" srcId="{320174FF-2818-4485-B0A5-AFEEA22A7D39}" destId="{1B1585B3-47F7-4711-B243-4229685E248F}" srcOrd="0" destOrd="0" presId="urn:microsoft.com/office/officeart/2008/layout/LinedList"/>
    <dgm:cxn modelId="{06CF6CC2-A762-49F1-8288-17671BCFDB49}" type="presParOf" srcId="{320174FF-2818-4485-B0A5-AFEEA22A7D39}" destId="{21CBA0B7-FA7F-4823-815A-73375AB0899D}" srcOrd="1" destOrd="0" presId="urn:microsoft.com/office/officeart/2008/layout/LinedList"/>
    <dgm:cxn modelId="{62A1C1AC-4D3E-4ECC-99C3-C4F5A8FBEA85}" type="presParOf" srcId="{21CBA0B7-FA7F-4823-815A-73375AB0899D}" destId="{1CAEA323-F758-4F8A-8272-A05F881B1AC2}" srcOrd="0" destOrd="0" presId="urn:microsoft.com/office/officeart/2008/layout/LinedList"/>
    <dgm:cxn modelId="{7B35B35F-A5A5-4CDB-9F4B-F91FE09A1B40}" type="presParOf" srcId="{21CBA0B7-FA7F-4823-815A-73375AB0899D}" destId="{4223348C-47A9-4BDC-A8F5-06666F39C0AC}" srcOrd="1" destOrd="0" presId="urn:microsoft.com/office/officeart/2008/layout/LinedList"/>
    <dgm:cxn modelId="{14319348-8F4B-4327-B701-F25B916D0B39}" type="presParOf" srcId="{320174FF-2818-4485-B0A5-AFEEA22A7D39}" destId="{154270D9-90E9-46AC-96BD-169BB70C92DA}" srcOrd="2" destOrd="0" presId="urn:microsoft.com/office/officeart/2008/layout/LinedList"/>
    <dgm:cxn modelId="{76059C21-0905-438E-B8A9-FACBAE526D5F}" type="presParOf" srcId="{320174FF-2818-4485-B0A5-AFEEA22A7D39}" destId="{B080F3E6-A5A8-44D1-B919-0DFAD978E066}" srcOrd="3" destOrd="0" presId="urn:microsoft.com/office/officeart/2008/layout/LinedList"/>
    <dgm:cxn modelId="{1086A73D-9515-4991-9261-8D8717FC256A}" type="presParOf" srcId="{B080F3E6-A5A8-44D1-B919-0DFAD978E066}" destId="{04A91696-FE7F-4847-94CE-2A8EB68555EA}" srcOrd="0" destOrd="0" presId="urn:microsoft.com/office/officeart/2008/layout/LinedList"/>
    <dgm:cxn modelId="{252F83AA-420F-4225-8EA3-75EDA8166880}" type="presParOf" srcId="{B080F3E6-A5A8-44D1-B919-0DFAD978E066}" destId="{AB0E1E87-D915-46F3-8B6A-2FE79007F14D}" srcOrd="1" destOrd="0" presId="urn:microsoft.com/office/officeart/2008/layout/LinedList"/>
    <dgm:cxn modelId="{E2610C6A-759F-4B12-B550-F50DB79C941B}" type="presParOf" srcId="{320174FF-2818-4485-B0A5-AFEEA22A7D39}" destId="{0D8A3FF3-F8CD-4240-98F2-66D96E7E4351}" srcOrd="4" destOrd="0" presId="urn:microsoft.com/office/officeart/2008/layout/LinedList"/>
    <dgm:cxn modelId="{04BAEAA2-1DA8-4C12-BDC0-F6EC61A62852}" type="presParOf" srcId="{320174FF-2818-4485-B0A5-AFEEA22A7D39}" destId="{8E067B65-68D6-403F-AA8F-E5D9BF4B6E56}" srcOrd="5" destOrd="0" presId="urn:microsoft.com/office/officeart/2008/layout/LinedList"/>
    <dgm:cxn modelId="{4E2727B4-A326-4019-8D5B-6E46296F4953}" type="presParOf" srcId="{8E067B65-68D6-403F-AA8F-E5D9BF4B6E56}" destId="{FB0ADD8E-606E-4A67-9F44-07AED5165A82}" srcOrd="0" destOrd="0" presId="urn:microsoft.com/office/officeart/2008/layout/LinedList"/>
    <dgm:cxn modelId="{6FD0A8C0-9A57-4C53-BBBA-4086BB2D0B3B}" type="presParOf" srcId="{8E067B65-68D6-403F-AA8F-E5D9BF4B6E56}" destId="{16F5A4CD-84D6-4EDE-A2DB-B3ED25DAE384}" srcOrd="1" destOrd="0" presId="urn:microsoft.com/office/officeart/2008/layout/LinedList"/>
    <dgm:cxn modelId="{2AC25023-A021-4552-A379-E8C9C98AA447}" type="presParOf" srcId="{320174FF-2818-4485-B0A5-AFEEA22A7D39}" destId="{EDA4067C-8B95-48B4-AE84-996A6BBF5883}" srcOrd="6" destOrd="0" presId="urn:microsoft.com/office/officeart/2008/layout/LinedList"/>
    <dgm:cxn modelId="{1B3ADA81-2FF5-4FED-AFBF-A9CB19102F49}" type="presParOf" srcId="{320174FF-2818-4485-B0A5-AFEEA22A7D39}" destId="{3A5BB2AB-9BFA-429F-A684-2B9E38EB096B}" srcOrd="7" destOrd="0" presId="urn:microsoft.com/office/officeart/2008/layout/LinedList"/>
    <dgm:cxn modelId="{203F5663-5E1C-4BA9-9891-BFEE2A5CAE4F}" type="presParOf" srcId="{3A5BB2AB-9BFA-429F-A684-2B9E38EB096B}" destId="{F3BF6AA3-A835-43FB-A804-AE1197C5EBEC}" srcOrd="0" destOrd="0" presId="urn:microsoft.com/office/officeart/2008/layout/LinedList"/>
    <dgm:cxn modelId="{29C1BA35-84C0-4305-A55D-3E7679AE03E8}" type="presParOf" srcId="{3A5BB2AB-9BFA-429F-A684-2B9E38EB096B}" destId="{1958D3E7-8A63-4B14-8487-CFDA378BAF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5D40EA-B62C-42F3-8A14-749B72209AF1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449AA93-F16D-4C53-858C-B4317B36704F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gm:t>
    </dgm:pt>
    <dgm:pt modelId="{C2EA2FB6-CF44-453B-8040-23BA2FB16619}" type="parTrans" cxnId="{9DAA5942-7B72-460C-A528-C8B7442CD8FD}">
      <dgm:prSet/>
      <dgm:spPr/>
      <dgm:t>
        <a:bodyPr/>
        <a:lstStyle/>
        <a:p>
          <a:endParaRPr lang="en-US" sz="1600"/>
        </a:p>
      </dgm:t>
    </dgm:pt>
    <dgm:pt modelId="{9DCECE12-2DD5-469A-817F-91CBF4B3E4AB}" type="sibTrans" cxnId="{9DAA5942-7B72-460C-A528-C8B7442CD8FD}">
      <dgm:prSet/>
      <dgm:spPr/>
      <dgm:t>
        <a:bodyPr/>
        <a:lstStyle/>
        <a:p>
          <a:endParaRPr lang="en-US"/>
        </a:p>
      </dgm:t>
    </dgm:pt>
    <dgm:pt modelId="{EA11EC18-831F-4F1C-9478-B91B106AA56A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unor incidente critice (obiectivă, calitativă).</a:t>
          </a:r>
          <a:endParaRPr lang="en-US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0DAA819-68A6-41B2-B6E8-428FD4321EDD}" type="parTrans" cxnId="{2215EDBE-0703-4E25-8684-2E073DAD08A8}">
      <dgm:prSet/>
      <dgm:spPr/>
      <dgm:t>
        <a:bodyPr/>
        <a:lstStyle/>
        <a:p>
          <a:endParaRPr lang="en-US" sz="1600"/>
        </a:p>
      </dgm:t>
    </dgm:pt>
    <dgm:pt modelId="{1F231C1F-9EBE-455A-B08E-8EE15C32B023}" type="sibTrans" cxnId="{2215EDBE-0703-4E25-8684-2E073DAD08A8}">
      <dgm:prSet/>
      <dgm:spPr/>
      <dgm:t>
        <a:bodyPr/>
        <a:lstStyle/>
        <a:p>
          <a:endParaRPr lang="en-US"/>
        </a:p>
      </dgm:t>
    </dgm:pt>
    <dgm:pt modelId="{151861CF-A383-41A4-A726-AA682B2AB72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gm:t>
    </dgm:pt>
    <dgm:pt modelId="{7534258B-82A2-4D80-AC73-AABB4A4B7787}" type="parTrans" cxnId="{F9DA16B6-9CE1-45F0-9665-79F2A5AAA32F}">
      <dgm:prSet/>
      <dgm:spPr/>
      <dgm:t>
        <a:bodyPr/>
        <a:lstStyle/>
        <a:p>
          <a:endParaRPr lang="en-US" sz="1600"/>
        </a:p>
      </dgm:t>
    </dgm:pt>
    <dgm:pt modelId="{14C6ADF9-77AF-4959-A22A-9113C4FC22BC}" type="sibTrans" cxnId="{F9DA16B6-9CE1-45F0-9665-79F2A5AAA32F}">
      <dgm:prSet/>
      <dgm:spPr/>
      <dgm:t>
        <a:bodyPr/>
        <a:lstStyle/>
        <a:p>
          <a:endParaRPr lang="en-US"/>
        </a:p>
      </dgm:t>
    </dgm:pt>
    <dgm:pt modelId="{3DB914EB-9DDA-4132-889A-F547513F4CF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b="0" i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2196D71-5A7B-4D53-BF54-7332ED52760E}" type="parTrans" cxnId="{1BB4421C-A850-4319-9C4C-4D36FB7CA54F}">
      <dgm:prSet/>
      <dgm:spPr/>
      <dgm:t>
        <a:bodyPr/>
        <a:lstStyle/>
        <a:p>
          <a:endParaRPr lang="en-US" sz="1600"/>
        </a:p>
      </dgm:t>
    </dgm:pt>
    <dgm:pt modelId="{7982089E-BFDF-437E-AB6F-32629628B52B}" type="sibTrans" cxnId="{1BB4421C-A850-4319-9C4C-4D36FB7CA54F}">
      <dgm:prSet/>
      <dgm:spPr/>
      <dgm:t>
        <a:bodyPr/>
        <a:lstStyle/>
        <a:p>
          <a:endParaRPr lang="en-US"/>
        </a:p>
      </dgm:t>
    </dgm:pt>
    <dgm:pt modelId="{320174FF-2818-4485-B0A5-AFEEA22A7D39}" type="pres">
      <dgm:prSet presAssocID="{D85D40EA-B62C-42F3-8A14-749B72209AF1}" presName="vert0" presStyleCnt="0">
        <dgm:presLayoutVars>
          <dgm:dir/>
          <dgm:animOne val="branch"/>
          <dgm:animLvl val="lvl"/>
        </dgm:presLayoutVars>
      </dgm:prSet>
      <dgm:spPr/>
    </dgm:pt>
    <dgm:pt modelId="{1B1585B3-47F7-4711-B243-4229685E248F}" type="pres">
      <dgm:prSet presAssocID="{A449AA93-F16D-4C53-858C-B4317B36704F}" presName="thickLine" presStyleLbl="alignNode1" presStyleIdx="0" presStyleCnt="4"/>
      <dgm:spPr/>
    </dgm:pt>
    <dgm:pt modelId="{21CBA0B7-FA7F-4823-815A-73375AB0899D}" type="pres">
      <dgm:prSet presAssocID="{A449AA93-F16D-4C53-858C-B4317B36704F}" presName="horz1" presStyleCnt="0"/>
      <dgm:spPr/>
    </dgm:pt>
    <dgm:pt modelId="{1CAEA323-F758-4F8A-8272-A05F881B1AC2}" type="pres">
      <dgm:prSet presAssocID="{A449AA93-F16D-4C53-858C-B4317B36704F}" presName="tx1" presStyleLbl="revTx" presStyleIdx="0" presStyleCnt="4"/>
      <dgm:spPr/>
    </dgm:pt>
    <dgm:pt modelId="{4223348C-47A9-4BDC-A8F5-06666F39C0AC}" type="pres">
      <dgm:prSet presAssocID="{A449AA93-F16D-4C53-858C-B4317B36704F}" presName="vert1" presStyleCnt="0"/>
      <dgm:spPr/>
    </dgm:pt>
    <dgm:pt modelId="{154270D9-90E9-46AC-96BD-169BB70C92DA}" type="pres">
      <dgm:prSet presAssocID="{EA11EC18-831F-4F1C-9478-B91B106AA56A}" presName="thickLine" presStyleLbl="alignNode1" presStyleIdx="1" presStyleCnt="4"/>
      <dgm:spPr/>
    </dgm:pt>
    <dgm:pt modelId="{B080F3E6-A5A8-44D1-B919-0DFAD978E066}" type="pres">
      <dgm:prSet presAssocID="{EA11EC18-831F-4F1C-9478-B91B106AA56A}" presName="horz1" presStyleCnt="0"/>
      <dgm:spPr/>
    </dgm:pt>
    <dgm:pt modelId="{04A91696-FE7F-4847-94CE-2A8EB68555EA}" type="pres">
      <dgm:prSet presAssocID="{EA11EC18-831F-4F1C-9478-B91B106AA56A}" presName="tx1" presStyleLbl="revTx" presStyleIdx="1" presStyleCnt="4"/>
      <dgm:spPr/>
    </dgm:pt>
    <dgm:pt modelId="{AB0E1E87-D915-46F3-8B6A-2FE79007F14D}" type="pres">
      <dgm:prSet presAssocID="{EA11EC18-831F-4F1C-9478-B91B106AA56A}" presName="vert1" presStyleCnt="0"/>
      <dgm:spPr/>
    </dgm:pt>
    <dgm:pt modelId="{0D8A3FF3-F8CD-4240-98F2-66D96E7E4351}" type="pres">
      <dgm:prSet presAssocID="{151861CF-A383-41A4-A726-AA682B2AB720}" presName="thickLine" presStyleLbl="alignNode1" presStyleIdx="2" presStyleCnt="4"/>
      <dgm:spPr/>
    </dgm:pt>
    <dgm:pt modelId="{8E067B65-68D6-403F-AA8F-E5D9BF4B6E56}" type="pres">
      <dgm:prSet presAssocID="{151861CF-A383-41A4-A726-AA682B2AB720}" presName="horz1" presStyleCnt="0"/>
      <dgm:spPr/>
    </dgm:pt>
    <dgm:pt modelId="{FB0ADD8E-606E-4A67-9F44-07AED5165A82}" type="pres">
      <dgm:prSet presAssocID="{151861CF-A383-41A4-A726-AA682B2AB720}" presName="tx1" presStyleLbl="revTx" presStyleIdx="2" presStyleCnt="4"/>
      <dgm:spPr/>
    </dgm:pt>
    <dgm:pt modelId="{16F5A4CD-84D6-4EDE-A2DB-B3ED25DAE384}" type="pres">
      <dgm:prSet presAssocID="{151861CF-A383-41A4-A726-AA682B2AB720}" presName="vert1" presStyleCnt="0"/>
      <dgm:spPr/>
    </dgm:pt>
    <dgm:pt modelId="{EDA4067C-8B95-48B4-AE84-996A6BBF5883}" type="pres">
      <dgm:prSet presAssocID="{3DB914EB-9DDA-4132-889A-F547513F4CF0}" presName="thickLine" presStyleLbl="alignNode1" presStyleIdx="3" presStyleCnt="4"/>
      <dgm:spPr/>
    </dgm:pt>
    <dgm:pt modelId="{3A5BB2AB-9BFA-429F-A684-2B9E38EB096B}" type="pres">
      <dgm:prSet presAssocID="{3DB914EB-9DDA-4132-889A-F547513F4CF0}" presName="horz1" presStyleCnt="0"/>
      <dgm:spPr/>
    </dgm:pt>
    <dgm:pt modelId="{F3BF6AA3-A835-43FB-A804-AE1197C5EBEC}" type="pres">
      <dgm:prSet presAssocID="{3DB914EB-9DDA-4132-889A-F547513F4CF0}" presName="tx1" presStyleLbl="revTx" presStyleIdx="3" presStyleCnt="4"/>
      <dgm:spPr/>
    </dgm:pt>
    <dgm:pt modelId="{1958D3E7-8A63-4B14-8487-CFDA378BAFBE}" type="pres">
      <dgm:prSet presAssocID="{3DB914EB-9DDA-4132-889A-F547513F4CF0}" presName="vert1" presStyleCnt="0"/>
      <dgm:spPr/>
    </dgm:pt>
  </dgm:ptLst>
  <dgm:cxnLst>
    <dgm:cxn modelId="{3CB4B005-E43C-4768-A4D4-833C13B34783}" type="presOf" srcId="{A449AA93-F16D-4C53-858C-B4317B36704F}" destId="{1CAEA323-F758-4F8A-8272-A05F881B1AC2}" srcOrd="0" destOrd="0" presId="urn:microsoft.com/office/officeart/2008/layout/LinedList"/>
    <dgm:cxn modelId="{EA3BF009-5ABA-426F-8884-D1F4ABCDBD98}" type="presOf" srcId="{3DB914EB-9DDA-4132-889A-F547513F4CF0}" destId="{F3BF6AA3-A835-43FB-A804-AE1197C5EBEC}" srcOrd="0" destOrd="0" presId="urn:microsoft.com/office/officeart/2008/layout/LinedList"/>
    <dgm:cxn modelId="{1BB4421C-A850-4319-9C4C-4D36FB7CA54F}" srcId="{D85D40EA-B62C-42F3-8A14-749B72209AF1}" destId="{3DB914EB-9DDA-4132-889A-F547513F4CF0}" srcOrd="3" destOrd="0" parTransId="{A2196D71-5A7B-4D53-BF54-7332ED52760E}" sibTransId="{7982089E-BFDF-437E-AB6F-32629628B52B}"/>
    <dgm:cxn modelId="{47DB305E-2196-4CC1-AB90-1FF58868EF6A}" type="presOf" srcId="{D85D40EA-B62C-42F3-8A14-749B72209AF1}" destId="{320174FF-2818-4485-B0A5-AFEEA22A7D39}" srcOrd="0" destOrd="0" presId="urn:microsoft.com/office/officeart/2008/layout/LinedList"/>
    <dgm:cxn modelId="{9DAA5942-7B72-460C-A528-C8B7442CD8FD}" srcId="{D85D40EA-B62C-42F3-8A14-749B72209AF1}" destId="{A449AA93-F16D-4C53-858C-B4317B36704F}" srcOrd="0" destOrd="0" parTransId="{C2EA2FB6-CF44-453B-8040-23BA2FB16619}" sibTransId="{9DCECE12-2DD5-469A-817F-91CBF4B3E4AB}"/>
    <dgm:cxn modelId="{BA9E8B69-9D73-49B8-932C-82C5798A6512}" type="presOf" srcId="{151861CF-A383-41A4-A726-AA682B2AB720}" destId="{FB0ADD8E-606E-4A67-9F44-07AED5165A82}" srcOrd="0" destOrd="0" presId="urn:microsoft.com/office/officeart/2008/layout/LinedList"/>
    <dgm:cxn modelId="{F9DA16B6-9CE1-45F0-9665-79F2A5AAA32F}" srcId="{D85D40EA-B62C-42F3-8A14-749B72209AF1}" destId="{151861CF-A383-41A4-A726-AA682B2AB720}" srcOrd="2" destOrd="0" parTransId="{7534258B-82A2-4D80-AC73-AABB4A4B7787}" sibTransId="{14C6ADF9-77AF-4959-A22A-9113C4FC22BC}"/>
    <dgm:cxn modelId="{2215EDBE-0703-4E25-8684-2E073DAD08A8}" srcId="{D85D40EA-B62C-42F3-8A14-749B72209AF1}" destId="{EA11EC18-831F-4F1C-9478-B91B106AA56A}" srcOrd="1" destOrd="0" parTransId="{D0DAA819-68A6-41B2-B6E8-428FD4321EDD}" sibTransId="{1F231C1F-9EBE-455A-B08E-8EE15C32B023}"/>
    <dgm:cxn modelId="{8B16FEBE-DD87-464E-88B6-92D241A5E3D8}" type="presOf" srcId="{EA11EC18-831F-4F1C-9478-B91B106AA56A}" destId="{04A91696-FE7F-4847-94CE-2A8EB68555EA}" srcOrd="0" destOrd="0" presId="urn:microsoft.com/office/officeart/2008/layout/LinedList"/>
    <dgm:cxn modelId="{12CFAEA7-718B-47E7-B07C-F9B7CF5D5350}" type="presParOf" srcId="{320174FF-2818-4485-B0A5-AFEEA22A7D39}" destId="{1B1585B3-47F7-4711-B243-4229685E248F}" srcOrd="0" destOrd="0" presId="urn:microsoft.com/office/officeart/2008/layout/LinedList"/>
    <dgm:cxn modelId="{06CF6CC2-A762-49F1-8288-17671BCFDB49}" type="presParOf" srcId="{320174FF-2818-4485-B0A5-AFEEA22A7D39}" destId="{21CBA0B7-FA7F-4823-815A-73375AB0899D}" srcOrd="1" destOrd="0" presId="urn:microsoft.com/office/officeart/2008/layout/LinedList"/>
    <dgm:cxn modelId="{62A1C1AC-4D3E-4ECC-99C3-C4F5A8FBEA85}" type="presParOf" srcId="{21CBA0B7-FA7F-4823-815A-73375AB0899D}" destId="{1CAEA323-F758-4F8A-8272-A05F881B1AC2}" srcOrd="0" destOrd="0" presId="urn:microsoft.com/office/officeart/2008/layout/LinedList"/>
    <dgm:cxn modelId="{7B35B35F-A5A5-4CDB-9F4B-F91FE09A1B40}" type="presParOf" srcId="{21CBA0B7-FA7F-4823-815A-73375AB0899D}" destId="{4223348C-47A9-4BDC-A8F5-06666F39C0AC}" srcOrd="1" destOrd="0" presId="urn:microsoft.com/office/officeart/2008/layout/LinedList"/>
    <dgm:cxn modelId="{14319348-8F4B-4327-B701-F25B916D0B39}" type="presParOf" srcId="{320174FF-2818-4485-B0A5-AFEEA22A7D39}" destId="{154270D9-90E9-46AC-96BD-169BB70C92DA}" srcOrd="2" destOrd="0" presId="urn:microsoft.com/office/officeart/2008/layout/LinedList"/>
    <dgm:cxn modelId="{76059C21-0905-438E-B8A9-FACBAE526D5F}" type="presParOf" srcId="{320174FF-2818-4485-B0A5-AFEEA22A7D39}" destId="{B080F3E6-A5A8-44D1-B919-0DFAD978E066}" srcOrd="3" destOrd="0" presId="urn:microsoft.com/office/officeart/2008/layout/LinedList"/>
    <dgm:cxn modelId="{1086A73D-9515-4991-9261-8D8717FC256A}" type="presParOf" srcId="{B080F3E6-A5A8-44D1-B919-0DFAD978E066}" destId="{04A91696-FE7F-4847-94CE-2A8EB68555EA}" srcOrd="0" destOrd="0" presId="urn:microsoft.com/office/officeart/2008/layout/LinedList"/>
    <dgm:cxn modelId="{252F83AA-420F-4225-8EA3-75EDA8166880}" type="presParOf" srcId="{B080F3E6-A5A8-44D1-B919-0DFAD978E066}" destId="{AB0E1E87-D915-46F3-8B6A-2FE79007F14D}" srcOrd="1" destOrd="0" presId="urn:microsoft.com/office/officeart/2008/layout/LinedList"/>
    <dgm:cxn modelId="{E2610C6A-759F-4B12-B550-F50DB79C941B}" type="presParOf" srcId="{320174FF-2818-4485-B0A5-AFEEA22A7D39}" destId="{0D8A3FF3-F8CD-4240-98F2-66D96E7E4351}" srcOrd="4" destOrd="0" presId="urn:microsoft.com/office/officeart/2008/layout/LinedList"/>
    <dgm:cxn modelId="{04BAEAA2-1DA8-4C12-BDC0-F6EC61A62852}" type="presParOf" srcId="{320174FF-2818-4485-B0A5-AFEEA22A7D39}" destId="{8E067B65-68D6-403F-AA8F-E5D9BF4B6E56}" srcOrd="5" destOrd="0" presId="urn:microsoft.com/office/officeart/2008/layout/LinedList"/>
    <dgm:cxn modelId="{4E2727B4-A326-4019-8D5B-6E46296F4953}" type="presParOf" srcId="{8E067B65-68D6-403F-AA8F-E5D9BF4B6E56}" destId="{FB0ADD8E-606E-4A67-9F44-07AED5165A82}" srcOrd="0" destOrd="0" presId="urn:microsoft.com/office/officeart/2008/layout/LinedList"/>
    <dgm:cxn modelId="{6FD0A8C0-9A57-4C53-BBBA-4086BB2D0B3B}" type="presParOf" srcId="{8E067B65-68D6-403F-AA8F-E5D9BF4B6E56}" destId="{16F5A4CD-84D6-4EDE-A2DB-B3ED25DAE384}" srcOrd="1" destOrd="0" presId="urn:microsoft.com/office/officeart/2008/layout/LinedList"/>
    <dgm:cxn modelId="{2AC25023-A021-4552-A379-E8C9C98AA447}" type="presParOf" srcId="{320174FF-2818-4485-B0A5-AFEEA22A7D39}" destId="{EDA4067C-8B95-48B4-AE84-996A6BBF5883}" srcOrd="6" destOrd="0" presId="urn:microsoft.com/office/officeart/2008/layout/LinedList"/>
    <dgm:cxn modelId="{1B3ADA81-2FF5-4FED-AFBF-A9CB19102F49}" type="presParOf" srcId="{320174FF-2818-4485-B0A5-AFEEA22A7D39}" destId="{3A5BB2AB-9BFA-429F-A684-2B9E38EB096B}" srcOrd="7" destOrd="0" presId="urn:microsoft.com/office/officeart/2008/layout/LinedList"/>
    <dgm:cxn modelId="{203F5663-5E1C-4BA9-9891-BFEE2A5CAE4F}" type="presParOf" srcId="{3A5BB2AB-9BFA-429F-A684-2B9E38EB096B}" destId="{F3BF6AA3-A835-43FB-A804-AE1197C5EBEC}" srcOrd="0" destOrd="0" presId="urn:microsoft.com/office/officeart/2008/layout/LinedList"/>
    <dgm:cxn modelId="{29C1BA35-84C0-4305-A55D-3E7679AE03E8}" type="presParOf" srcId="{3A5BB2AB-9BFA-429F-A684-2B9E38EB096B}" destId="{1958D3E7-8A63-4B14-8487-CFDA378BAF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5D40EA-B62C-42F3-8A14-749B72209AF1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449AA93-F16D-4C53-858C-B4317B36704F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gm:t>
    </dgm:pt>
    <dgm:pt modelId="{C2EA2FB6-CF44-453B-8040-23BA2FB16619}" type="parTrans" cxnId="{9DAA5942-7B72-460C-A528-C8B7442CD8FD}">
      <dgm:prSet/>
      <dgm:spPr/>
      <dgm:t>
        <a:bodyPr/>
        <a:lstStyle/>
        <a:p>
          <a:endParaRPr lang="en-US" sz="1600"/>
        </a:p>
      </dgm:t>
    </dgm:pt>
    <dgm:pt modelId="{9DCECE12-2DD5-469A-817F-91CBF4B3E4AB}" type="sibTrans" cxnId="{9DAA5942-7B72-460C-A528-C8B7442CD8FD}">
      <dgm:prSet/>
      <dgm:spPr/>
      <dgm:t>
        <a:bodyPr/>
        <a:lstStyle/>
        <a:p>
          <a:endParaRPr lang="en-US"/>
        </a:p>
      </dgm:t>
    </dgm:pt>
    <dgm:pt modelId="{EA11EC18-831F-4F1C-9478-B91B106AA56A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incidentelor critice (obiectivă, calitativă).</a:t>
          </a:r>
          <a:endParaRPr lang="en-US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0DAA819-68A6-41B2-B6E8-428FD4321EDD}" type="parTrans" cxnId="{2215EDBE-0703-4E25-8684-2E073DAD08A8}">
      <dgm:prSet/>
      <dgm:spPr/>
      <dgm:t>
        <a:bodyPr/>
        <a:lstStyle/>
        <a:p>
          <a:endParaRPr lang="en-US" sz="1600"/>
        </a:p>
      </dgm:t>
    </dgm:pt>
    <dgm:pt modelId="{1F231C1F-9EBE-455A-B08E-8EE15C32B023}" type="sibTrans" cxnId="{2215EDBE-0703-4E25-8684-2E073DAD08A8}">
      <dgm:prSet/>
      <dgm:spPr/>
      <dgm:t>
        <a:bodyPr/>
        <a:lstStyle/>
        <a:p>
          <a:endParaRPr lang="en-US"/>
        </a:p>
      </dgm:t>
    </dgm:pt>
    <dgm:pt modelId="{151861CF-A383-41A4-A726-AA682B2AB72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gm:t>
    </dgm:pt>
    <dgm:pt modelId="{7534258B-82A2-4D80-AC73-AABB4A4B7787}" type="parTrans" cxnId="{F9DA16B6-9CE1-45F0-9665-79F2A5AAA32F}">
      <dgm:prSet/>
      <dgm:spPr/>
      <dgm:t>
        <a:bodyPr/>
        <a:lstStyle/>
        <a:p>
          <a:endParaRPr lang="en-US" sz="1600"/>
        </a:p>
      </dgm:t>
    </dgm:pt>
    <dgm:pt modelId="{14C6ADF9-77AF-4959-A22A-9113C4FC22BC}" type="sibTrans" cxnId="{F9DA16B6-9CE1-45F0-9665-79F2A5AAA32F}">
      <dgm:prSet/>
      <dgm:spPr/>
      <dgm:t>
        <a:bodyPr/>
        <a:lstStyle/>
        <a:p>
          <a:endParaRPr lang="en-US"/>
        </a:p>
      </dgm:t>
    </dgm:pt>
    <dgm:pt modelId="{3DB914EB-9DDA-4132-889A-F547513F4CF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b="0" i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2196D71-5A7B-4D53-BF54-7332ED52760E}" type="parTrans" cxnId="{1BB4421C-A850-4319-9C4C-4D36FB7CA54F}">
      <dgm:prSet/>
      <dgm:spPr/>
      <dgm:t>
        <a:bodyPr/>
        <a:lstStyle/>
        <a:p>
          <a:endParaRPr lang="en-US" sz="1600"/>
        </a:p>
      </dgm:t>
    </dgm:pt>
    <dgm:pt modelId="{7982089E-BFDF-437E-AB6F-32629628B52B}" type="sibTrans" cxnId="{1BB4421C-A850-4319-9C4C-4D36FB7CA54F}">
      <dgm:prSet/>
      <dgm:spPr/>
      <dgm:t>
        <a:bodyPr/>
        <a:lstStyle/>
        <a:p>
          <a:endParaRPr lang="en-US"/>
        </a:p>
      </dgm:t>
    </dgm:pt>
    <dgm:pt modelId="{320174FF-2818-4485-B0A5-AFEEA22A7D39}" type="pres">
      <dgm:prSet presAssocID="{D85D40EA-B62C-42F3-8A14-749B72209AF1}" presName="vert0" presStyleCnt="0">
        <dgm:presLayoutVars>
          <dgm:dir/>
          <dgm:animOne val="branch"/>
          <dgm:animLvl val="lvl"/>
        </dgm:presLayoutVars>
      </dgm:prSet>
      <dgm:spPr/>
    </dgm:pt>
    <dgm:pt modelId="{1B1585B3-47F7-4711-B243-4229685E248F}" type="pres">
      <dgm:prSet presAssocID="{A449AA93-F16D-4C53-858C-B4317B36704F}" presName="thickLine" presStyleLbl="alignNode1" presStyleIdx="0" presStyleCnt="4"/>
      <dgm:spPr/>
    </dgm:pt>
    <dgm:pt modelId="{21CBA0B7-FA7F-4823-815A-73375AB0899D}" type="pres">
      <dgm:prSet presAssocID="{A449AA93-F16D-4C53-858C-B4317B36704F}" presName="horz1" presStyleCnt="0"/>
      <dgm:spPr/>
    </dgm:pt>
    <dgm:pt modelId="{1CAEA323-F758-4F8A-8272-A05F881B1AC2}" type="pres">
      <dgm:prSet presAssocID="{A449AA93-F16D-4C53-858C-B4317B36704F}" presName="tx1" presStyleLbl="revTx" presStyleIdx="0" presStyleCnt="4"/>
      <dgm:spPr/>
    </dgm:pt>
    <dgm:pt modelId="{4223348C-47A9-4BDC-A8F5-06666F39C0AC}" type="pres">
      <dgm:prSet presAssocID="{A449AA93-F16D-4C53-858C-B4317B36704F}" presName="vert1" presStyleCnt="0"/>
      <dgm:spPr/>
    </dgm:pt>
    <dgm:pt modelId="{154270D9-90E9-46AC-96BD-169BB70C92DA}" type="pres">
      <dgm:prSet presAssocID="{EA11EC18-831F-4F1C-9478-B91B106AA56A}" presName="thickLine" presStyleLbl="alignNode1" presStyleIdx="1" presStyleCnt="4"/>
      <dgm:spPr/>
    </dgm:pt>
    <dgm:pt modelId="{B080F3E6-A5A8-44D1-B919-0DFAD978E066}" type="pres">
      <dgm:prSet presAssocID="{EA11EC18-831F-4F1C-9478-B91B106AA56A}" presName="horz1" presStyleCnt="0"/>
      <dgm:spPr/>
    </dgm:pt>
    <dgm:pt modelId="{04A91696-FE7F-4847-94CE-2A8EB68555EA}" type="pres">
      <dgm:prSet presAssocID="{EA11EC18-831F-4F1C-9478-B91B106AA56A}" presName="tx1" presStyleLbl="revTx" presStyleIdx="1" presStyleCnt="4"/>
      <dgm:spPr/>
    </dgm:pt>
    <dgm:pt modelId="{AB0E1E87-D915-46F3-8B6A-2FE79007F14D}" type="pres">
      <dgm:prSet presAssocID="{EA11EC18-831F-4F1C-9478-B91B106AA56A}" presName="vert1" presStyleCnt="0"/>
      <dgm:spPr/>
    </dgm:pt>
    <dgm:pt modelId="{0D8A3FF3-F8CD-4240-98F2-66D96E7E4351}" type="pres">
      <dgm:prSet presAssocID="{151861CF-A383-41A4-A726-AA682B2AB720}" presName="thickLine" presStyleLbl="alignNode1" presStyleIdx="2" presStyleCnt="4"/>
      <dgm:spPr/>
    </dgm:pt>
    <dgm:pt modelId="{8E067B65-68D6-403F-AA8F-E5D9BF4B6E56}" type="pres">
      <dgm:prSet presAssocID="{151861CF-A383-41A4-A726-AA682B2AB720}" presName="horz1" presStyleCnt="0"/>
      <dgm:spPr/>
    </dgm:pt>
    <dgm:pt modelId="{FB0ADD8E-606E-4A67-9F44-07AED5165A82}" type="pres">
      <dgm:prSet presAssocID="{151861CF-A383-41A4-A726-AA682B2AB720}" presName="tx1" presStyleLbl="revTx" presStyleIdx="2" presStyleCnt="4"/>
      <dgm:spPr/>
    </dgm:pt>
    <dgm:pt modelId="{16F5A4CD-84D6-4EDE-A2DB-B3ED25DAE384}" type="pres">
      <dgm:prSet presAssocID="{151861CF-A383-41A4-A726-AA682B2AB720}" presName="vert1" presStyleCnt="0"/>
      <dgm:spPr/>
    </dgm:pt>
    <dgm:pt modelId="{EDA4067C-8B95-48B4-AE84-996A6BBF5883}" type="pres">
      <dgm:prSet presAssocID="{3DB914EB-9DDA-4132-889A-F547513F4CF0}" presName="thickLine" presStyleLbl="alignNode1" presStyleIdx="3" presStyleCnt="4"/>
      <dgm:spPr/>
    </dgm:pt>
    <dgm:pt modelId="{3A5BB2AB-9BFA-429F-A684-2B9E38EB096B}" type="pres">
      <dgm:prSet presAssocID="{3DB914EB-9DDA-4132-889A-F547513F4CF0}" presName="horz1" presStyleCnt="0"/>
      <dgm:spPr/>
    </dgm:pt>
    <dgm:pt modelId="{F3BF6AA3-A835-43FB-A804-AE1197C5EBEC}" type="pres">
      <dgm:prSet presAssocID="{3DB914EB-9DDA-4132-889A-F547513F4CF0}" presName="tx1" presStyleLbl="revTx" presStyleIdx="3" presStyleCnt="4"/>
      <dgm:spPr/>
    </dgm:pt>
    <dgm:pt modelId="{1958D3E7-8A63-4B14-8487-CFDA378BAFBE}" type="pres">
      <dgm:prSet presAssocID="{3DB914EB-9DDA-4132-889A-F547513F4CF0}" presName="vert1" presStyleCnt="0"/>
      <dgm:spPr/>
    </dgm:pt>
  </dgm:ptLst>
  <dgm:cxnLst>
    <dgm:cxn modelId="{3CB4B005-E43C-4768-A4D4-833C13B34783}" type="presOf" srcId="{A449AA93-F16D-4C53-858C-B4317B36704F}" destId="{1CAEA323-F758-4F8A-8272-A05F881B1AC2}" srcOrd="0" destOrd="0" presId="urn:microsoft.com/office/officeart/2008/layout/LinedList"/>
    <dgm:cxn modelId="{EA3BF009-5ABA-426F-8884-D1F4ABCDBD98}" type="presOf" srcId="{3DB914EB-9DDA-4132-889A-F547513F4CF0}" destId="{F3BF6AA3-A835-43FB-A804-AE1197C5EBEC}" srcOrd="0" destOrd="0" presId="urn:microsoft.com/office/officeart/2008/layout/LinedList"/>
    <dgm:cxn modelId="{1BB4421C-A850-4319-9C4C-4D36FB7CA54F}" srcId="{D85D40EA-B62C-42F3-8A14-749B72209AF1}" destId="{3DB914EB-9DDA-4132-889A-F547513F4CF0}" srcOrd="3" destOrd="0" parTransId="{A2196D71-5A7B-4D53-BF54-7332ED52760E}" sibTransId="{7982089E-BFDF-437E-AB6F-32629628B52B}"/>
    <dgm:cxn modelId="{47DB305E-2196-4CC1-AB90-1FF58868EF6A}" type="presOf" srcId="{D85D40EA-B62C-42F3-8A14-749B72209AF1}" destId="{320174FF-2818-4485-B0A5-AFEEA22A7D39}" srcOrd="0" destOrd="0" presId="urn:microsoft.com/office/officeart/2008/layout/LinedList"/>
    <dgm:cxn modelId="{9DAA5942-7B72-460C-A528-C8B7442CD8FD}" srcId="{D85D40EA-B62C-42F3-8A14-749B72209AF1}" destId="{A449AA93-F16D-4C53-858C-B4317B36704F}" srcOrd="0" destOrd="0" parTransId="{C2EA2FB6-CF44-453B-8040-23BA2FB16619}" sibTransId="{9DCECE12-2DD5-469A-817F-91CBF4B3E4AB}"/>
    <dgm:cxn modelId="{BA9E8B69-9D73-49B8-932C-82C5798A6512}" type="presOf" srcId="{151861CF-A383-41A4-A726-AA682B2AB720}" destId="{FB0ADD8E-606E-4A67-9F44-07AED5165A82}" srcOrd="0" destOrd="0" presId="urn:microsoft.com/office/officeart/2008/layout/LinedList"/>
    <dgm:cxn modelId="{F9DA16B6-9CE1-45F0-9665-79F2A5AAA32F}" srcId="{D85D40EA-B62C-42F3-8A14-749B72209AF1}" destId="{151861CF-A383-41A4-A726-AA682B2AB720}" srcOrd="2" destOrd="0" parTransId="{7534258B-82A2-4D80-AC73-AABB4A4B7787}" sibTransId="{14C6ADF9-77AF-4959-A22A-9113C4FC22BC}"/>
    <dgm:cxn modelId="{2215EDBE-0703-4E25-8684-2E073DAD08A8}" srcId="{D85D40EA-B62C-42F3-8A14-749B72209AF1}" destId="{EA11EC18-831F-4F1C-9478-B91B106AA56A}" srcOrd="1" destOrd="0" parTransId="{D0DAA819-68A6-41B2-B6E8-428FD4321EDD}" sibTransId="{1F231C1F-9EBE-455A-B08E-8EE15C32B023}"/>
    <dgm:cxn modelId="{8B16FEBE-DD87-464E-88B6-92D241A5E3D8}" type="presOf" srcId="{EA11EC18-831F-4F1C-9478-B91B106AA56A}" destId="{04A91696-FE7F-4847-94CE-2A8EB68555EA}" srcOrd="0" destOrd="0" presId="urn:microsoft.com/office/officeart/2008/layout/LinedList"/>
    <dgm:cxn modelId="{12CFAEA7-718B-47E7-B07C-F9B7CF5D5350}" type="presParOf" srcId="{320174FF-2818-4485-B0A5-AFEEA22A7D39}" destId="{1B1585B3-47F7-4711-B243-4229685E248F}" srcOrd="0" destOrd="0" presId="urn:microsoft.com/office/officeart/2008/layout/LinedList"/>
    <dgm:cxn modelId="{06CF6CC2-A762-49F1-8288-17671BCFDB49}" type="presParOf" srcId="{320174FF-2818-4485-B0A5-AFEEA22A7D39}" destId="{21CBA0B7-FA7F-4823-815A-73375AB0899D}" srcOrd="1" destOrd="0" presId="urn:microsoft.com/office/officeart/2008/layout/LinedList"/>
    <dgm:cxn modelId="{62A1C1AC-4D3E-4ECC-99C3-C4F5A8FBEA85}" type="presParOf" srcId="{21CBA0B7-FA7F-4823-815A-73375AB0899D}" destId="{1CAEA323-F758-4F8A-8272-A05F881B1AC2}" srcOrd="0" destOrd="0" presId="urn:microsoft.com/office/officeart/2008/layout/LinedList"/>
    <dgm:cxn modelId="{7B35B35F-A5A5-4CDB-9F4B-F91FE09A1B40}" type="presParOf" srcId="{21CBA0B7-FA7F-4823-815A-73375AB0899D}" destId="{4223348C-47A9-4BDC-A8F5-06666F39C0AC}" srcOrd="1" destOrd="0" presId="urn:microsoft.com/office/officeart/2008/layout/LinedList"/>
    <dgm:cxn modelId="{14319348-8F4B-4327-B701-F25B916D0B39}" type="presParOf" srcId="{320174FF-2818-4485-B0A5-AFEEA22A7D39}" destId="{154270D9-90E9-46AC-96BD-169BB70C92DA}" srcOrd="2" destOrd="0" presId="urn:microsoft.com/office/officeart/2008/layout/LinedList"/>
    <dgm:cxn modelId="{76059C21-0905-438E-B8A9-FACBAE526D5F}" type="presParOf" srcId="{320174FF-2818-4485-B0A5-AFEEA22A7D39}" destId="{B080F3E6-A5A8-44D1-B919-0DFAD978E066}" srcOrd="3" destOrd="0" presId="urn:microsoft.com/office/officeart/2008/layout/LinedList"/>
    <dgm:cxn modelId="{1086A73D-9515-4991-9261-8D8717FC256A}" type="presParOf" srcId="{B080F3E6-A5A8-44D1-B919-0DFAD978E066}" destId="{04A91696-FE7F-4847-94CE-2A8EB68555EA}" srcOrd="0" destOrd="0" presId="urn:microsoft.com/office/officeart/2008/layout/LinedList"/>
    <dgm:cxn modelId="{252F83AA-420F-4225-8EA3-75EDA8166880}" type="presParOf" srcId="{B080F3E6-A5A8-44D1-B919-0DFAD978E066}" destId="{AB0E1E87-D915-46F3-8B6A-2FE79007F14D}" srcOrd="1" destOrd="0" presId="urn:microsoft.com/office/officeart/2008/layout/LinedList"/>
    <dgm:cxn modelId="{E2610C6A-759F-4B12-B550-F50DB79C941B}" type="presParOf" srcId="{320174FF-2818-4485-B0A5-AFEEA22A7D39}" destId="{0D8A3FF3-F8CD-4240-98F2-66D96E7E4351}" srcOrd="4" destOrd="0" presId="urn:microsoft.com/office/officeart/2008/layout/LinedList"/>
    <dgm:cxn modelId="{04BAEAA2-1DA8-4C12-BDC0-F6EC61A62852}" type="presParOf" srcId="{320174FF-2818-4485-B0A5-AFEEA22A7D39}" destId="{8E067B65-68D6-403F-AA8F-E5D9BF4B6E56}" srcOrd="5" destOrd="0" presId="urn:microsoft.com/office/officeart/2008/layout/LinedList"/>
    <dgm:cxn modelId="{4E2727B4-A326-4019-8D5B-6E46296F4953}" type="presParOf" srcId="{8E067B65-68D6-403F-AA8F-E5D9BF4B6E56}" destId="{FB0ADD8E-606E-4A67-9F44-07AED5165A82}" srcOrd="0" destOrd="0" presId="urn:microsoft.com/office/officeart/2008/layout/LinedList"/>
    <dgm:cxn modelId="{6FD0A8C0-9A57-4C53-BBBA-4086BB2D0B3B}" type="presParOf" srcId="{8E067B65-68D6-403F-AA8F-E5D9BF4B6E56}" destId="{16F5A4CD-84D6-4EDE-A2DB-B3ED25DAE384}" srcOrd="1" destOrd="0" presId="urn:microsoft.com/office/officeart/2008/layout/LinedList"/>
    <dgm:cxn modelId="{2AC25023-A021-4552-A379-E8C9C98AA447}" type="presParOf" srcId="{320174FF-2818-4485-B0A5-AFEEA22A7D39}" destId="{EDA4067C-8B95-48B4-AE84-996A6BBF5883}" srcOrd="6" destOrd="0" presId="urn:microsoft.com/office/officeart/2008/layout/LinedList"/>
    <dgm:cxn modelId="{1B3ADA81-2FF5-4FED-AFBF-A9CB19102F49}" type="presParOf" srcId="{320174FF-2818-4485-B0A5-AFEEA22A7D39}" destId="{3A5BB2AB-9BFA-429F-A684-2B9E38EB096B}" srcOrd="7" destOrd="0" presId="urn:microsoft.com/office/officeart/2008/layout/LinedList"/>
    <dgm:cxn modelId="{203F5663-5E1C-4BA9-9891-BFEE2A5CAE4F}" type="presParOf" srcId="{3A5BB2AB-9BFA-429F-A684-2B9E38EB096B}" destId="{F3BF6AA3-A835-43FB-A804-AE1197C5EBEC}" srcOrd="0" destOrd="0" presId="urn:microsoft.com/office/officeart/2008/layout/LinedList"/>
    <dgm:cxn modelId="{29C1BA35-84C0-4305-A55D-3E7679AE03E8}" type="presParOf" srcId="{3A5BB2AB-9BFA-429F-A684-2B9E38EB096B}" destId="{1958D3E7-8A63-4B14-8487-CFDA378BAF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85D40EA-B62C-42F3-8A14-749B72209AF1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449AA93-F16D-4C53-858C-B4317B36704F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gm:t>
    </dgm:pt>
    <dgm:pt modelId="{C2EA2FB6-CF44-453B-8040-23BA2FB16619}" type="parTrans" cxnId="{9DAA5942-7B72-460C-A528-C8B7442CD8FD}">
      <dgm:prSet/>
      <dgm:spPr/>
      <dgm:t>
        <a:bodyPr/>
        <a:lstStyle/>
        <a:p>
          <a:endParaRPr lang="en-US" sz="1600"/>
        </a:p>
      </dgm:t>
    </dgm:pt>
    <dgm:pt modelId="{9DCECE12-2DD5-469A-817F-91CBF4B3E4AB}" type="sibTrans" cxnId="{9DAA5942-7B72-460C-A528-C8B7442CD8FD}">
      <dgm:prSet/>
      <dgm:spPr/>
      <dgm:t>
        <a:bodyPr/>
        <a:lstStyle/>
        <a:p>
          <a:endParaRPr lang="en-US"/>
        </a:p>
      </dgm:t>
    </dgm:pt>
    <dgm:pt modelId="{EA11EC18-831F-4F1C-9478-B91B106AA56A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incidentelor critice (obiectivă, calitativă).</a:t>
          </a:r>
          <a:endParaRPr lang="en-US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0DAA819-68A6-41B2-B6E8-428FD4321EDD}" type="parTrans" cxnId="{2215EDBE-0703-4E25-8684-2E073DAD08A8}">
      <dgm:prSet/>
      <dgm:spPr/>
      <dgm:t>
        <a:bodyPr/>
        <a:lstStyle/>
        <a:p>
          <a:endParaRPr lang="en-US" sz="1600"/>
        </a:p>
      </dgm:t>
    </dgm:pt>
    <dgm:pt modelId="{1F231C1F-9EBE-455A-B08E-8EE15C32B023}" type="sibTrans" cxnId="{2215EDBE-0703-4E25-8684-2E073DAD08A8}">
      <dgm:prSet/>
      <dgm:spPr/>
      <dgm:t>
        <a:bodyPr/>
        <a:lstStyle/>
        <a:p>
          <a:endParaRPr lang="en-US"/>
        </a:p>
      </dgm:t>
    </dgm:pt>
    <dgm:pt modelId="{151861CF-A383-41A4-A726-AA682B2AB72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gm:t>
    </dgm:pt>
    <dgm:pt modelId="{7534258B-82A2-4D80-AC73-AABB4A4B7787}" type="parTrans" cxnId="{F9DA16B6-9CE1-45F0-9665-79F2A5AAA32F}">
      <dgm:prSet/>
      <dgm:spPr/>
      <dgm:t>
        <a:bodyPr/>
        <a:lstStyle/>
        <a:p>
          <a:endParaRPr lang="en-US" sz="1600"/>
        </a:p>
      </dgm:t>
    </dgm:pt>
    <dgm:pt modelId="{14C6ADF9-77AF-4959-A22A-9113C4FC22BC}" type="sibTrans" cxnId="{F9DA16B6-9CE1-45F0-9665-79F2A5AAA32F}">
      <dgm:prSet/>
      <dgm:spPr/>
      <dgm:t>
        <a:bodyPr/>
        <a:lstStyle/>
        <a:p>
          <a:endParaRPr lang="en-US"/>
        </a:p>
      </dgm:t>
    </dgm:pt>
    <dgm:pt modelId="{3DB914EB-9DDA-4132-889A-F547513F4CF0}">
      <dgm:prSet/>
      <dgm:spPr/>
      <dgm:t>
        <a:bodyPr/>
        <a:lstStyle/>
        <a:p>
          <a:r>
            <a:rPr lang="ro-RO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b="0" i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2196D71-5A7B-4D53-BF54-7332ED52760E}" type="parTrans" cxnId="{1BB4421C-A850-4319-9C4C-4D36FB7CA54F}">
      <dgm:prSet/>
      <dgm:spPr/>
      <dgm:t>
        <a:bodyPr/>
        <a:lstStyle/>
        <a:p>
          <a:endParaRPr lang="en-US" sz="1600"/>
        </a:p>
      </dgm:t>
    </dgm:pt>
    <dgm:pt modelId="{7982089E-BFDF-437E-AB6F-32629628B52B}" type="sibTrans" cxnId="{1BB4421C-A850-4319-9C4C-4D36FB7CA54F}">
      <dgm:prSet/>
      <dgm:spPr/>
      <dgm:t>
        <a:bodyPr/>
        <a:lstStyle/>
        <a:p>
          <a:endParaRPr lang="en-US"/>
        </a:p>
      </dgm:t>
    </dgm:pt>
    <dgm:pt modelId="{320174FF-2818-4485-B0A5-AFEEA22A7D39}" type="pres">
      <dgm:prSet presAssocID="{D85D40EA-B62C-42F3-8A14-749B72209AF1}" presName="vert0" presStyleCnt="0">
        <dgm:presLayoutVars>
          <dgm:dir/>
          <dgm:animOne val="branch"/>
          <dgm:animLvl val="lvl"/>
        </dgm:presLayoutVars>
      </dgm:prSet>
      <dgm:spPr/>
    </dgm:pt>
    <dgm:pt modelId="{1B1585B3-47F7-4711-B243-4229685E248F}" type="pres">
      <dgm:prSet presAssocID="{A449AA93-F16D-4C53-858C-B4317B36704F}" presName="thickLine" presStyleLbl="alignNode1" presStyleIdx="0" presStyleCnt="4"/>
      <dgm:spPr/>
    </dgm:pt>
    <dgm:pt modelId="{21CBA0B7-FA7F-4823-815A-73375AB0899D}" type="pres">
      <dgm:prSet presAssocID="{A449AA93-F16D-4C53-858C-B4317B36704F}" presName="horz1" presStyleCnt="0"/>
      <dgm:spPr/>
    </dgm:pt>
    <dgm:pt modelId="{1CAEA323-F758-4F8A-8272-A05F881B1AC2}" type="pres">
      <dgm:prSet presAssocID="{A449AA93-F16D-4C53-858C-B4317B36704F}" presName="tx1" presStyleLbl="revTx" presStyleIdx="0" presStyleCnt="4"/>
      <dgm:spPr/>
    </dgm:pt>
    <dgm:pt modelId="{4223348C-47A9-4BDC-A8F5-06666F39C0AC}" type="pres">
      <dgm:prSet presAssocID="{A449AA93-F16D-4C53-858C-B4317B36704F}" presName="vert1" presStyleCnt="0"/>
      <dgm:spPr/>
    </dgm:pt>
    <dgm:pt modelId="{154270D9-90E9-46AC-96BD-169BB70C92DA}" type="pres">
      <dgm:prSet presAssocID="{EA11EC18-831F-4F1C-9478-B91B106AA56A}" presName="thickLine" presStyleLbl="alignNode1" presStyleIdx="1" presStyleCnt="4"/>
      <dgm:spPr/>
    </dgm:pt>
    <dgm:pt modelId="{B080F3E6-A5A8-44D1-B919-0DFAD978E066}" type="pres">
      <dgm:prSet presAssocID="{EA11EC18-831F-4F1C-9478-B91B106AA56A}" presName="horz1" presStyleCnt="0"/>
      <dgm:spPr/>
    </dgm:pt>
    <dgm:pt modelId="{04A91696-FE7F-4847-94CE-2A8EB68555EA}" type="pres">
      <dgm:prSet presAssocID="{EA11EC18-831F-4F1C-9478-B91B106AA56A}" presName="tx1" presStyleLbl="revTx" presStyleIdx="1" presStyleCnt="4"/>
      <dgm:spPr/>
    </dgm:pt>
    <dgm:pt modelId="{AB0E1E87-D915-46F3-8B6A-2FE79007F14D}" type="pres">
      <dgm:prSet presAssocID="{EA11EC18-831F-4F1C-9478-B91B106AA56A}" presName="vert1" presStyleCnt="0"/>
      <dgm:spPr/>
    </dgm:pt>
    <dgm:pt modelId="{0D8A3FF3-F8CD-4240-98F2-66D96E7E4351}" type="pres">
      <dgm:prSet presAssocID="{151861CF-A383-41A4-A726-AA682B2AB720}" presName="thickLine" presStyleLbl="alignNode1" presStyleIdx="2" presStyleCnt="4"/>
      <dgm:spPr/>
    </dgm:pt>
    <dgm:pt modelId="{8E067B65-68D6-403F-AA8F-E5D9BF4B6E56}" type="pres">
      <dgm:prSet presAssocID="{151861CF-A383-41A4-A726-AA682B2AB720}" presName="horz1" presStyleCnt="0"/>
      <dgm:spPr/>
    </dgm:pt>
    <dgm:pt modelId="{FB0ADD8E-606E-4A67-9F44-07AED5165A82}" type="pres">
      <dgm:prSet presAssocID="{151861CF-A383-41A4-A726-AA682B2AB720}" presName="tx1" presStyleLbl="revTx" presStyleIdx="2" presStyleCnt="4"/>
      <dgm:spPr/>
    </dgm:pt>
    <dgm:pt modelId="{16F5A4CD-84D6-4EDE-A2DB-B3ED25DAE384}" type="pres">
      <dgm:prSet presAssocID="{151861CF-A383-41A4-A726-AA682B2AB720}" presName="vert1" presStyleCnt="0"/>
      <dgm:spPr/>
    </dgm:pt>
    <dgm:pt modelId="{EDA4067C-8B95-48B4-AE84-996A6BBF5883}" type="pres">
      <dgm:prSet presAssocID="{3DB914EB-9DDA-4132-889A-F547513F4CF0}" presName="thickLine" presStyleLbl="alignNode1" presStyleIdx="3" presStyleCnt="4"/>
      <dgm:spPr/>
    </dgm:pt>
    <dgm:pt modelId="{3A5BB2AB-9BFA-429F-A684-2B9E38EB096B}" type="pres">
      <dgm:prSet presAssocID="{3DB914EB-9DDA-4132-889A-F547513F4CF0}" presName="horz1" presStyleCnt="0"/>
      <dgm:spPr/>
    </dgm:pt>
    <dgm:pt modelId="{F3BF6AA3-A835-43FB-A804-AE1197C5EBEC}" type="pres">
      <dgm:prSet presAssocID="{3DB914EB-9DDA-4132-889A-F547513F4CF0}" presName="tx1" presStyleLbl="revTx" presStyleIdx="3" presStyleCnt="4"/>
      <dgm:spPr/>
    </dgm:pt>
    <dgm:pt modelId="{1958D3E7-8A63-4B14-8487-CFDA378BAFBE}" type="pres">
      <dgm:prSet presAssocID="{3DB914EB-9DDA-4132-889A-F547513F4CF0}" presName="vert1" presStyleCnt="0"/>
      <dgm:spPr/>
    </dgm:pt>
  </dgm:ptLst>
  <dgm:cxnLst>
    <dgm:cxn modelId="{3CB4B005-E43C-4768-A4D4-833C13B34783}" type="presOf" srcId="{A449AA93-F16D-4C53-858C-B4317B36704F}" destId="{1CAEA323-F758-4F8A-8272-A05F881B1AC2}" srcOrd="0" destOrd="0" presId="urn:microsoft.com/office/officeart/2008/layout/LinedList"/>
    <dgm:cxn modelId="{EA3BF009-5ABA-426F-8884-D1F4ABCDBD98}" type="presOf" srcId="{3DB914EB-9DDA-4132-889A-F547513F4CF0}" destId="{F3BF6AA3-A835-43FB-A804-AE1197C5EBEC}" srcOrd="0" destOrd="0" presId="urn:microsoft.com/office/officeart/2008/layout/LinedList"/>
    <dgm:cxn modelId="{1BB4421C-A850-4319-9C4C-4D36FB7CA54F}" srcId="{D85D40EA-B62C-42F3-8A14-749B72209AF1}" destId="{3DB914EB-9DDA-4132-889A-F547513F4CF0}" srcOrd="3" destOrd="0" parTransId="{A2196D71-5A7B-4D53-BF54-7332ED52760E}" sibTransId="{7982089E-BFDF-437E-AB6F-32629628B52B}"/>
    <dgm:cxn modelId="{47DB305E-2196-4CC1-AB90-1FF58868EF6A}" type="presOf" srcId="{D85D40EA-B62C-42F3-8A14-749B72209AF1}" destId="{320174FF-2818-4485-B0A5-AFEEA22A7D39}" srcOrd="0" destOrd="0" presId="urn:microsoft.com/office/officeart/2008/layout/LinedList"/>
    <dgm:cxn modelId="{9DAA5942-7B72-460C-A528-C8B7442CD8FD}" srcId="{D85D40EA-B62C-42F3-8A14-749B72209AF1}" destId="{A449AA93-F16D-4C53-858C-B4317B36704F}" srcOrd="0" destOrd="0" parTransId="{C2EA2FB6-CF44-453B-8040-23BA2FB16619}" sibTransId="{9DCECE12-2DD5-469A-817F-91CBF4B3E4AB}"/>
    <dgm:cxn modelId="{BA9E8B69-9D73-49B8-932C-82C5798A6512}" type="presOf" srcId="{151861CF-A383-41A4-A726-AA682B2AB720}" destId="{FB0ADD8E-606E-4A67-9F44-07AED5165A82}" srcOrd="0" destOrd="0" presId="urn:microsoft.com/office/officeart/2008/layout/LinedList"/>
    <dgm:cxn modelId="{F9DA16B6-9CE1-45F0-9665-79F2A5AAA32F}" srcId="{D85D40EA-B62C-42F3-8A14-749B72209AF1}" destId="{151861CF-A383-41A4-A726-AA682B2AB720}" srcOrd="2" destOrd="0" parTransId="{7534258B-82A2-4D80-AC73-AABB4A4B7787}" sibTransId="{14C6ADF9-77AF-4959-A22A-9113C4FC22BC}"/>
    <dgm:cxn modelId="{2215EDBE-0703-4E25-8684-2E073DAD08A8}" srcId="{D85D40EA-B62C-42F3-8A14-749B72209AF1}" destId="{EA11EC18-831F-4F1C-9478-B91B106AA56A}" srcOrd="1" destOrd="0" parTransId="{D0DAA819-68A6-41B2-B6E8-428FD4321EDD}" sibTransId="{1F231C1F-9EBE-455A-B08E-8EE15C32B023}"/>
    <dgm:cxn modelId="{8B16FEBE-DD87-464E-88B6-92D241A5E3D8}" type="presOf" srcId="{EA11EC18-831F-4F1C-9478-B91B106AA56A}" destId="{04A91696-FE7F-4847-94CE-2A8EB68555EA}" srcOrd="0" destOrd="0" presId="urn:microsoft.com/office/officeart/2008/layout/LinedList"/>
    <dgm:cxn modelId="{12CFAEA7-718B-47E7-B07C-F9B7CF5D5350}" type="presParOf" srcId="{320174FF-2818-4485-B0A5-AFEEA22A7D39}" destId="{1B1585B3-47F7-4711-B243-4229685E248F}" srcOrd="0" destOrd="0" presId="urn:microsoft.com/office/officeart/2008/layout/LinedList"/>
    <dgm:cxn modelId="{06CF6CC2-A762-49F1-8288-17671BCFDB49}" type="presParOf" srcId="{320174FF-2818-4485-B0A5-AFEEA22A7D39}" destId="{21CBA0B7-FA7F-4823-815A-73375AB0899D}" srcOrd="1" destOrd="0" presId="urn:microsoft.com/office/officeart/2008/layout/LinedList"/>
    <dgm:cxn modelId="{62A1C1AC-4D3E-4ECC-99C3-C4F5A8FBEA85}" type="presParOf" srcId="{21CBA0B7-FA7F-4823-815A-73375AB0899D}" destId="{1CAEA323-F758-4F8A-8272-A05F881B1AC2}" srcOrd="0" destOrd="0" presId="urn:microsoft.com/office/officeart/2008/layout/LinedList"/>
    <dgm:cxn modelId="{7B35B35F-A5A5-4CDB-9F4B-F91FE09A1B40}" type="presParOf" srcId="{21CBA0B7-FA7F-4823-815A-73375AB0899D}" destId="{4223348C-47A9-4BDC-A8F5-06666F39C0AC}" srcOrd="1" destOrd="0" presId="urn:microsoft.com/office/officeart/2008/layout/LinedList"/>
    <dgm:cxn modelId="{14319348-8F4B-4327-B701-F25B916D0B39}" type="presParOf" srcId="{320174FF-2818-4485-B0A5-AFEEA22A7D39}" destId="{154270D9-90E9-46AC-96BD-169BB70C92DA}" srcOrd="2" destOrd="0" presId="urn:microsoft.com/office/officeart/2008/layout/LinedList"/>
    <dgm:cxn modelId="{76059C21-0905-438E-B8A9-FACBAE526D5F}" type="presParOf" srcId="{320174FF-2818-4485-B0A5-AFEEA22A7D39}" destId="{B080F3E6-A5A8-44D1-B919-0DFAD978E066}" srcOrd="3" destOrd="0" presId="urn:microsoft.com/office/officeart/2008/layout/LinedList"/>
    <dgm:cxn modelId="{1086A73D-9515-4991-9261-8D8717FC256A}" type="presParOf" srcId="{B080F3E6-A5A8-44D1-B919-0DFAD978E066}" destId="{04A91696-FE7F-4847-94CE-2A8EB68555EA}" srcOrd="0" destOrd="0" presId="urn:microsoft.com/office/officeart/2008/layout/LinedList"/>
    <dgm:cxn modelId="{252F83AA-420F-4225-8EA3-75EDA8166880}" type="presParOf" srcId="{B080F3E6-A5A8-44D1-B919-0DFAD978E066}" destId="{AB0E1E87-D915-46F3-8B6A-2FE79007F14D}" srcOrd="1" destOrd="0" presId="urn:microsoft.com/office/officeart/2008/layout/LinedList"/>
    <dgm:cxn modelId="{E2610C6A-759F-4B12-B550-F50DB79C941B}" type="presParOf" srcId="{320174FF-2818-4485-B0A5-AFEEA22A7D39}" destId="{0D8A3FF3-F8CD-4240-98F2-66D96E7E4351}" srcOrd="4" destOrd="0" presId="urn:microsoft.com/office/officeart/2008/layout/LinedList"/>
    <dgm:cxn modelId="{04BAEAA2-1DA8-4C12-BDC0-F6EC61A62852}" type="presParOf" srcId="{320174FF-2818-4485-B0A5-AFEEA22A7D39}" destId="{8E067B65-68D6-403F-AA8F-E5D9BF4B6E56}" srcOrd="5" destOrd="0" presId="urn:microsoft.com/office/officeart/2008/layout/LinedList"/>
    <dgm:cxn modelId="{4E2727B4-A326-4019-8D5B-6E46296F4953}" type="presParOf" srcId="{8E067B65-68D6-403F-AA8F-E5D9BF4B6E56}" destId="{FB0ADD8E-606E-4A67-9F44-07AED5165A82}" srcOrd="0" destOrd="0" presId="urn:microsoft.com/office/officeart/2008/layout/LinedList"/>
    <dgm:cxn modelId="{6FD0A8C0-9A57-4C53-BBBA-4086BB2D0B3B}" type="presParOf" srcId="{8E067B65-68D6-403F-AA8F-E5D9BF4B6E56}" destId="{16F5A4CD-84D6-4EDE-A2DB-B3ED25DAE384}" srcOrd="1" destOrd="0" presId="urn:microsoft.com/office/officeart/2008/layout/LinedList"/>
    <dgm:cxn modelId="{2AC25023-A021-4552-A379-E8C9C98AA447}" type="presParOf" srcId="{320174FF-2818-4485-B0A5-AFEEA22A7D39}" destId="{EDA4067C-8B95-48B4-AE84-996A6BBF5883}" srcOrd="6" destOrd="0" presId="urn:microsoft.com/office/officeart/2008/layout/LinedList"/>
    <dgm:cxn modelId="{1B3ADA81-2FF5-4FED-AFBF-A9CB19102F49}" type="presParOf" srcId="{320174FF-2818-4485-B0A5-AFEEA22A7D39}" destId="{3A5BB2AB-9BFA-429F-A684-2B9E38EB096B}" srcOrd="7" destOrd="0" presId="urn:microsoft.com/office/officeart/2008/layout/LinedList"/>
    <dgm:cxn modelId="{203F5663-5E1C-4BA9-9891-BFEE2A5CAE4F}" type="presParOf" srcId="{3A5BB2AB-9BFA-429F-A684-2B9E38EB096B}" destId="{F3BF6AA3-A835-43FB-A804-AE1197C5EBEC}" srcOrd="0" destOrd="0" presId="urn:microsoft.com/office/officeart/2008/layout/LinedList"/>
    <dgm:cxn modelId="{29C1BA35-84C0-4305-A55D-3E7679AE03E8}" type="presParOf" srcId="{3A5BB2AB-9BFA-429F-A684-2B9E38EB096B}" destId="{1958D3E7-8A63-4B14-8487-CFDA378BAF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A20B-69A1-4086-9516-F3BA3C71DD59}">
      <dsp:nvSpPr>
        <dsp:cNvPr id="0" name=""/>
        <dsp:cNvSpPr/>
      </dsp:nvSpPr>
      <dsp:spPr>
        <a:xfrm>
          <a:off x="0" y="395305"/>
          <a:ext cx="6237359" cy="18532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Obiectivă</a:t>
          </a:r>
          <a:r>
            <a:rPr lang="ro-RO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observate direct de evaluator sau de participant)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Subiectivă</a:t>
          </a:r>
          <a:r>
            <a:rPr lang="ro-RO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bazate pe opinii/judecăți – de exemplu chestionare).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0470" y="485775"/>
        <a:ext cx="6056419" cy="1672339"/>
      </dsp:txXfrm>
    </dsp:sp>
    <dsp:sp modelId="{52DA7AA9-990D-4733-9DA9-A4CADBF9978E}">
      <dsp:nvSpPr>
        <dsp:cNvPr id="0" name=""/>
        <dsp:cNvSpPr/>
      </dsp:nvSpPr>
      <dsp:spPr>
        <a:xfrm>
          <a:off x="0" y="2317705"/>
          <a:ext cx="6237359" cy="1853279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Cantitativă</a:t>
          </a:r>
          <a:r>
            <a:rPr lang="ro-RO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numerice) 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Calitativă</a:t>
          </a:r>
          <a:r>
            <a:rPr lang="ro-RO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(date non-numerice, descriptive – pot reflecta probleme întâmpinate).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0470" y="2408175"/>
        <a:ext cx="6056419" cy="1672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E9497-2C53-42F6-9315-AC3B6E602C81}">
      <dsp:nvSpPr>
        <dsp:cNvPr id="0" name=""/>
        <dsp:cNvSpPr/>
      </dsp:nvSpPr>
      <dsp:spPr>
        <a:xfrm>
          <a:off x="1269" y="141881"/>
          <a:ext cx="4454719" cy="2828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B850B-A9BA-4012-916D-5379D867DB0F}">
      <dsp:nvSpPr>
        <dsp:cNvPr id="0" name=""/>
        <dsp:cNvSpPr/>
      </dsp:nvSpPr>
      <dsp:spPr>
        <a:xfrm>
          <a:off x="496237" y="612101"/>
          <a:ext cx="4454719" cy="2828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Metode de evaluare empirice: </a:t>
          </a:r>
          <a:r>
            <a:rPr lang="ro-RO" sz="29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legate de date provenind de la participanți și de observarea peformanței utilizatorilor.  </a:t>
          </a:r>
          <a:endParaRPr lang="en-US" sz="29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79088" y="694952"/>
        <a:ext cx="4289017" cy="2663044"/>
      </dsp:txXfrm>
    </dsp:sp>
    <dsp:sp modelId="{3B6389CF-350C-4953-A14B-C5BF3A0FA2A3}">
      <dsp:nvSpPr>
        <dsp:cNvPr id="0" name=""/>
        <dsp:cNvSpPr/>
      </dsp:nvSpPr>
      <dsp:spPr>
        <a:xfrm>
          <a:off x="5445925" y="141881"/>
          <a:ext cx="4454719" cy="28287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8E54E-A025-4171-BB52-E1DCB06C1FDC}">
      <dsp:nvSpPr>
        <dsp:cNvPr id="0" name=""/>
        <dsp:cNvSpPr/>
      </dsp:nvSpPr>
      <dsp:spPr>
        <a:xfrm>
          <a:off x="5940894" y="612101"/>
          <a:ext cx="4454719" cy="2828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Metode de evaluare analitice: </a:t>
          </a:r>
          <a:r>
            <a:rPr lang="ro-RO" sz="290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bazate pe examinarea atributelor soluției de </a:t>
          </a:r>
          <a:r>
            <a:rPr lang="ro-RO" sz="2900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design</a:t>
          </a:r>
          <a:r>
            <a:rPr lang="ro-RO" sz="290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.</a:t>
          </a:r>
          <a:endParaRPr lang="en-US" sz="2900" i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023745" y="694952"/>
        <a:ext cx="4289017" cy="26630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87F9D-FCA3-49AC-9401-B9FF4F0DE0CE}">
      <dsp:nvSpPr>
        <dsp:cNvPr id="0" name=""/>
        <dsp:cNvSpPr/>
      </dsp:nvSpPr>
      <dsp:spPr>
        <a:xfrm>
          <a:off x="0" y="111320"/>
          <a:ext cx="7633423" cy="196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Scopul: </a:t>
          </a:r>
          <a:r>
            <a:rPr lang="ro-RO" sz="2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diferă de la etapă la etapă, poate fi evaluat întregul sistem/produs, </a:t>
          </a:r>
          <a:r>
            <a:rPr lang="ro-RO" sz="2800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design</a:t>
          </a:r>
          <a:r>
            <a:rPr lang="ro-RO" sz="2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-ul conceptual, etc. Pot exista și scopuri restrânse. </a:t>
          </a:r>
          <a:endParaRPr lang="en-US" sz="2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5953" y="207273"/>
        <a:ext cx="7441517" cy="1773694"/>
      </dsp:txXfrm>
    </dsp:sp>
    <dsp:sp modelId="{D3465791-B748-4F7A-A9D2-D698DDDA18CB}">
      <dsp:nvSpPr>
        <dsp:cNvPr id="0" name=""/>
        <dsp:cNvSpPr/>
      </dsp:nvSpPr>
      <dsp:spPr>
        <a:xfrm>
          <a:off x="0" y="2157560"/>
          <a:ext cx="7633423" cy="196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Rigoarea: </a:t>
          </a:r>
          <a:r>
            <a:rPr lang="ro-RO" sz="2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 orice nivel de rigoare, depinde de etapă (în etapele inițiale un nivel ridicat de rigoare nu ar fi util), de context (</a:t>
          </a:r>
          <a:r>
            <a:rPr lang="ro-RO" sz="2800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systems </a:t>
          </a:r>
          <a:r>
            <a:rPr lang="ro-RO" sz="2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– rigoare adecvată).</a:t>
          </a:r>
          <a:endParaRPr lang="en-US" sz="2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5953" y="2253513"/>
        <a:ext cx="7441517" cy="17736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585B3-47F7-4711-B243-4229685E248F}">
      <dsp:nvSpPr>
        <dsp:cNvPr id="0" name=""/>
        <dsp:cNvSpPr/>
      </dsp:nvSpPr>
      <dsp:spPr>
        <a:xfrm>
          <a:off x="0" y="0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AEA323-F758-4F8A-8272-A05F881B1AC2}">
      <dsp:nvSpPr>
        <dsp:cNvPr id="0" name=""/>
        <dsp:cNvSpPr/>
      </dsp:nvSpPr>
      <dsp:spPr>
        <a:xfrm>
          <a:off x="0" y="0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sp:txBody>
      <dsp:txXfrm>
        <a:off x="0" y="0"/>
        <a:ext cx="11247120" cy="901382"/>
      </dsp:txXfrm>
    </dsp:sp>
    <dsp:sp modelId="{154270D9-90E9-46AC-96BD-169BB70C92DA}">
      <dsp:nvSpPr>
        <dsp:cNvPr id="0" name=""/>
        <dsp:cNvSpPr/>
      </dsp:nvSpPr>
      <dsp:spPr>
        <a:xfrm>
          <a:off x="0" y="901382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A91696-FE7F-4847-94CE-2A8EB68555EA}">
      <dsp:nvSpPr>
        <dsp:cNvPr id="0" name=""/>
        <dsp:cNvSpPr/>
      </dsp:nvSpPr>
      <dsp:spPr>
        <a:xfrm>
          <a:off x="0" y="901382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incidentelor critice (obiectivă, calitativă).</a:t>
          </a:r>
          <a:endParaRPr lang="en-US" sz="36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901382"/>
        <a:ext cx="11247120" cy="901382"/>
      </dsp:txXfrm>
    </dsp:sp>
    <dsp:sp modelId="{0D8A3FF3-F8CD-4240-98F2-66D96E7E4351}">
      <dsp:nvSpPr>
        <dsp:cNvPr id="0" name=""/>
        <dsp:cNvSpPr/>
      </dsp:nvSpPr>
      <dsp:spPr>
        <a:xfrm>
          <a:off x="0" y="1802765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0ADD8E-606E-4A67-9F44-07AED5165A82}">
      <dsp:nvSpPr>
        <dsp:cNvPr id="0" name=""/>
        <dsp:cNvSpPr/>
      </dsp:nvSpPr>
      <dsp:spPr>
        <a:xfrm>
          <a:off x="0" y="1802765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sp:txBody>
      <dsp:txXfrm>
        <a:off x="0" y="1802765"/>
        <a:ext cx="11247120" cy="901382"/>
      </dsp:txXfrm>
    </dsp:sp>
    <dsp:sp modelId="{EDA4067C-8B95-48B4-AE84-996A6BBF5883}">
      <dsp:nvSpPr>
        <dsp:cNvPr id="0" name=""/>
        <dsp:cNvSpPr/>
      </dsp:nvSpPr>
      <dsp:spPr>
        <a:xfrm>
          <a:off x="0" y="2704147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BF6AA3-A835-43FB-A804-AE1197C5EBEC}">
      <dsp:nvSpPr>
        <dsp:cNvPr id="0" name=""/>
        <dsp:cNvSpPr/>
      </dsp:nvSpPr>
      <dsp:spPr>
        <a:xfrm>
          <a:off x="0" y="2704147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sz="3600" b="0" i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704147"/>
        <a:ext cx="11247120" cy="9013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585B3-47F7-4711-B243-4229685E248F}">
      <dsp:nvSpPr>
        <dsp:cNvPr id="0" name=""/>
        <dsp:cNvSpPr/>
      </dsp:nvSpPr>
      <dsp:spPr>
        <a:xfrm>
          <a:off x="0" y="0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AEA323-F758-4F8A-8272-A05F881B1AC2}">
      <dsp:nvSpPr>
        <dsp:cNvPr id="0" name=""/>
        <dsp:cNvSpPr/>
      </dsp:nvSpPr>
      <dsp:spPr>
        <a:xfrm>
          <a:off x="0" y="0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sp:txBody>
      <dsp:txXfrm>
        <a:off x="0" y="0"/>
        <a:ext cx="11247120" cy="901382"/>
      </dsp:txXfrm>
    </dsp:sp>
    <dsp:sp modelId="{154270D9-90E9-46AC-96BD-169BB70C92DA}">
      <dsp:nvSpPr>
        <dsp:cNvPr id="0" name=""/>
        <dsp:cNvSpPr/>
      </dsp:nvSpPr>
      <dsp:spPr>
        <a:xfrm>
          <a:off x="0" y="901382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A91696-FE7F-4847-94CE-2A8EB68555EA}">
      <dsp:nvSpPr>
        <dsp:cNvPr id="0" name=""/>
        <dsp:cNvSpPr/>
      </dsp:nvSpPr>
      <dsp:spPr>
        <a:xfrm>
          <a:off x="0" y="901382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unor incidente critice (obiectivă, calitativă).</a:t>
          </a:r>
          <a:endParaRPr lang="en-US" sz="34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901382"/>
        <a:ext cx="11247120" cy="901382"/>
      </dsp:txXfrm>
    </dsp:sp>
    <dsp:sp modelId="{0D8A3FF3-F8CD-4240-98F2-66D96E7E4351}">
      <dsp:nvSpPr>
        <dsp:cNvPr id="0" name=""/>
        <dsp:cNvSpPr/>
      </dsp:nvSpPr>
      <dsp:spPr>
        <a:xfrm>
          <a:off x="0" y="1802765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0ADD8E-606E-4A67-9F44-07AED5165A82}">
      <dsp:nvSpPr>
        <dsp:cNvPr id="0" name=""/>
        <dsp:cNvSpPr/>
      </dsp:nvSpPr>
      <dsp:spPr>
        <a:xfrm>
          <a:off x="0" y="1802765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sp:txBody>
      <dsp:txXfrm>
        <a:off x="0" y="1802765"/>
        <a:ext cx="11247120" cy="901382"/>
      </dsp:txXfrm>
    </dsp:sp>
    <dsp:sp modelId="{EDA4067C-8B95-48B4-AE84-996A6BBF5883}">
      <dsp:nvSpPr>
        <dsp:cNvPr id="0" name=""/>
        <dsp:cNvSpPr/>
      </dsp:nvSpPr>
      <dsp:spPr>
        <a:xfrm>
          <a:off x="0" y="2704147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BF6AA3-A835-43FB-A804-AE1197C5EBEC}">
      <dsp:nvSpPr>
        <dsp:cNvPr id="0" name=""/>
        <dsp:cNvSpPr/>
      </dsp:nvSpPr>
      <dsp:spPr>
        <a:xfrm>
          <a:off x="0" y="2704147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sz="3400" b="0" i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704147"/>
        <a:ext cx="11247120" cy="9013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585B3-47F7-4711-B243-4229685E248F}">
      <dsp:nvSpPr>
        <dsp:cNvPr id="0" name=""/>
        <dsp:cNvSpPr/>
      </dsp:nvSpPr>
      <dsp:spPr>
        <a:xfrm>
          <a:off x="0" y="0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AEA323-F758-4F8A-8272-A05F881B1AC2}">
      <dsp:nvSpPr>
        <dsp:cNvPr id="0" name=""/>
        <dsp:cNvSpPr/>
      </dsp:nvSpPr>
      <dsp:spPr>
        <a:xfrm>
          <a:off x="0" y="0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sp:txBody>
      <dsp:txXfrm>
        <a:off x="0" y="0"/>
        <a:ext cx="11247120" cy="901382"/>
      </dsp:txXfrm>
    </dsp:sp>
    <dsp:sp modelId="{154270D9-90E9-46AC-96BD-169BB70C92DA}">
      <dsp:nvSpPr>
        <dsp:cNvPr id="0" name=""/>
        <dsp:cNvSpPr/>
      </dsp:nvSpPr>
      <dsp:spPr>
        <a:xfrm>
          <a:off x="0" y="901382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A91696-FE7F-4847-94CE-2A8EB68555EA}">
      <dsp:nvSpPr>
        <dsp:cNvPr id="0" name=""/>
        <dsp:cNvSpPr/>
      </dsp:nvSpPr>
      <dsp:spPr>
        <a:xfrm>
          <a:off x="0" y="901382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incidentelor critice (obiectivă, calitativă).</a:t>
          </a:r>
          <a:endParaRPr lang="en-US" sz="36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901382"/>
        <a:ext cx="11247120" cy="901382"/>
      </dsp:txXfrm>
    </dsp:sp>
    <dsp:sp modelId="{0D8A3FF3-F8CD-4240-98F2-66D96E7E4351}">
      <dsp:nvSpPr>
        <dsp:cNvPr id="0" name=""/>
        <dsp:cNvSpPr/>
      </dsp:nvSpPr>
      <dsp:spPr>
        <a:xfrm>
          <a:off x="0" y="1802765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0ADD8E-606E-4A67-9F44-07AED5165A82}">
      <dsp:nvSpPr>
        <dsp:cNvPr id="0" name=""/>
        <dsp:cNvSpPr/>
      </dsp:nvSpPr>
      <dsp:spPr>
        <a:xfrm>
          <a:off x="0" y="1802765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sp:txBody>
      <dsp:txXfrm>
        <a:off x="0" y="1802765"/>
        <a:ext cx="11247120" cy="901382"/>
      </dsp:txXfrm>
    </dsp:sp>
    <dsp:sp modelId="{EDA4067C-8B95-48B4-AE84-996A6BBF5883}">
      <dsp:nvSpPr>
        <dsp:cNvPr id="0" name=""/>
        <dsp:cNvSpPr/>
      </dsp:nvSpPr>
      <dsp:spPr>
        <a:xfrm>
          <a:off x="0" y="2704147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BF6AA3-A835-43FB-A804-AE1197C5EBEC}">
      <dsp:nvSpPr>
        <dsp:cNvPr id="0" name=""/>
        <dsp:cNvSpPr/>
      </dsp:nvSpPr>
      <dsp:spPr>
        <a:xfrm>
          <a:off x="0" y="2704147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sz="3600" b="0" i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704147"/>
        <a:ext cx="11247120" cy="9013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585B3-47F7-4711-B243-4229685E248F}">
      <dsp:nvSpPr>
        <dsp:cNvPr id="0" name=""/>
        <dsp:cNvSpPr/>
      </dsp:nvSpPr>
      <dsp:spPr>
        <a:xfrm>
          <a:off x="0" y="0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AEA323-F758-4F8A-8272-A05F881B1AC2}">
      <dsp:nvSpPr>
        <dsp:cNvPr id="0" name=""/>
        <dsp:cNvSpPr/>
      </dsp:nvSpPr>
      <dsp:spPr>
        <a:xfrm>
          <a:off x="0" y="0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Performanța utilizatorului (obiectivă, cantitativă).</a:t>
          </a:r>
        </a:p>
      </dsp:txBody>
      <dsp:txXfrm>
        <a:off x="0" y="0"/>
        <a:ext cx="11247120" cy="901382"/>
      </dsp:txXfrm>
    </dsp:sp>
    <dsp:sp modelId="{154270D9-90E9-46AC-96BD-169BB70C92DA}">
      <dsp:nvSpPr>
        <dsp:cNvPr id="0" name=""/>
        <dsp:cNvSpPr/>
      </dsp:nvSpPr>
      <dsp:spPr>
        <a:xfrm>
          <a:off x="0" y="901382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A91696-FE7F-4847-94CE-2A8EB68555EA}">
      <dsp:nvSpPr>
        <dsp:cNvPr id="0" name=""/>
        <dsp:cNvSpPr/>
      </dsp:nvSpPr>
      <dsp:spPr>
        <a:xfrm>
          <a:off x="0" y="901382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Identificarea incidentelor critice (obiectivă, calitativă).</a:t>
          </a:r>
          <a:endParaRPr lang="en-US" sz="36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901382"/>
        <a:ext cx="11247120" cy="901382"/>
      </dsp:txXfrm>
    </dsp:sp>
    <dsp:sp modelId="{0D8A3FF3-F8CD-4240-98F2-66D96E7E4351}">
      <dsp:nvSpPr>
        <dsp:cNvPr id="0" name=""/>
        <dsp:cNvSpPr/>
      </dsp:nvSpPr>
      <dsp:spPr>
        <a:xfrm>
          <a:off x="0" y="1802765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0ADD8E-606E-4A67-9F44-07AED5165A82}">
      <dsp:nvSpPr>
        <dsp:cNvPr id="0" name=""/>
        <dsp:cNvSpPr/>
      </dsp:nvSpPr>
      <dsp:spPr>
        <a:xfrm>
          <a:off x="0" y="1802765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Gândirea cu voce tare (subiectivă, calitativă).</a:t>
          </a:r>
        </a:p>
      </dsp:txBody>
      <dsp:txXfrm>
        <a:off x="0" y="1802765"/>
        <a:ext cx="11247120" cy="901382"/>
      </dsp:txXfrm>
    </dsp:sp>
    <dsp:sp modelId="{EDA4067C-8B95-48B4-AE84-996A6BBF5883}">
      <dsp:nvSpPr>
        <dsp:cNvPr id="0" name=""/>
        <dsp:cNvSpPr/>
      </dsp:nvSpPr>
      <dsp:spPr>
        <a:xfrm>
          <a:off x="0" y="2704147"/>
          <a:ext cx="112471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BF6AA3-A835-43FB-A804-AE1197C5EBEC}">
      <dsp:nvSpPr>
        <dsp:cNvPr id="0" name=""/>
        <dsp:cNvSpPr/>
      </dsp:nvSpPr>
      <dsp:spPr>
        <a:xfrm>
          <a:off x="0" y="2704147"/>
          <a:ext cx="11247120" cy="901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Chestionare (subiectivă, cantitativă).</a:t>
          </a:r>
          <a:endParaRPr lang="en-US" sz="3600" b="0" i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704147"/>
        <a:ext cx="11247120" cy="901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8ADED-99B5-4593-AC97-948B10095E73}" type="datetimeFigureOut">
              <a:rPr lang="en-GB" smtClean="0"/>
              <a:t>12/05/2024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07B23-44BF-4274-99EE-5A1AB3FC95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4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907B23-44BF-4274-99EE-5A1AB3FC95D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50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907B23-44BF-4274-99EE-5A1AB3FC95D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1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907B23-44BF-4274-99EE-5A1AB3FC95D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13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9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2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27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6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2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4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90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1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1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03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311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6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3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880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1E1FAD-7351-4908-963A-08EA8E4AB7A0}" type="datetimeFigureOut">
              <a:rPr lang="en-US" smtClean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41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7" r:id="rId1"/>
    <p:sldLayoutId id="2147484368" r:id="rId2"/>
    <p:sldLayoutId id="2147484369" r:id="rId3"/>
    <p:sldLayoutId id="2147484370" r:id="rId4"/>
    <p:sldLayoutId id="2147484371" r:id="rId5"/>
    <p:sldLayoutId id="2147484372" r:id="rId6"/>
    <p:sldLayoutId id="2147484373" r:id="rId7"/>
    <p:sldLayoutId id="2147484374" r:id="rId8"/>
    <p:sldLayoutId id="2147484375" r:id="rId9"/>
    <p:sldLayoutId id="2147484376" r:id="rId10"/>
    <p:sldLayoutId id="2147484377" r:id="rId11"/>
    <p:sldLayoutId id="2147484378" r:id="rId12"/>
    <p:sldLayoutId id="2147484379" r:id="rId13"/>
    <p:sldLayoutId id="2147484380" r:id="rId14"/>
    <p:sldLayoutId id="2147484381" r:id="rId15"/>
    <p:sldLayoutId id="2147484382" r:id="rId16"/>
    <p:sldLayoutId id="2147484383" r:id="rId17"/>
    <p:sldLayoutId id="2147484384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2.png"/><Relationship Id="rId4" Type="http://schemas.openxmlformats.org/officeDocument/2006/relationships/diagramLayout" Target="../diagrams/layout4.xml"/><Relationship Id="rId9" Type="http://schemas.openxmlformats.org/officeDocument/2006/relationships/slide" Target="slide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5.png"/><Relationship Id="rId4" Type="http://schemas.openxmlformats.org/officeDocument/2006/relationships/diagramLayout" Target="../diagrams/layout5.xml"/><Relationship Id="rId9" Type="http://schemas.openxmlformats.org/officeDocument/2006/relationships/slide" Target="slide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70.png"/><Relationship Id="rId4" Type="http://schemas.openxmlformats.org/officeDocument/2006/relationships/diagramLayout" Target="../diagrams/layout6.xml"/><Relationship Id="rId9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200.png"/><Relationship Id="rId4" Type="http://schemas.openxmlformats.org/officeDocument/2006/relationships/diagramLayout" Target="../diagrams/layout7.xml"/><Relationship Id="rId9" Type="http://schemas.openxmlformats.org/officeDocument/2006/relationships/slide" Target="slide2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ux.princeton.edu/document/30" TargetMode="External"/><Relationship Id="rId3" Type="http://schemas.openxmlformats.org/officeDocument/2006/relationships/hyperlink" Target="http://intranet.di.unisa.it/~delmal/research/usability/TLT.pdf" TargetMode="External"/><Relationship Id="rId7" Type="http://schemas.openxmlformats.org/officeDocument/2006/relationships/hyperlink" Target="https://www.nngroup.com/articles/usability-testing-101/" TargetMode="External"/><Relationship Id="rId2" Type="http://schemas.openxmlformats.org/officeDocument/2006/relationships/hyperlink" Target="https://dl.acm.org/doi/pdf/10.1145/57167.5720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s.fu-berlin.de/hci2023/files/2023/07/Test-Observation-Coding-Form.pdf" TargetMode="External"/><Relationship Id="rId5" Type="http://schemas.openxmlformats.org/officeDocument/2006/relationships/hyperlink" Target="https://www.usability.gov/how-to-and-tools/methods/system-usability-scale.html" TargetMode="External"/><Relationship Id="rId4" Type="http://schemas.openxmlformats.org/officeDocument/2006/relationships/hyperlink" Target="https://citeseerx.ist.psu.edu/document?repid=rep1&amp;type=pdf&amp;doi=48d2c0c854297ece0507a233bce4bbee509dd16f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sciencedirect.com/book/9780124157811/measuring-the-user-experi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Marc-Hassenzahl/publication/200085886_AttrakDiff_Ein_Fragebogen_zur_Messung_wahrgenommener_hedonischer_und_pragmatischer_Qualitat/links/5cc2b9bb92851c8d22050d2d/AttrakDiff-Ein-Fragebogen-zur-Messung-wahrgenommener-hedonischer-und-pragmatischer-Qualitaet.pdf" TargetMode="External"/><Relationship Id="rId2" Type="http://schemas.openxmlformats.org/officeDocument/2006/relationships/hyperlink" Target="https://attrakdiff.de/index-e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ompetenzzentrum-usability.digital/kos/WNetz?art=File.download&amp;id=1296&amp;name=AttrakDiff_EN_UID.pdf" TargetMode="External"/><Relationship Id="rId5" Type="http://schemas.openxmlformats.org/officeDocument/2006/relationships/hyperlink" Target="https://citeseerx.ist.psu.edu/document?repid=rep1&amp;type=pdf&amp;doi=b06bfdb30d34862f9a74fcc338d2cf7b92b697db" TargetMode="External"/><Relationship Id="rId4" Type="http://schemas.openxmlformats.org/officeDocument/2006/relationships/hyperlink" Target="https://dl.acm.org/doi/pdf/10.1145/332040.332432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citeseerx.ist.psu.edu/document?repid=rep1&amp;type=pdf&amp;doi=5340ef8a91900840263a4036b0433a389b7097b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C143-C00F-011F-D6D3-E661091AB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2" y="1275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3400" b="1" i="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Experien</a:t>
            </a:r>
            <a: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ța de utilizare și interacțiunea cu utilizatorul</a:t>
            </a:r>
            <a:b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</a:br>
            <a: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UX/UI Design</a:t>
            </a:r>
            <a:endParaRPr lang="en-GB" sz="3400" b="1" i="0" dirty="0"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B0EF9-0780-DB11-85D8-1EED3A2A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Mihai-Sorin Stupariu</a:t>
            </a:r>
          </a:p>
          <a:p>
            <a:pPr algn="l"/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2023-2024</a:t>
            </a:r>
            <a:endParaRPr lang="en-GB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" name="Picture 3" descr="Lightbulb idea concept">
            <a:extLst>
              <a:ext uri="{FF2B5EF4-FFF2-40B4-BE49-F238E27FC236}">
                <a16:creationId xmlns:a16="http://schemas.microsoft.com/office/drawing/2014/main" id="{A636C389-5482-1FDB-2F0A-A5A010A489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89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0909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08CA-FE42-6ABD-5632-834AFEBE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378" y="5430983"/>
            <a:ext cx="4153022" cy="11730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</a:t>
            </a:r>
            <a:r>
              <a:rPr lang="en-GB" sz="44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</a:t>
            </a:r>
            <a:r>
              <a:rPr lang="en-GB" sz="4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UX</a:t>
            </a:r>
            <a:endParaRPr lang="en-US" sz="4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C9CC-E2B5-6FCC-67CA-BB1CD14D0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4150" y="1496501"/>
            <a:ext cx="6461231" cy="38649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 2" pitchFamily="18" charset="2"/>
              <a:buChar char="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08577-8C0B-E7EF-D13D-0340F04161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2534" y="450714"/>
            <a:ext cx="6935168" cy="504895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9F7CBA0-D9B6-F221-1CE8-A4BE79B58A3F}"/>
              </a:ext>
            </a:extLst>
          </p:cNvPr>
          <p:cNvSpPr/>
          <p:nvPr/>
        </p:nvSpPr>
        <p:spPr>
          <a:xfrm>
            <a:off x="3248987" y="2551252"/>
            <a:ext cx="4456202" cy="329767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73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25" y="4365419"/>
            <a:ext cx="11969750" cy="1073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/>
            <a:r>
              <a:rPr lang="ro-RO" sz="5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en-US" sz="5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 </a:t>
            </a:r>
            <a:r>
              <a:rPr lang="en-GB" sz="5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GB" sz="5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GB" sz="5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</a:t>
            </a:r>
            <a:r>
              <a:rPr lang="en-GB" sz="5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GB" sz="5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generalit</a:t>
            </a:r>
            <a:r>
              <a:rPr lang="ro-RO" sz="5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ăți</a:t>
            </a:r>
            <a:endParaRPr lang="en-US" sz="5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253E6-104A-0EC8-1732-5378A3646A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920" r="-2" b="33007"/>
          <a:stretch/>
        </p:blipFill>
        <p:spPr>
          <a:xfrm rot="43200000">
            <a:off x="691547" y="691546"/>
            <a:ext cx="10805789" cy="287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96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7EDC-DF4A-652E-637E-577C77DE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84" y="491837"/>
            <a:ext cx="10018713" cy="644236"/>
          </a:xfrm>
        </p:spPr>
        <p:txBody>
          <a:bodyPr>
            <a:normAutofit fontScale="9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Considerații generale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4F22-93AA-8A9C-CBD2-4BED7E908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este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testing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ci evaluarea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Utilizatorul este implicat, însă în calitate de participant, nu de subiect.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Presupune aplicarea unor metode (nivel înalt) și tehnici (pas specific) adecvate (delimitarea nu este extrem de riguroasă). Sunt diverse, pot fi alese în funcție de scopul urmărit.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Utilizabilitatea nu este direct măsurabilă, pot fi utilizați indicatori (de exemplu timpul de execuție, numărul de erori), pot fi utilizate chestionare.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Rigoare/acuratețe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versus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rapididate/viteză.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6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79639C-B809-90DC-53BE-93B53283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84051"/>
            <a:ext cx="2812385" cy="3723836"/>
          </a:xfrm>
        </p:spPr>
        <p:txBody>
          <a:bodyPr>
            <a:normAutofit/>
          </a:bodyPr>
          <a:lstStyle/>
          <a:p>
            <a:r>
              <a:rPr lang="ro-RO" sz="36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 de evaluare</a:t>
            </a:r>
            <a:endParaRPr lang="en-GB" sz="36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 useBgFill="1">
        <p:nvSpPr>
          <p:cNvPr id="45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1162" y="648931"/>
            <a:ext cx="6881862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05E17597-4022-8F98-5DCC-CFC275A39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954884"/>
              </p:ext>
            </p:extLst>
          </p:nvPr>
        </p:nvGraphicFramePr>
        <p:xfrm>
          <a:off x="4941201" y="992181"/>
          <a:ext cx="6237359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9864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E8D1-E893-D1C4-11FE-DD81D377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00" y="852055"/>
            <a:ext cx="7257455" cy="1752599"/>
          </a:xfrm>
        </p:spPr>
        <p:txBody>
          <a:bodyPr>
            <a:normAutofit/>
          </a:bodyPr>
          <a:lstStyle/>
          <a:p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Exemple</a:t>
            </a:r>
            <a:endParaRPr lang="en-GB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E34CC1C8-EBDD-4AEA-83E6-B27575B6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649700" y="0"/>
            <a:ext cx="1063625" cy="2782888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6B38644-B85D-4211-9526-5B4C2A662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2116425" y="0"/>
            <a:ext cx="1035050" cy="2673350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8A8B2820-6B8F-4C19-BFC5-D28EE44E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457487" y="2587625"/>
            <a:ext cx="2693987" cy="4270375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CA45AB7-441E-40A8-A98B-557D68F48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" y="2692400"/>
            <a:ext cx="2713324" cy="3390788"/>
          </a:xfrm>
          <a:custGeom>
            <a:avLst/>
            <a:gdLst>
              <a:gd name="connsiteX0" fmla="*/ 0 w 2713324"/>
              <a:gd name="connsiteY0" fmla="*/ 0 h 3390788"/>
              <a:gd name="connsiteX1" fmla="*/ 4763 w 2713324"/>
              <a:gd name="connsiteY1" fmla="*/ 4763 h 3390788"/>
              <a:gd name="connsiteX2" fmla="*/ 2713324 w 2713324"/>
              <a:gd name="connsiteY2" fmla="*/ 3390788 h 3390788"/>
              <a:gd name="connsiteX3" fmla="*/ 2713324 w 2713324"/>
              <a:gd name="connsiteY3" fmla="*/ 2368619 h 3390788"/>
              <a:gd name="connsiteX4" fmla="*/ 357188 w 2713324"/>
              <a:gd name="connsiteY4" fmla="*/ 90488 h 33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324" h="3390788">
                <a:moveTo>
                  <a:pt x="0" y="0"/>
                </a:moveTo>
                <a:lnTo>
                  <a:pt x="4763" y="4763"/>
                </a:lnTo>
                <a:lnTo>
                  <a:pt x="2713324" y="3390788"/>
                </a:lnTo>
                <a:lnTo>
                  <a:pt x="2713324" y="2368619"/>
                </a:lnTo>
                <a:lnTo>
                  <a:pt x="357188" y="904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F516030-4F00-4C48-AD93-91EFA17A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582863"/>
            <a:ext cx="3151474" cy="4275137"/>
          </a:xfrm>
          <a:custGeom>
            <a:avLst/>
            <a:gdLst>
              <a:gd name="connsiteX0" fmla="*/ 0 w 3151474"/>
              <a:gd name="connsiteY0" fmla="*/ 0 h 4275137"/>
              <a:gd name="connsiteX1" fmla="*/ 0 w 3151474"/>
              <a:gd name="connsiteY1" fmla="*/ 4757 h 4275137"/>
              <a:gd name="connsiteX2" fmla="*/ 2693987 w 3151474"/>
              <a:gd name="connsiteY2" fmla="*/ 4275137 h 4275137"/>
              <a:gd name="connsiteX3" fmla="*/ 3151474 w 3151474"/>
              <a:gd name="connsiteY3" fmla="*/ 4275137 h 4275137"/>
              <a:gd name="connsiteX4" fmla="*/ 3151474 w 3151474"/>
              <a:gd name="connsiteY4" fmla="*/ 3714295 h 4275137"/>
              <a:gd name="connsiteX5" fmla="*/ 419100 w 3151474"/>
              <a:gd name="connsiteY5" fmla="*/ 176017 h 4275137"/>
              <a:gd name="connsiteX6" fmla="*/ 361950 w 3151474"/>
              <a:gd name="connsiteY6" fmla="*/ 95144 h 4275137"/>
              <a:gd name="connsiteX7" fmla="*/ 357188 w 3151474"/>
              <a:gd name="connsiteY7" fmla="*/ 90387 h 42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1474" h="4275137">
                <a:moveTo>
                  <a:pt x="0" y="0"/>
                </a:moveTo>
                <a:lnTo>
                  <a:pt x="0" y="4757"/>
                </a:lnTo>
                <a:lnTo>
                  <a:pt x="2693987" y="4275137"/>
                </a:lnTo>
                <a:lnTo>
                  <a:pt x="3151474" y="4275137"/>
                </a:lnTo>
                <a:lnTo>
                  <a:pt x="3151474" y="3714295"/>
                </a:lnTo>
                <a:lnTo>
                  <a:pt x="419100" y="176017"/>
                </a:lnTo>
                <a:lnTo>
                  <a:pt x="361950" y="95144"/>
                </a:lnTo>
                <a:lnTo>
                  <a:pt x="357188" y="90387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20085E-2582-4A95-98EE-45DFFD5C0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697164"/>
            <a:ext cx="2706398" cy="3513899"/>
          </a:xfrm>
          <a:custGeom>
            <a:avLst/>
            <a:gdLst>
              <a:gd name="connsiteX0" fmla="*/ 0 w 2706398"/>
              <a:gd name="connsiteY0" fmla="*/ 0 h 3513899"/>
              <a:gd name="connsiteX1" fmla="*/ 2706398 w 2706398"/>
              <a:gd name="connsiteY1" fmla="*/ 3513899 h 3513899"/>
              <a:gd name="connsiteX2" fmla="*/ 2706398 w 2706398"/>
              <a:gd name="connsiteY2" fmla="*/ 3383321 h 351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6398" h="3513899">
                <a:moveTo>
                  <a:pt x="0" y="0"/>
                </a:moveTo>
                <a:lnTo>
                  <a:pt x="2706398" y="3513899"/>
                </a:lnTo>
                <a:lnTo>
                  <a:pt x="2706398" y="338332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E5E46-30B8-5ECA-A950-0C9E129C6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237" y="2839605"/>
            <a:ext cx="7200236" cy="2712842"/>
          </a:xfrm>
        </p:spPr>
        <p:txBody>
          <a:bodyPr anchor="t">
            <a:normAutofit/>
          </a:bodyPr>
          <a:lstStyle/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Obiectivă, cantitativă: măsurarea performanței de utilizare (de exemplu timpul de execuție a unei sarcini).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Obiectivă, calitativă: descrierea unei probleme de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sau de utilizabilitate observate.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Subiectivă, cantitativă: măsurarea opiniilor (de exemplu scoruri în chestionare).</a:t>
            </a:r>
          </a:p>
          <a:p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Subiectivă, calitativă: descrierea unei probleme de </a:t>
            </a:r>
            <a:r>
              <a:rPr lang="ro-RO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lang="ro-RO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sau de utilizabilitate experimentate de utilizator.</a:t>
            </a:r>
          </a:p>
        </p:txBody>
      </p:sp>
    </p:spTree>
    <p:extLst>
      <p:ext uri="{BB962C8B-B14F-4D97-AF65-F5344CB8AC3E}">
        <p14:creationId xmlns:p14="http://schemas.microsoft.com/office/powerpoint/2010/main" val="1840356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F3CC-724B-1B02-BA96-74E1ADBB4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52236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Formativ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versus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sumativ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6778-6DA5-3EAC-89C1-685B8C086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036" y="1838038"/>
            <a:ext cx="8297291" cy="3990108"/>
          </a:xfrm>
        </p:spPr>
        <p:txBody>
          <a:bodyPr>
            <a:normAutofit fontScale="85000" lnSpcReduction="2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formativă are ca obiectiv realizarea / detalierea unui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utilizând date calitative, în scopul identificării și rezolvării problemelor: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soluționarea unor probleme și rafinarea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-ului.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sumativă are ca scop de a rezuma / concluziona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up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design-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ul: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apreciere/evaluare a succesului unei soluții de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design.</a:t>
            </a:r>
            <a:endPara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sumativă poate fi formal sumativă (bazată pe rezultate statistic semnificative) și informal sumativă (nu este bazată pe rezultate statistic semnificative). </a:t>
            </a:r>
          </a:p>
          <a:p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design: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formativ + informal sumativ.</a:t>
            </a:r>
          </a:p>
          <a:p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“When the cook tastes the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soup, that’s formative; when the guests taste the soup, that’s summative”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(Stake,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2004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4C80F-4D52-8CB0-21B6-359B724C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964" y="1820021"/>
            <a:ext cx="2854036" cy="391814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65F4B9C0-D1D8-14D5-6EFF-D4932E3AD6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0534493"/>
                  </p:ext>
                </p:extLst>
              </p:nvPr>
            </p:nvGraphicFramePr>
            <p:xfrm>
              <a:off x="6817303" y="4363605"/>
              <a:ext cx="600363" cy="337704"/>
            </p:xfrm>
            <a:graphic>
              <a:graphicData uri="http://schemas.microsoft.com/office/powerpoint/2016/slidezoom">
                <pslz:sldZm>
                  <pslz:sldZmObj sldId="365" cId="2623928092">
                    <pslz:zmPr id="{CD6C41D5-D08F-4983-BBBC-EB78B2C027E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0363" cy="33770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5F4B9C0-D1D8-14D5-6EFF-D4932E3AD6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7303" y="4363605"/>
                <a:ext cx="600363" cy="33770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15683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3E08E-339B-915A-4713-3ABC8E4C5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24" y="90021"/>
            <a:ext cx="1086909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E0EB99-F7C0-647D-DF02-A0AA50CB5407}"/>
              </a:ext>
            </a:extLst>
          </p:cNvPr>
          <p:cNvSpPr txBox="1"/>
          <p:nvPr/>
        </p:nvSpPr>
        <p:spPr>
          <a:xfrm>
            <a:off x="5819036" y="6614090"/>
            <a:ext cx="2492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Hartson și Pyla, 2019</a:t>
            </a:r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928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F3CC-724B-1B02-BA96-74E1ADBB4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52236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Formativ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versus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sumativ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6778-6DA5-3EAC-89C1-685B8C086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036" y="1838038"/>
            <a:ext cx="8297291" cy="3990108"/>
          </a:xfrm>
        </p:spPr>
        <p:txBody>
          <a:bodyPr>
            <a:normAutofit fontScale="85000" lnSpcReduction="2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formativă are ca obiectiv realizarea / detalierea unui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utilizând date calitative, în scopul identificării și rezolvării problemelor: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soluționarea unor probleme și rafinarea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-ului.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sumativă are ca scop de a rezuma / concluziona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up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design-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ul: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apreciere/evaluare a succesului unei soluții de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design.</a:t>
            </a:r>
            <a:endPara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sumativă poate fi formal sumativă (bazată pe rezultate statistic semnificative) și informal sumativă (nu este bazată pe rezultate statistic semnificative). </a:t>
            </a:r>
          </a:p>
          <a:p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design: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formativ + informal sumativ.</a:t>
            </a:r>
          </a:p>
          <a:p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“When the cook tastes the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soup, that’s formative; when the guests taste the soup, that’s summative”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(Stake,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2004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4C80F-4D52-8CB0-21B6-359B724C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964" y="1820021"/>
            <a:ext cx="2854036" cy="391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0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FF78026-DEBB-4D5A-9A4E-872456603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5E1684-CF44-4EAD-B3A4-FCE98461F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17A55-AFD7-D4EC-DB15-25CA6703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51" y="121596"/>
            <a:ext cx="10167389" cy="1045723"/>
          </a:xfrm>
        </p:spPr>
        <p:txBody>
          <a:bodyPr>
            <a:noAutofit/>
          </a:bodyPr>
          <a:lstStyle/>
          <a:p>
            <a:r>
              <a:rPr lang="ro-RO" sz="36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 de evaluare</a:t>
            </a:r>
            <a:endParaRPr lang="en-GB" sz="4000" i="1" cap="non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460616F-1326-B292-012F-8B87ECB39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56508"/>
              </p:ext>
            </p:extLst>
          </p:nvPr>
        </p:nvGraphicFramePr>
        <p:xfrm>
          <a:off x="685800" y="1791856"/>
          <a:ext cx="10396883" cy="3582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7705392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1247774"/>
            <a:ext cx="6880223" cy="18097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r">
              <a:lnSpc>
                <a:spcPct val="90000"/>
              </a:lnSpc>
            </a:pPr>
            <a:r>
              <a:rPr lang="ro-RO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en-US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 </a:t>
            </a:r>
            <a:r>
              <a:rPr lang="en-US" sz="6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</a:t>
            </a:r>
            <a:r>
              <a:rPr lang="en-US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empirică</a:t>
            </a:r>
            <a:r>
              <a:rPr lang="en-US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6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pregătiri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253E6-104A-0EC8-1732-5378A3646A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527" r="19252" b="2"/>
          <a:stretch/>
        </p:blipFill>
        <p:spPr>
          <a:xfrm rot="43200000">
            <a:off x="8127998" y="10"/>
            <a:ext cx="40640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020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04704-B62C-1DCD-AA19-9C13995F2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ro-RO" sz="44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de evaluare</a:t>
            </a:r>
            <a:endParaRPr lang="en-GB" sz="44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B31E-27EE-F86C-5537-194445526D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Obiectivele evaluării. Pot include aspecte legate de scop și rigoare,         nivelurile piramidei necesităților umane, tipurile de date colectate, etc. 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Utilizatorii implicați, metodele vizate.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Activități, plan.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responsabil.</a:t>
            </a:r>
          </a:p>
          <a:p>
            <a:pPr marL="0" indent="0">
              <a:buNone/>
            </a:pPr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35E43E05-8CE1-2E77-F22B-F460193479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8623982"/>
                  </p:ext>
                </p:extLst>
              </p:nvPr>
            </p:nvGraphicFramePr>
            <p:xfrm>
              <a:off x="7284031" y="2202296"/>
              <a:ext cx="519569" cy="292258"/>
            </p:xfrm>
            <a:graphic>
              <a:graphicData uri="http://schemas.microsoft.com/office/powerpoint/2016/slidezoom">
                <pslz:sldZm>
                  <pslz:sldZmObj sldId="367" cId="292416778">
                    <pslz:zmPr id="{11AE2E6F-318F-4D4F-BD32-9758F39D3898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19569" cy="2922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5E43E05-8CE1-2E77-F22B-F46019347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84031" y="2202296"/>
                <a:ext cx="519569" cy="2922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3116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AFC6D-D012-7176-6710-A8149034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120" y="217922"/>
            <a:ext cx="7257455" cy="801254"/>
          </a:xfrm>
        </p:spPr>
        <p:txBody>
          <a:bodyPr>
            <a:normAutofit/>
          </a:bodyPr>
          <a:lstStyle/>
          <a:p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 și rigoare</a:t>
            </a:r>
            <a:endParaRPr lang="en-GB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E34CC1C8-EBDD-4AEA-83E6-B27575B6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649700" y="0"/>
            <a:ext cx="1063625" cy="2782888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6B38644-B85D-4211-9526-5B4C2A662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2116425" y="0"/>
            <a:ext cx="1035050" cy="2673350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8A8B2820-6B8F-4C19-BFC5-D28EE44E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457487" y="2587625"/>
            <a:ext cx="2693987" cy="4270375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CA45AB7-441E-40A8-A98B-557D68F48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" y="2692400"/>
            <a:ext cx="2713324" cy="3390788"/>
          </a:xfrm>
          <a:custGeom>
            <a:avLst/>
            <a:gdLst>
              <a:gd name="connsiteX0" fmla="*/ 0 w 2713324"/>
              <a:gd name="connsiteY0" fmla="*/ 0 h 3390788"/>
              <a:gd name="connsiteX1" fmla="*/ 4763 w 2713324"/>
              <a:gd name="connsiteY1" fmla="*/ 4763 h 3390788"/>
              <a:gd name="connsiteX2" fmla="*/ 2713324 w 2713324"/>
              <a:gd name="connsiteY2" fmla="*/ 3390788 h 3390788"/>
              <a:gd name="connsiteX3" fmla="*/ 2713324 w 2713324"/>
              <a:gd name="connsiteY3" fmla="*/ 2368619 h 3390788"/>
              <a:gd name="connsiteX4" fmla="*/ 357188 w 2713324"/>
              <a:gd name="connsiteY4" fmla="*/ 90488 h 33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324" h="3390788">
                <a:moveTo>
                  <a:pt x="0" y="0"/>
                </a:moveTo>
                <a:lnTo>
                  <a:pt x="4763" y="4763"/>
                </a:lnTo>
                <a:lnTo>
                  <a:pt x="2713324" y="3390788"/>
                </a:lnTo>
                <a:lnTo>
                  <a:pt x="2713324" y="2368619"/>
                </a:lnTo>
                <a:lnTo>
                  <a:pt x="357188" y="904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F516030-4F00-4C48-AD93-91EFA17A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582863"/>
            <a:ext cx="3151474" cy="4275137"/>
          </a:xfrm>
          <a:custGeom>
            <a:avLst/>
            <a:gdLst>
              <a:gd name="connsiteX0" fmla="*/ 0 w 3151474"/>
              <a:gd name="connsiteY0" fmla="*/ 0 h 4275137"/>
              <a:gd name="connsiteX1" fmla="*/ 0 w 3151474"/>
              <a:gd name="connsiteY1" fmla="*/ 4757 h 4275137"/>
              <a:gd name="connsiteX2" fmla="*/ 2693987 w 3151474"/>
              <a:gd name="connsiteY2" fmla="*/ 4275137 h 4275137"/>
              <a:gd name="connsiteX3" fmla="*/ 3151474 w 3151474"/>
              <a:gd name="connsiteY3" fmla="*/ 4275137 h 4275137"/>
              <a:gd name="connsiteX4" fmla="*/ 3151474 w 3151474"/>
              <a:gd name="connsiteY4" fmla="*/ 3714295 h 4275137"/>
              <a:gd name="connsiteX5" fmla="*/ 419100 w 3151474"/>
              <a:gd name="connsiteY5" fmla="*/ 176017 h 4275137"/>
              <a:gd name="connsiteX6" fmla="*/ 361950 w 3151474"/>
              <a:gd name="connsiteY6" fmla="*/ 95144 h 4275137"/>
              <a:gd name="connsiteX7" fmla="*/ 357188 w 3151474"/>
              <a:gd name="connsiteY7" fmla="*/ 90387 h 42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1474" h="4275137">
                <a:moveTo>
                  <a:pt x="0" y="0"/>
                </a:moveTo>
                <a:lnTo>
                  <a:pt x="0" y="4757"/>
                </a:lnTo>
                <a:lnTo>
                  <a:pt x="2693987" y="4275137"/>
                </a:lnTo>
                <a:lnTo>
                  <a:pt x="3151474" y="4275137"/>
                </a:lnTo>
                <a:lnTo>
                  <a:pt x="3151474" y="3714295"/>
                </a:lnTo>
                <a:lnTo>
                  <a:pt x="419100" y="176017"/>
                </a:lnTo>
                <a:lnTo>
                  <a:pt x="361950" y="95144"/>
                </a:lnTo>
                <a:lnTo>
                  <a:pt x="357188" y="90387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20085E-2582-4A95-98EE-45DFFD5C0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697164"/>
            <a:ext cx="2706398" cy="3513899"/>
          </a:xfrm>
          <a:custGeom>
            <a:avLst/>
            <a:gdLst>
              <a:gd name="connsiteX0" fmla="*/ 0 w 2706398"/>
              <a:gd name="connsiteY0" fmla="*/ 0 h 3513899"/>
              <a:gd name="connsiteX1" fmla="*/ 2706398 w 2706398"/>
              <a:gd name="connsiteY1" fmla="*/ 3513899 h 3513899"/>
              <a:gd name="connsiteX2" fmla="*/ 2706398 w 2706398"/>
              <a:gd name="connsiteY2" fmla="*/ 3383321 h 351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6398" h="3513899">
                <a:moveTo>
                  <a:pt x="0" y="0"/>
                </a:moveTo>
                <a:lnTo>
                  <a:pt x="2706398" y="3513899"/>
                </a:lnTo>
                <a:lnTo>
                  <a:pt x="2706398" y="338332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CA4695D2-0324-55D8-6B84-36A947A1FAD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55529501"/>
              </p:ext>
            </p:extLst>
          </p:nvPr>
        </p:nvGraphicFramePr>
        <p:xfrm>
          <a:off x="3180050" y="1976582"/>
          <a:ext cx="7633423" cy="4234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41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04704-B62C-1DCD-AA19-9C13995F2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ro-RO" sz="44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de evaluare</a:t>
            </a:r>
            <a:endParaRPr lang="en-GB" sz="44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B31E-27EE-F86C-5537-194445526D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Obiectivele evaluării. Pot include aspecte legate de scop și rigoare, nivelurile piramidei necesităților umane, tipurile de date colectate, etc. 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Utilizatorii implicați, metodele vizate.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Activități, plan.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responsabil.</a:t>
            </a:r>
          </a:p>
          <a:p>
            <a:pPr marL="0" indent="0">
              <a:buNone/>
            </a:pPr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20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7">
            <a:extLst>
              <a:ext uri="{FF2B5EF4-FFF2-40B4-BE49-F238E27FC236}">
                <a16:creationId xmlns:a16="http://schemas.microsoft.com/office/drawing/2014/main" id="{DE47280D-9DF4-4EC0-870E-F5799F7AD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 37">
            <a:extLst>
              <a:ext uri="{FF2B5EF4-FFF2-40B4-BE49-F238E27FC236}">
                <a16:creationId xmlns:a16="http://schemas.microsoft.com/office/drawing/2014/main" id="{7ED3A13C-2CCC-4715-A54F-87795E0CE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2"/>
            <a:ext cx="8005382" cy="6857999"/>
          </a:xfrm>
          <a:custGeom>
            <a:avLst/>
            <a:gdLst>
              <a:gd name="connsiteX0" fmla="*/ 0 w 8005382"/>
              <a:gd name="connsiteY0" fmla="*/ 0 h 6857999"/>
              <a:gd name="connsiteX1" fmla="*/ 7723450 w 8005382"/>
              <a:gd name="connsiteY1" fmla="*/ 0 h 6857999"/>
              <a:gd name="connsiteX2" fmla="*/ 6859850 w 8005382"/>
              <a:gd name="connsiteY2" fmla="*/ 5223932 h 6857999"/>
              <a:gd name="connsiteX3" fmla="*/ 8005382 w 8005382"/>
              <a:gd name="connsiteY3" fmla="*/ 6857999 h 6857999"/>
              <a:gd name="connsiteX4" fmla="*/ 0 w 8005382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5382" h="6857999">
                <a:moveTo>
                  <a:pt x="0" y="0"/>
                </a:moveTo>
                <a:lnTo>
                  <a:pt x="7723450" y="0"/>
                </a:lnTo>
                <a:lnTo>
                  <a:pt x="6859850" y="5223932"/>
                </a:lnTo>
                <a:lnTo>
                  <a:pt x="8005382" y="6857999"/>
                </a:lnTo>
                <a:lnTo>
                  <a:pt x="0" y="6857999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1003">
            <a:schemeClr val="l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6C0892-83F6-4C98-B806-06627C732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42930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6E9889C-BAC7-429B-86C0-2D7736A39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84616D5-1F3D-4B55-BA27-B53B56376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6883E9B-59DA-4777-AC43-55F9164D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5442FF4-005F-4930-92FB-6594E29C4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648BA981-E918-4543-BE19-51E03C571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03A6AFED-BD81-4CCC-AADE-1E8923376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C60FBAD-B7CC-5FD3-96AD-6D37CAC2B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ro-RO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Roluri în evaluarea empirică</a:t>
            </a:r>
            <a:endParaRPr lang="en-GB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F91F-E1D9-DCE2-2301-E91E26347A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035" y="1023257"/>
            <a:ext cx="5968515" cy="4767944"/>
          </a:xfrm>
        </p:spPr>
        <p:txBody>
          <a:bodyPr anchor="ctr">
            <a:normAutofit/>
          </a:bodyPr>
          <a:lstStyle/>
          <a:p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 (facilitator).</a:t>
            </a:r>
          </a:p>
          <a:p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Executant al prototipului.</a:t>
            </a:r>
          </a:p>
          <a:p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Colectori de date cantitative.</a:t>
            </a:r>
          </a:p>
          <a:p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Colectori de date calitative</a:t>
            </a:r>
            <a:endParaRPr lang="en-GB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27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FBAD-B7CC-5FD3-96AD-6D37CAC2B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85333"/>
          </a:xfrm>
        </p:spPr>
        <p:txBody>
          <a:bodyPr>
            <a:normAutofit/>
          </a:bodyPr>
          <a:lstStyle/>
          <a:p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 elemente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F91F-E1D9-DCE2-2301-E91E26347A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4311" y="1998133"/>
            <a:ext cx="6855356" cy="3793067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Pregătirea unor sarcini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valori de prag, etc. Pot exista și abordări exploratorii.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Selectarea și recrutarea participanților.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Pregătirea documentelor (instrucțiuni pentru participanți, declarații, etc.), a materialelor.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Pregătirea cadrului în care va avea loc evaluarea, a programului.</a:t>
            </a:r>
          </a:p>
        </p:txBody>
      </p:sp>
      <p:pic>
        <p:nvPicPr>
          <p:cNvPr id="29" name="Picture 28" descr="Adults writing and consulting textbooks">
            <a:extLst>
              <a:ext uri="{FF2B5EF4-FFF2-40B4-BE49-F238E27FC236}">
                <a16:creationId xmlns:a16="http://schemas.microsoft.com/office/drawing/2014/main" id="{689126AC-C329-928B-7940-B0AE7BD2E9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6" r="4387" b="1"/>
          <a:stretch/>
        </p:blipFill>
        <p:spPr>
          <a:xfrm>
            <a:off x="8636000" y="2655930"/>
            <a:ext cx="3200399" cy="234167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52559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D4477A3-7936-4C6B-B46C-52E995312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4DEACC-B2E6-413E-B2B5-32022595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2924236-7127-4774-B233-D9124F0C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AD053C6F-7187-4EE6-BAD9-1C484F29F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226FAE39-4CC5-465A-ACFE-BE1C0E2F7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26">
              <a:extLst>
                <a:ext uri="{FF2B5EF4-FFF2-40B4-BE49-F238E27FC236}">
                  <a16:creationId xmlns:a16="http://schemas.microsoft.com/office/drawing/2014/main" id="{521EE7A0-BD65-4FD1-BD1D-B4674892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334E0A56-DA50-4F91-9938-4CDBECA73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CD203DCD-B4AF-4693-A330-F23545344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300" y="648930"/>
            <a:ext cx="6390723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r"/>
            <a:r>
              <a:rPr lang="ro-RO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en-US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.3.</a:t>
            </a:r>
            <a:r>
              <a:rPr lang="ro-RO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 și t</a:t>
            </a:r>
            <a:r>
              <a:rPr lang="en-US" sz="6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ehnici</a:t>
            </a:r>
            <a:r>
              <a:rPr lang="en-US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6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</a:t>
            </a:r>
            <a:r>
              <a:rPr lang="en-US" sz="6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empirică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C29A1D40-470D-401E-8548-6FF3CF377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4" y="648931"/>
            <a:ext cx="3982086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253E6-104A-0EC8-1732-5378A3646A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55" r="4" b="4"/>
          <a:stretch/>
        </p:blipFill>
        <p:spPr>
          <a:xfrm rot="43200000">
            <a:off x="977551" y="1771123"/>
            <a:ext cx="3341190" cy="302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0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8" name="Picture 7" descr="Group of students working in library">
            <a:extLst>
              <a:ext uri="{FF2B5EF4-FFF2-40B4-BE49-F238E27FC236}">
                <a16:creationId xmlns:a16="http://schemas.microsoft.com/office/drawing/2014/main" id="{D7BFFC78-ED96-7068-0576-C4E09A70B0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52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4CD7CFD-2E8F-D6FA-A197-8F2811F5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025" y="1322069"/>
            <a:ext cx="9065479" cy="45605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Pregătirea participanților.</a:t>
            </a:r>
            <a:b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Protocol pentru echipa de </a:t>
            </a:r>
            <a:r>
              <a:rPr lang="ro-RO" sz="4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design.</a:t>
            </a:r>
            <a:br>
              <a:rPr lang="ro-RO" sz="4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ro-RO" sz="4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Coordonarea unei sesiuni de evaluare.</a:t>
            </a:r>
            <a:b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se evaluează? (gradul de înțelegere, dacă este adecvat conceptul propus)  </a:t>
            </a:r>
            <a:r>
              <a:rPr lang="en-US" sz="29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1F27B-9E4E-F2BA-1FBC-CBA8861E1D13}"/>
              </a:ext>
            </a:extLst>
          </p:cNvPr>
          <p:cNvSpPr txBox="1"/>
          <p:nvPr/>
        </p:nvSpPr>
        <p:spPr>
          <a:xfrm>
            <a:off x="2127230" y="152400"/>
            <a:ext cx="77025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 preliminarii</a:t>
            </a:r>
            <a:endParaRPr lang="en-GB" sz="4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5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309842"/>
            <a:ext cx="11064240" cy="1151965"/>
          </a:xfrm>
        </p:spPr>
        <p:txBody>
          <a:bodyPr>
            <a:no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Evaluare: tehnici empirice de colectare a datelor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F62BF9-959F-D7D1-E557-AA877E3CF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471477"/>
              </p:ext>
            </p:extLst>
          </p:nvPr>
        </p:nvGraphicFramePr>
        <p:xfrm>
          <a:off x="762000" y="2078991"/>
          <a:ext cx="11247120" cy="3605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C1EEC2CD-87F3-A49D-FC17-2AA851F8B9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0942595"/>
                  </p:ext>
                </p:extLst>
              </p:nvPr>
            </p:nvGraphicFramePr>
            <p:xfrm>
              <a:off x="11051309" y="2248478"/>
              <a:ext cx="757382" cy="426027"/>
            </p:xfrm>
            <a:graphic>
              <a:graphicData uri="http://schemas.microsoft.com/office/powerpoint/2016/slidezoom">
                <pslz:sldZm>
                  <pslz:sldZmObj sldId="375" cId="563479697">
                    <pslz:zmPr id="{221F5BA9-528B-405F-8F58-FEC511E0EE99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57382" cy="4260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1EEC2CD-87F3-A49D-FC17-2AA851F8B9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51309" y="2248478"/>
                <a:ext cx="757382" cy="4260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7085080"/>
      </p:ext>
    </p:extLst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3E70-B4C2-ADDD-85A1-6912EFF5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85333"/>
          </a:xfrm>
        </p:spPr>
        <p:txBody>
          <a:bodyPr>
            <a:normAutofit/>
          </a:bodyPr>
          <a:lstStyle/>
          <a:p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Performanța utilizatorului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4" name="Picture 23" descr="Clock with solid fill">
            <a:extLst>
              <a:ext uri="{FF2B5EF4-FFF2-40B4-BE49-F238E27FC236}">
                <a16:creationId xmlns:a16="http://schemas.microsoft.com/office/drawing/2014/main" id="{86D7DF52-1148-5F1C-7D02-50E1A3164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366" r="11366"/>
          <a:stretch/>
        </p:blipFill>
        <p:spPr>
          <a:xfrm>
            <a:off x="1064307" y="2133213"/>
            <a:ext cx="2720881" cy="352135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70D4-0E6C-C32E-B559-386036352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3" y="1998133"/>
            <a:ext cx="7272868" cy="3793067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 pe baza unor valori de referință, eventual simultan cu alte elemente.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Măsurarea timpului de execuție a unor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 ale sistemului.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Numărarea erorilor utilizatorului (erori reale!)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47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309842"/>
            <a:ext cx="11064240" cy="1151965"/>
          </a:xfrm>
        </p:spPr>
        <p:txBody>
          <a:bodyPr>
            <a:no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Evaluare: tehnici empirice de colectare a datelor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F62BF9-959F-D7D1-E557-AA877E3CF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726359"/>
              </p:ext>
            </p:extLst>
          </p:nvPr>
        </p:nvGraphicFramePr>
        <p:xfrm>
          <a:off x="762000" y="2078991"/>
          <a:ext cx="11247120" cy="3605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54C0BC8C-4C62-4BB4-EDB5-0FD79D5579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96642664"/>
                  </p:ext>
                </p:extLst>
              </p:nvPr>
            </p:nvGraphicFramePr>
            <p:xfrm>
              <a:off x="11584247" y="3580420"/>
              <a:ext cx="535709" cy="301336"/>
            </p:xfrm>
            <a:graphic>
              <a:graphicData uri="http://schemas.microsoft.com/office/powerpoint/2016/slidezoom">
                <pslz:sldZm>
                  <pslz:sldZmObj sldId="376" cId="274669313">
                    <pslz:zmPr id="{ADD44CC8-D7EC-4F76-93B5-7FD898421DC6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5709" cy="30133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4C0BC8C-4C62-4BB4-EDB5-0FD79D5579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84247" y="3580420"/>
                <a:ext cx="535709" cy="30133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547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46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7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B989D3-BBFB-E20B-6FFF-6A8DCEBD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537" y="155474"/>
            <a:ext cx="8431213" cy="1413933"/>
          </a:xfrm>
        </p:spPr>
        <p:txBody>
          <a:bodyPr>
            <a:normAutofit/>
          </a:bodyPr>
          <a:lstStyle/>
          <a:p>
            <a:r>
              <a:rPr lang="ro-RO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Identificarea unor incidente critice </a:t>
            </a:r>
            <a:endParaRPr lang="en-GB" dirty="0"/>
          </a:p>
        </p:txBody>
      </p:sp>
      <p:pic>
        <p:nvPicPr>
          <p:cNvPr id="22" name="Picture 21" descr="Desk with stethoscope and computer keyboard">
            <a:extLst>
              <a:ext uri="{FF2B5EF4-FFF2-40B4-BE49-F238E27FC236}">
                <a16:creationId xmlns:a16="http://schemas.microsoft.com/office/drawing/2014/main" id="{E7175679-A071-89D0-1078-EAA8D0B9B4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2" r="5830" b="-1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C255-D37D-7A7C-824D-11CACF5B3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Eveniment/dificultate/neplăcere legată de experiența de utilizare observat(e) în timpul executării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-urilor. Poate indica o problemă a conceptului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design. 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Înregistrare: Ce caracteristică este implicată? Ce încerca să facă participantul? Ce a făcut greșit/ce nu a funcționat? Ce parte a conceptului de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cauzat problema? ... Și alte elemente.</a:t>
            </a:r>
          </a:p>
          <a:p>
            <a:pPr>
              <a:lnSpc>
                <a:spcPct val="90000"/>
              </a:lnSpc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Tehnică utilizată ca alternativă.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6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309842"/>
            <a:ext cx="11064240" cy="1151965"/>
          </a:xfrm>
        </p:spPr>
        <p:txBody>
          <a:bodyPr>
            <a:no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Evaluare: tehnici empirice de colectare a datelor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F62BF9-959F-D7D1-E557-AA877E3CFC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2078991"/>
          <a:ext cx="11247120" cy="3605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1F4E153C-EEF3-AA78-BFC5-408820C59F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9138037"/>
                  </p:ext>
                </p:extLst>
              </p:nvPr>
            </p:nvGraphicFramePr>
            <p:xfrm>
              <a:off x="10797309" y="4123459"/>
              <a:ext cx="1126836" cy="633845"/>
            </p:xfrm>
            <a:graphic>
              <a:graphicData uri="http://schemas.microsoft.com/office/powerpoint/2016/slidezoom">
                <pslz:sldZm>
                  <pslz:sldZmObj sldId="377" cId="2081367533">
                    <pslz:zmPr id="{46654CA1-D3CE-4E25-871B-5D1A567BA26F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26836" cy="63384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1F4E153C-EEF3-AA78-BFC5-408820C59F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97309" y="4123459"/>
                <a:ext cx="1126836" cy="63384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982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CE64C-0141-2DE8-9B07-1A772A28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398" y="238270"/>
            <a:ext cx="8077037" cy="616527"/>
          </a:xfrm>
        </p:spPr>
        <p:txBody>
          <a:bodyPr>
            <a:normAutofit fontScale="90000"/>
          </a:bodyPr>
          <a:lstStyle/>
          <a:p>
            <a:r>
              <a:rPr lang="ro-RO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Gândirea cu voce tare</a:t>
            </a:r>
            <a:endParaRPr lang="en-GB" sz="3600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E34CC1C8-EBDD-4AEA-83E6-B27575B6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649700" y="0"/>
            <a:ext cx="1063625" cy="2782888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6B38644-B85D-4211-9526-5B4C2A662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2116425" y="0"/>
            <a:ext cx="1035050" cy="2673350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8A8B2820-6B8F-4C19-BFC5-D28EE44E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457487" y="2587625"/>
            <a:ext cx="2693987" cy="4270375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CA45AB7-441E-40A8-A98B-557D68F48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" y="2692400"/>
            <a:ext cx="2713324" cy="3390788"/>
          </a:xfrm>
          <a:custGeom>
            <a:avLst/>
            <a:gdLst>
              <a:gd name="connsiteX0" fmla="*/ 0 w 2713324"/>
              <a:gd name="connsiteY0" fmla="*/ 0 h 3390788"/>
              <a:gd name="connsiteX1" fmla="*/ 4763 w 2713324"/>
              <a:gd name="connsiteY1" fmla="*/ 4763 h 3390788"/>
              <a:gd name="connsiteX2" fmla="*/ 2713324 w 2713324"/>
              <a:gd name="connsiteY2" fmla="*/ 3390788 h 3390788"/>
              <a:gd name="connsiteX3" fmla="*/ 2713324 w 2713324"/>
              <a:gd name="connsiteY3" fmla="*/ 2368619 h 3390788"/>
              <a:gd name="connsiteX4" fmla="*/ 357188 w 2713324"/>
              <a:gd name="connsiteY4" fmla="*/ 90488 h 33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324" h="3390788">
                <a:moveTo>
                  <a:pt x="0" y="0"/>
                </a:moveTo>
                <a:lnTo>
                  <a:pt x="4763" y="4763"/>
                </a:lnTo>
                <a:lnTo>
                  <a:pt x="2713324" y="3390788"/>
                </a:lnTo>
                <a:lnTo>
                  <a:pt x="2713324" y="2368619"/>
                </a:lnTo>
                <a:lnTo>
                  <a:pt x="357188" y="904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F516030-4F00-4C48-AD93-91EFA17A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582863"/>
            <a:ext cx="3151474" cy="4275137"/>
          </a:xfrm>
          <a:custGeom>
            <a:avLst/>
            <a:gdLst>
              <a:gd name="connsiteX0" fmla="*/ 0 w 3151474"/>
              <a:gd name="connsiteY0" fmla="*/ 0 h 4275137"/>
              <a:gd name="connsiteX1" fmla="*/ 0 w 3151474"/>
              <a:gd name="connsiteY1" fmla="*/ 4757 h 4275137"/>
              <a:gd name="connsiteX2" fmla="*/ 2693987 w 3151474"/>
              <a:gd name="connsiteY2" fmla="*/ 4275137 h 4275137"/>
              <a:gd name="connsiteX3" fmla="*/ 3151474 w 3151474"/>
              <a:gd name="connsiteY3" fmla="*/ 4275137 h 4275137"/>
              <a:gd name="connsiteX4" fmla="*/ 3151474 w 3151474"/>
              <a:gd name="connsiteY4" fmla="*/ 3714295 h 4275137"/>
              <a:gd name="connsiteX5" fmla="*/ 419100 w 3151474"/>
              <a:gd name="connsiteY5" fmla="*/ 176017 h 4275137"/>
              <a:gd name="connsiteX6" fmla="*/ 361950 w 3151474"/>
              <a:gd name="connsiteY6" fmla="*/ 95144 h 4275137"/>
              <a:gd name="connsiteX7" fmla="*/ 357188 w 3151474"/>
              <a:gd name="connsiteY7" fmla="*/ 90387 h 42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51474" h="4275137">
                <a:moveTo>
                  <a:pt x="0" y="0"/>
                </a:moveTo>
                <a:lnTo>
                  <a:pt x="0" y="4757"/>
                </a:lnTo>
                <a:lnTo>
                  <a:pt x="2693987" y="4275137"/>
                </a:lnTo>
                <a:lnTo>
                  <a:pt x="3151474" y="4275137"/>
                </a:lnTo>
                <a:lnTo>
                  <a:pt x="3151474" y="3714295"/>
                </a:lnTo>
                <a:lnTo>
                  <a:pt x="419100" y="176017"/>
                </a:lnTo>
                <a:lnTo>
                  <a:pt x="361950" y="95144"/>
                </a:lnTo>
                <a:lnTo>
                  <a:pt x="357188" y="90387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20085E-2582-4A95-98EE-45DFFD5C0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2697164"/>
            <a:ext cx="2706398" cy="3513899"/>
          </a:xfrm>
          <a:custGeom>
            <a:avLst/>
            <a:gdLst>
              <a:gd name="connsiteX0" fmla="*/ 0 w 2706398"/>
              <a:gd name="connsiteY0" fmla="*/ 0 h 3513899"/>
              <a:gd name="connsiteX1" fmla="*/ 2706398 w 2706398"/>
              <a:gd name="connsiteY1" fmla="*/ 3513899 h 3513899"/>
              <a:gd name="connsiteX2" fmla="*/ 2706398 w 2706398"/>
              <a:gd name="connsiteY2" fmla="*/ 3383321 h 351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6398" h="3513899">
                <a:moveTo>
                  <a:pt x="0" y="0"/>
                </a:moveTo>
                <a:lnTo>
                  <a:pt x="2706398" y="3513899"/>
                </a:lnTo>
                <a:lnTo>
                  <a:pt x="2706398" y="338332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843DA-6801-63B9-5904-DDB08ADA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237" y="1277310"/>
            <a:ext cx="7830618" cy="4805878"/>
          </a:xfrm>
        </p:spPr>
        <p:txBody>
          <a:bodyPr anchor="t">
            <a:normAutofit/>
          </a:bodyPr>
          <a:lstStyle/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Numită și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protocol verbal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utilizatorii își exprimă gândurile în timpul experienței de interacțiune. 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Participanții comunică intenții, rațiuni, percepții.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în abordări riguroase și în abordări rapide.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Necesară când utilizatorul ezită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există probleme reale dar ascunse de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Notate același tip de informații ca în cazul incidentelor critice.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necesară o bună comunicare între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designer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participant. Pot fi implicați mai mulți participanți.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Tehnică utilă și pentru înțelegerea impactului emoțional.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Tehnică efectivă. </a:t>
            </a:r>
            <a:endParaRPr lang="en-GB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Graphic 4" descr="Thought outline">
            <a:extLst>
              <a:ext uri="{FF2B5EF4-FFF2-40B4-BE49-F238E27FC236}">
                <a16:creationId xmlns:a16="http://schemas.microsoft.com/office/drawing/2014/main" id="{C67F6508-E323-44C3-EE3B-C3ECBDCB7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8372" y="1112308"/>
            <a:ext cx="2213820" cy="221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6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309842"/>
            <a:ext cx="11064240" cy="1151965"/>
          </a:xfrm>
        </p:spPr>
        <p:txBody>
          <a:bodyPr>
            <a:no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Evaluare: tehnici empirice de colectare a datelor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F62BF9-959F-D7D1-E557-AA877E3CFC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2078991"/>
          <a:ext cx="11247120" cy="3605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BA9E6CA6-B9D1-1E5E-7E6C-024BC4128C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201470"/>
                  </p:ext>
                </p:extLst>
              </p:nvPr>
            </p:nvGraphicFramePr>
            <p:xfrm flipV="1">
              <a:off x="9799782" y="5179867"/>
              <a:ext cx="692727" cy="389659"/>
            </p:xfrm>
            <a:graphic>
              <a:graphicData uri="http://schemas.microsoft.com/office/powerpoint/2016/slidezoom">
                <pslz:sldZm>
                  <pslz:sldZmObj sldId="378" cId="4220037426">
                    <pslz:zmPr id="{99D54A2B-0137-4EE1-83D7-B3EB4F728CFB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flipV="1">
                          <a:off x="0" y="0"/>
                          <a:ext cx="692727" cy="38965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A9E6CA6-B9D1-1E5E-7E6C-024BC4128C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flipV="1">
                <a:off x="9799782" y="5179867"/>
                <a:ext cx="692727" cy="38965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879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4E2C-D42F-3004-9652-CB92369D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1"/>
            <a:ext cx="9165216" cy="551872"/>
          </a:xfrm>
        </p:spPr>
        <p:txBody>
          <a:bodyPr>
            <a:normAutofit fontScale="9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Chestionare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58DD3-B97B-6445-5489-68D4066C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2" y="1551709"/>
            <a:ext cx="10018713" cy="4849091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</a:t>
            </a:r>
            <a:r>
              <a:rPr lang="fr-F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uestionnaire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lang="fr-F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fr-F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nterface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fr-F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atisfaction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Chin et al., 1988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http://intranet.di.unisa.it/~delmal/research/usability/TLT.pdf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Usability Scale (SUS)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Brooke, 1996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https://www.usability.gov/how-to-and-tools/methods/system-usability-scale.html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 referințe: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/>
              </a:rPr>
              <a:t>Usability Test Observation Form 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7"/>
              </a:rPr>
              <a:t>https://www.nngroup.com/articles/usability-testing-101/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8"/>
              </a:rPr>
              <a:t>https://ux.princeton.edu/document/30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37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948B-BDA3-F99B-484E-B5B71346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050" y="328757"/>
            <a:ext cx="7257455" cy="1091045"/>
          </a:xfrm>
        </p:spPr>
        <p:txBody>
          <a:bodyPr>
            <a:normAutofit fontScale="90000"/>
          </a:bodyPr>
          <a:lstStyle/>
          <a:p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impactului emoțional</a:t>
            </a:r>
            <a:r>
              <a:rPr lang="en-GB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GB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</a:t>
            </a: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 directă </a:t>
            </a:r>
            <a:endParaRPr lang="en-GB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CA77-30E8-C3C3-B099-D6B9FFE2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237" y="1419802"/>
            <a:ext cx="7750088" cy="4132645"/>
          </a:xfrm>
        </p:spPr>
        <p:txBody>
          <a:bodyPr anchor="t"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Indicații ale impactului emoțional bazate pe interacțiunea directă cu participanții (detectarea incidentelor critice, gândire cu voce tare).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Limbaj verbal/non-verbal.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Emoția are multe fațete/indicatori: gesturi, expresii faciale, alte aspecte care țin de comportament – aspecte psihologice.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Listă de comportamente verbale și non-verbale (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Tullis și Albert, 2008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Graphic 4" descr="Smiling face outline with solid fill">
            <a:extLst>
              <a:ext uri="{FF2B5EF4-FFF2-40B4-BE49-F238E27FC236}">
                <a16:creationId xmlns:a16="http://schemas.microsoft.com/office/drawing/2014/main" id="{62C10966-FE0B-8B98-6107-FFABCB277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880" y="1595209"/>
            <a:ext cx="1825970" cy="182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4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948B-BDA3-F99B-484E-B5B71346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050" y="328757"/>
            <a:ext cx="7257455" cy="1091045"/>
          </a:xfrm>
        </p:spPr>
        <p:txBody>
          <a:bodyPr>
            <a:normAutofit fontScale="90000"/>
          </a:bodyPr>
          <a:lstStyle/>
          <a:p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Evaluarea impactului emoțional</a:t>
            </a:r>
            <a:r>
              <a:rPr lang="en-GB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b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auto-raportarea</a:t>
            </a:r>
            <a:endParaRPr lang="en-GB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CA77-30E8-C3C3-B099-D6B9FFE2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398" y="1419802"/>
            <a:ext cx="8656927" cy="5438198"/>
          </a:xfrm>
        </p:spPr>
        <p:txBody>
          <a:bodyPr anchor="t">
            <a:normAutofit fontScale="92500" lnSpcReduction="1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Impactul emoțional face referire la estetică, valori emoționale, bucuria de a utiliza produsul, etc. </a:t>
            </a:r>
          </a:p>
          <a:p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verbale (g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ândirea cu voce tare, chestionare). Există și tehnici non-verbale (biometrice).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Indicatorii corespunzători: observați indirect (reacțiile emoționale sunt legate direct de participant, nu sunt observate neapărat de către observator).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Protocol adecvat (pregătire, desfășurare, aspecte cate țin de specificul cultural).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Auto-raportarea poate fi concomitentă pentru mai mulți participanți, retrospectivă.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 fi utilizate chestionare: de exemplu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AttrakDiff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Hassenzahl et al, 2003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v și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Hassenzahl et al., 2000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sau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Hassenzahl et al., 2008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AttrakDiff este un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/>
              </a:rPr>
              <a:t>chestionar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pentru a colecta informații despre impactul emoțional.</a:t>
            </a:r>
          </a:p>
        </p:txBody>
      </p:sp>
    </p:spTree>
    <p:extLst>
      <p:ext uri="{BB962C8B-B14F-4D97-AF65-F5344CB8AC3E}">
        <p14:creationId xmlns:p14="http://schemas.microsoft.com/office/powerpoint/2010/main" val="823911282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0EA4-F2E7-28DA-C542-28AE07AE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257175"/>
            <a:ext cx="4286250" cy="1114425"/>
          </a:xfrm>
        </p:spPr>
        <p:txBody>
          <a:bodyPr>
            <a:normAutofit/>
          </a:bodyPr>
          <a:lstStyle/>
          <a:p>
            <a:pPr algn="l"/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Meaningfulness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A510-A3E6-9F0F-7D4B-B0152B91F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395413"/>
            <a:ext cx="6129572" cy="53292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emo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țional de-a lungul timpului.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Prezența produsului în viața de zi cu zi, în activitățile curente (de ex. telefon mobil). Este vorba despre activități umane/stil de viață, nu despre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Studii longitudinale. Tehnici specifice, auto-raportare, discuții/chestionare periodice.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Utilizarea unor jurnale/alte tehnici (experiențe, probleme, aspecte legate de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meaningfulness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Necesară implicarea participantului: identificarea evenimentelor importante, raportarea imediată a acestora.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80BFD76-BA34-68EB-BB5F-1132C0979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36" r="28775" b="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4999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2C9B-C7BC-DE5C-44B7-2E721B10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4" y="1072609"/>
            <a:ext cx="2104930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GB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Evaluare</a:t>
            </a:r>
            <a:r>
              <a:rPr lang="en-GB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cvasi-empiri</a:t>
            </a:r>
            <a:r>
              <a:rPr lang="ro-RO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că</a:t>
            </a:r>
            <a:endParaRPr lang="en-GB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C64DF-6256-A20B-4244-CA52120B4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208" y="1072609"/>
            <a:ext cx="7396031" cy="4522647"/>
          </a:xfrm>
        </p:spPr>
        <p:txBody>
          <a:bodyPr anchor="ctr">
            <a:normAutofit/>
          </a:bodyPr>
          <a:lstStyle/>
          <a:p>
            <a:r>
              <a:rPr lang="ro-RO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colectează date de la participanți, dar nu sunt aplicate protocoale formale și proceduri.</a:t>
            </a:r>
          </a:p>
          <a:p>
            <a:r>
              <a:rPr lang="ro-RO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sunt colectate date cantitative. Accentul este pus pe date calitative, pentru a identifica probleme de UX care pot fi remediate.  </a:t>
            </a:r>
          </a:p>
          <a:p>
            <a:r>
              <a:rPr lang="ro-RO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Metode:</a:t>
            </a:r>
            <a:r>
              <a:rPr lang="ro-RO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inovative, libertate pentru practicieni, flexibilitate, abordare a problemelor de la apariția lor.</a:t>
            </a:r>
            <a:endParaRPr lang="en-GB" sz="2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1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3A1B-6B78-A7DD-D65A-B17DBF58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Metodă cvasi-empirică:</a:t>
            </a:r>
            <a:b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RITE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DE8C-990B-4E28-2AE3-3020071C6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396240"/>
            <a:ext cx="7086600" cy="6294120"/>
          </a:xfrm>
        </p:spPr>
        <p:txBody>
          <a:bodyPr anchor="ctr">
            <a:normAutofit/>
          </a:bodyPr>
          <a:lstStyle/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RITE = Rapid Iterative Testing and Evaluation (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Medlock et al., 2002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Mecanism colaborativ rapid de tipul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test-and-fix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Metode: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participă întreaga echipă, problemele sunt analizate imediat după evaluare. Întreaga echipă decide asupra schimbărilor. Pregătire: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 critice.</a:t>
            </a:r>
          </a:p>
          <a:p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Colectarea datelor: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participarea întregii echipe, participanții execută un număr redus de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-uri, toți cei implicați în proiect observă, participanții gândesc cu voce tare. Problemele legate de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 identificate împreună cu participanții. </a:t>
            </a:r>
          </a:p>
          <a:p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 datelor: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întreaga echipă. Sunt rezolvate mai întâi problemele evidente, apoi sunt discutate posibile abordări pentru cele mai dificile. </a:t>
            </a:r>
          </a:p>
          <a:p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Sesiune de evaluare: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 implicați noi participanți, au de efectuat </a:t>
            </a:r>
            <a:r>
              <a:rPr lang="ro-RO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 legate de problemele rezolvate, pentru a stabili dacă schimbările au fost efective.</a:t>
            </a:r>
            <a:endParaRPr lang="en-GB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78217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15293D4D15E14792C01B7E44673E5E" ma:contentTypeVersion="4" ma:contentTypeDescription="Create a new document." ma:contentTypeScope="" ma:versionID="37ea4191f3194631469a0f75c4b18dde">
  <xsd:schema xmlns:xsd="http://www.w3.org/2001/XMLSchema" xmlns:xs="http://www.w3.org/2001/XMLSchema" xmlns:p="http://schemas.microsoft.com/office/2006/metadata/properties" xmlns:ns2="6ea603f4-8a4c-4125-8c3d-c3b4140172b4" targetNamespace="http://schemas.microsoft.com/office/2006/metadata/properties" ma:root="true" ma:fieldsID="8b48946b341a9e90e791dd9a4ba5b9ff" ns2:_="">
    <xsd:import namespace="6ea603f4-8a4c-4125-8c3d-c3b414017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603f4-8a4c-4125-8c3d-c3b414017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61E76A-8F26-409B-ACF9-75F091E78C2C}"/>
</file>

<file path=customXml/itemProps2.xml><?xml version="1.0" encoding="utf-8"?>
<ds:datastoreItem xmlns:ds="http://schemas.openxmlformats.org/officeDocument/2006/customXml" ds:itemID="{F6A45E2E-67E5-403B-B086-A7E7DDB1A1E1}"/>
</file>

<file path=customXml/itemProps3.xml><?xml version="1.0" encoding="utf-8"?>
<ds:datastoreItem xmlns:ds="http://schemas.openxmlformats.org/officeDocument/2006/customXml" ds:itemID="{617EED50-AE30-48D0-81B6-D5D644D24C75}"/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7053</TotalTime>
  <Words>1702</Words>
  <Application>Microsoft Office PowerPoint</Application>
  <PresentationFormat>Widescreen</PresentationFormat>
  <Paragraphs>143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Corbel</vt:lpstr>
      <vt:lpstr>Courier New</vt:lpstr>
      <vt:lpstr>Tahoma</vt:lpstr>
      <vt:lpstr>Wingdings 2</vt:lpstr>
      <vt:lpstr>Parallax</vt:lpstr>
      <vt:lpstr>Experiența de utilizare și interacțiunea cu utilizatorul UX/UI Design</vt:lpstr>
      <vt:lpstr>7. Evaluarea UX</vt:lpstr>
      <vt:lpstr>7.1 Metode de evaluare – generalități</vt:lpstr>
      <vt:lpstr>Considerații generale</vt:lpstr>
      <vt:lpstr>Tipuri de evaluare</vt:lpstr>
      <vt:lpstr>Exemple</vt:lpstr>
      <vt:lpstr>Formativ versus sumativ</vt:lpstr>
      <vt:lpstr>PowerPoint Presentation</vt:lpstr>
      <vt:lpstr>Formativ versus sumativ</vt:lpstr>
      <vt:lpstr>Metode de evaluare</vt:lpstr>
      <vt:lpstr>7.2 Evaluarea empirică – pregătiri</vt:lpstr>
      <vt:lpstr>Plan de evaluare</vt:lpstr>
      <vt:lpstr>Scop și rigoare</vt:lpstr>
      <vt:lpstr>Plan de evaluare</vt:lpstr>
      <vt:lpstr>Roluri în evaluarea empirică</vt:lpstr>
      <vt:lpstr>Alte elemente</vt:lpstr>
      <vt:lpstr>7.3.Metode și tehnici de evaluare empirică</vt:lpstr>
      <vt:lpstr>Pregătirea participanților.  Protocol pentru echipa de design.  Coordonarea unei sesiuni de evaluare.  Ce se evaluează? (gradul de înțelegere, dacă este adecvat conceptul propus)   </vt:lpstr>
      <vt:lpstr>Evaluare: tehnici empirice de colectare a datelor</vt:lpstr>
      <vt:lpstr>Performanța utilizatorului</vt:lpstr>
      <vt:lpstr>Evaluare: tehnici empirice de colectare a datelor</vt:lpstr>
      <vt:lpstr>Identificarea unor incidente critice </vt:lpstr>
      <vt:lpstr>Evaluare: tehnici empirice de colectare a datelor</vt:lpstr>
      <vt:lpstr>Gândirea cu voce tare</vt:lpstr>
      <vt:lpstr>Evaluare: tehnici empirice de colectare a datelor</vt:lpstr>
      <vt:lpstr>Chestionare</vt:lpstr>
      <vt:lpstr>Evaluarea impactului emoțional – observarea directă </vt:lpstr>
      <vt:lpstr>Evaluarea impactului emoțional –  auto-raportarea</vt:lpstr>
      <vt:lpstr>Meaningfulness</vt:lpstr>
      <vt:lpstr>Evaluare cvasi-empirică</vt:lpstr>
      <vt:lpstr>Metodă cvasi-empirică: RITE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 Sorin Stupariu</dc:creator>
  <cp:lastModifiedBy>Mihai Sorin Stupariu</cp:lastModifiedBy>
  <cp:revision>407</cp:revision>
  <dcterms:created xsi:type="dcterms:W3CDTF">2023-02-16T13:01:46Z</dcterms:created>
  <dcterms:modified xsi:type="dcterms:W3CDTF">2024-05-12T13:53:27Z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0x0101008A15293D4D15E14792C01B7E44673E5E</vt:lpwstr>
  </property>
</Properties>
</file>