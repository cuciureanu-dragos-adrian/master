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diagrams/data1.xml" ContentType="application/vnd.openxmlformats-officedocument.drawingml.diagramData+xml"/>
  <Override PartName="/ppt/diagrams/data2.xml" ContentType="application/vnd.openxmlformats-officedocument.drawingml.diagramData+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Layouts/slideLayout110.xml" ContentType="application/vnd.openxmlformats-officedocument.presentationml.slideLayout+xml"/>
  <Override PartName="/ppt/slideLayouts/slideLayout50.xml" ContentType="application/vnd.openxmlformats-officedocument.presentationml.slideLayout+xml"/>
  <Override PartName="/ppt/slideLayouts/slideLayout100.xml" ContentType="application/vnd.openxmlformats-officedocument.presentationml.slideLayout+xml"/>
  <Override PartName="/ppt/slideLayouts/slideLayout40.xml" ContentType="application/vnd.openxmlformats-officedocument.presentationml.slideLayout+xml"/>
  <Override PartName="/ppt/slideLayouts/slideLayout90.xml" ContentType="application/vnd.openxmlformats-officedocument.presentationml.slideLayout+xml"/>
  <Override PartName="/ppt/slides/slide70.xml" ContentType="application/vnd.openxmlformats-officedocument.presentationml.slide+xml"/>
  <Override PartName="/ppt/slideLayouts/slideLayout20.xml" ContentType="application/vnd.openxmlformats-officedocument.presentationml.slideLayout+xml"/>
  <Override PartName="/ppt/slideMasters/slideMaster10.xml" ContentType="application/vnd.openxmlformats-officedocument.presentationml.slideMaster+xml"/>
  <Override PartName="/ppt/slideLayouts/slideLayout80.xml" ContentType="application/vnd.openxmlformats-officedocument.presentationml.slideLayout+xml"/>
  <Override PartName="/ppt/slideLayouts/slideLayout30.xml" ContentType="application/vnd.openxmlformats-officedocument.presentationml.slideLayout+xml"/>
  <Override PartName="/ppt/slideLayouts/slideLayout70.xml" ContentType="application/vnd.openxmlformats-officedocument.presentationml.slideLayout+xml"/>
  <Override PartName="/ppt/theme/theme10.xml" ContentType="application/vnd.openxmlformats-officedocument.theme+xml"/>
  <Override PartName="/ppt/slideLayouts/slideLayout12.xml" ContentType="application/vnd.openxmlformats-officedocument.presentationml.slideLayout+xml"/>
  <Override PartName="/ppt/slideLayouts/slideLayout60.xml" ContentType="application/vnd.openxmlformats-officedocument.presentationml.slideLayout+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71" r:id="rId1"/>
  </p:sldMasterIdLst>
  <p:notesMasterIdLst>
    <p:notesMasterId r:id="rId35"/>
  </p:notesMasterIdLst>
  <p:sldIdLst>
    <p:sldId id="256" r:id="rId2"/>
    <p:sldId id="265" r:id="rId3"/>
    <p:sldId id="270" r:id="rId4"/>
    <p:sldId id="297" r:id="rId5"/>
    <p:sldId id="300" r:id="rId6"/>
    <p:sldId id="299" r:id="rId7"/>
    <p:sldId id="262" r:id="rId8"/>
    <p:sldId id="279" r:id="rId9"/>
    <p:sldId id="263" r:id="rId10"/>
    <p:sldId id="290" r:id="rId11"/>
    <p:sldId id="301" r:id="rId12"/>
    <p:sldId id="323" r:id="rId13"/>
    <p:sldId id="302" r:id="rId14"/>
    <p:sldId id="264" r:id="rId15"/>
    <p:sldId id="303" r:id="rId16"/>
    <p:sldId id="304" r:id="rId17"/>
    <p:sldId id="324" r:id="rId18"/>
    <p:sldId id="305" r:id="rId19"/>
    <p:sldId id="306" r:id="rId20"/>
    <p:sldId id="307" r:id="rId21"/>
    <p:sldId id="308" r:id="rId22"/>
    <p:sldId id="310" r:id="rId23"/>
    <p:sldId id="311" r:id="rId24"/>
    <p:sldId id="312" r:id="rId25"/>
    <p:sldId id="315" r:id="rId26"/>
    <p:sldId id="314" r:id="rId27"/>
    <p:sldId id="316" r:id="rId28"/>
    <p:sldId id="317" r:id="rId29"/>
    <p:sldId id="318" r:id="rId30"/>
    <p:sldId id="319" r:id="rId31"/>
    <p:sldId id="320" r:id="rId32"/>
    <p:sldId id="321" r:id="rId33"/>
    <p:sldId id="322"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D8235AE-4C38-4C16-AAE8-E5DB9181E816}">
          <p14:sldIdLst>
            <p14:sldId id="256"/>
            <p14:sldId id="265"/>
            <p14:sldId id="270"/>
            <p14:sldId id="297"/>
            <p14:sldId id="300"/>
            <p14:sldId id="299"/>
            <p14:sldId id="262"/>
            <p14:sldId id="279"/>
            <p14:sldId id="263"/>
            <p14:sldId id="290"/>
            <p14:sldId id="301"/>
            <p14:sldId id="323"/>
            <p14:sldId id="302"/>
            <p14:sldId id="264"/>
            <p14:sldId id="303"/>
            <p14:sldId id="304"/>
            <p14:sldId id="324"/>
            <p14:sldId id="305"/>
            <p14:sldId id="306"/>
            <p14:sldId id="307"/>
            <p14:sldId id="308"/>
            <p14:sldId id="310"/>
            <p14:sldId id="311"/>
            <p14:sldId id="312"/>
            <p14:sldId id="315"/>
            <p14:sldId id="314"/>
            <p14:sldId id="316"/>
            <p14:sldId id="317"/>
            <p14:sldId id="318"/>
            <p14:sldId id="319"/>
            <p14:sldId id="320"/>
            <p14:sldId id="321"/>
            <p14:sldId id="32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606" autoAdjust="0"/>
    <p:restoredTop sz="94660"/>
  </p:normalViewPr>
  <p:slideViewPr>
    <p:cSldViewPr snapToGrid="0">
      <p:cViewPr varScale="1">
        <p:scale>
          <a:sx n="79" d="100"/>
          <a:sy n="79" d="100"/>
        </p:scale>
        <p:origin x="1051"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customXml" Target="../customXml/item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openxmlformats.org/officeDocument/2006/relationships/customXml" Target="../customXml/item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1B03BA9-7E00-4192-B354-BA32D4BBB8E3}" type="doc">
      <dgm:prSet loTypeId="urn:microsoft.com/office/officeart/2005/8/layout/cycle4" loCatId="cycle" qsTypeId="urn:microsoft.com/office/officeart/2005/8/quickstyle/simple1" qsCatId="simple" csTypeId="urn:microsoft.com/office/officeart/2005/8/colors/accent5_2" csCatId="accent5" phldr="1"/>
      <dgm:spPr/>
      <dgm:t>
        <a:bodyPr/>
        <a:lstStyle/>
        <a:p>
          <a:endParaRPr lang="en-GB"/>
        </a:p>
      </dgm:t>
    </dgm:pt>
    <dgm:pt modelId="{47637606-C351-42C7-AE7A-090EF36F8445}">
      <dgm:prSet phldrT="[Text]"/>
      <dgm:spPr/>
      <dgm:t>
        <a:bodyPr/>
        <a:lstStyle/>
        <a:p>
          <a:r>
            <a:rPr lang="ro-RO" b="1" dirty="0">
              <a:latin typeface="Tahoma" panose="020B0604030504040204" pitchFamily="34" charset="0"/>
              <a:ea typeface="Tahoma" panose="020B0604030504040204" pitchFamily="34" charset="0"/>
              <a:cs typeface="Tahoma" panose="020B0604030504040204" pitchFamily="34" charset="0"/>
            </a:rPr>
            <a:t>Înțelegerea necesităților</a:t>
          </a:r>
          <a:endParaRPr lang="en-GB" b="1" dirty="0">
            <a:latin typeface="Tahoma" panose="020B0604030504040204" pitchFamily="34" charset="0"/>
            <a:ea typeface="Tahoma" panose="020B0604030504040204" pitchFamily="34" charset="0"/>
            <a:cs typeface="Tahoma" panose="020B0604030504040204" pitchFamily="34" charset="0"/>
          </a:endParaRPr>
        </a:p>
      </dgm:t>
    </dgm:pt>
    <dgm:pt modelId="{6ABF976F-59BA-47D5-8633-0FB7929CB211}" type="parTrans" cxnId="{464D8FE4-ABB8-4759-8186-B20C5B50925F}">
      <dgm:prSet/>
      <dgm:spPr/>
      <dgm:t>
        <a:bodyPr/>
        <a:lstStyle/>
        <a:p>
          <a:endParaRPr lang="en-GB"/>
        </a:p>
      </dgm:t>
    </dgm:pt>
    <dgm:pt modelId="{ED7FDB86-F5DD-4559-8E13-FBFFD6900C18}" type="sibTrans" cxnId="{464D8FE4-ABB8-4759-8186-B20C5B50925F}">
      <dgm:prSet/>
      <dgm:spPr/>
      <dgm:t>
        <a:bodyPr/>
        <a:lstStyle/>
        <a:p>
          <a:endParaRPr lang="en-GB"/>
        </a:p>
      </dgm:t>
    </dgm:pt>
    <dgm:pt modelId="{FB058C0F-4FE8-4852-B70B-995B19675D08}">
      <dgm:prSet phldrT="[Text]"/>
      <dgm:spPr/>
      <dgm:t>
        <a:bodyPr/>
        <a:lstStyle/>
        <a:p>
          <a:r>
            <a:rPr lang="ro-RO" dirty="0">
              <a:latin typeface="Tahoma" panose="020B0604030504040204" pitchFamily="34" charset="0"/>
              <a:ea typeface="Tahoma" panose="020B0604030504040204" pitchFamily="34" charset="0"/>
              <a:cs typeface="Tahoma" panose="020B0604030504040204" pitchFamily="34" charset="0"/>
            </a:rPr>
            <a:t>Înțelegerea cerințelor</a:t>
          </a:r>
          <a:endParaRPr lang="en-GB" dirty="0">
            <a:latin typeface="Tahoma" panose="020B0604030504040204" pitchFamily="34" charset="0"/>
            <a:ea typeface="Tahoma" panose="020B0604030504040204" pitchFamily="34" charset="0"/>
            <a:cs typeface="Tahoma" panose="020B0604030504040204" pitchFamily="34" charset="0"/>
          </a:endParaRPr>
        </a:p>
      </dgm:t>
    </dgm:pt>
    <dgm:pt modelId="{04C34FE8-EEBF-4448-B797-A6B132358BC4}" type="parTrans" cxnId="{4181815C-5628-4651-9430-DA4BA553E174}">
      <dgm:prSet/>
      <dgm:spPr/>
      <dgm:t>
        <a:bodyPr/>
        <a:lstStyle/>
        <a:p>
          <a:endParaRPr lang="en-GB"/>
        </a:p>
      </dgm:t>
    </dgm:pt>
    <dgm:pt modelId="{31E83D34-C273-44D1-8654-2F5806C1AE64}" type="sibTrans" cxnId="{4181815C-5628-4651-9430-DA4BA553E174}">
      <dgm:prSet/>
      <dgm:spPr/>
      <dgm:t>
        <a:bodyPr/>
        <a:lstStyle/>
        <a:p>
          <a:endParaRPr lang="en-GB"/>
        </a:p>
      </dgm:t>
    </dgm:pt>
    <dgm:pt modelId="{E38BDA60-DFAD-4261-A8E2-BA77F79FDC95}">
      <dgm:prSet phldrT="[Text]"/>
      <dgm:spPr/>
      <dgm:t>
        <a:bodyPr/>
        <a:lstStyle/>
        <a:p>
          <a:r>
            <a:rPr lang="ro-RO" b="1" dirty="0">
              <a:latin typeface="Tahoma" panose="020B0604030504040204" pitchFamily="34" charset="0"/>
              <a:ea typeface="Tahoma" panose="020B0604030504040204" pitchFamily="34" charset="0"/>
              <a:cs typeface="Tahoma" panose="020B0604030504040204" pitchFamily="34" charset="0"/>
            </a:rPr>
            <a:t>Concepte de design</a:t>
          </a:r>
          <a:endParaRPr lang="en-GB" b="1" dirty="0">
            <a:latin typeface="Tahoma" panose="020B0604030504040204" pitchFamily="34" charset="0"/>
            <a:ea typeface="Tahoma" panose="020B0604030504040204" pitchFamily="34" charset="0"/>
            <a:cs typeface="Tahoma" panose="020B0604030504040204" pitchFamily="34" charset="0"/>
          </a:endParaRPr>
        </a:p>
      </dgm:t>
    </dgm:pt>
    <dgm:pt modelId="{1D4B181F-B868-43CB-8720-5EB37C3976C7}" type="parTrans" cxnId="{752169E2-B44B-4BF6-9DD1-BD1058D74903}">
      <dgm:prSet/>
      <dgm:spPr/>
      <dgm:t>
        <a:bodyPr/>
        <a:lstStyle/>
        <a:p>
          <a:endParaRPr lang="en-GB"/>
        </a:p>
      </dgm:t>
    </dgm:pt>
    <dgm:pt modelId="{9C7ADDE7-E59C-431E-A1C6-B4B2A04968F6}" type="sibTrans" cxnId="{752169E2-B44B-4BF6-9DD1-BD1058D74903}">
      <dgm:prSet/>
      <dgm:spPr/>
      <dgm:t>
        <a:bodyPr/>
        <a:lstStyle/>
        <a:p>
          <a:endParaRPr lang="en-GB"/>
        </a:p>
      </dgm:t>
    </dgm:pt>
    <dgm:pt modelId="{8D73B2B5-A4A1-47E4-AFAC-73F917A5410A}">
      <dgm:prSet phldrT="[Text]"/>
      <dgm:spPr/>
      <dgm:t>
        <a:bodyPr/>
        <a:lstStyle/>
        <a:p>
          <a:r>
            <a:rPr lang="ro-RO" dirty="0">
              <a:latin typeface="Tahoma" panose="020B0604030504040204" pitchFamily="34" charset="0"/>
              <a:ea typeface="Tahoma" panose="020B0604030504040204" pitchFamily="34" charset="0"/>
              <a:cs typeface="Tahoma" panose="020B0604030504040204" pitchFamily="34" charset="0"/>
            </a:rPr>
            <a:t>Soluții de design</a:t>
          </a:r>
          <a:endParaRPr lang="en-GB" dirty="0">
            <a:latin typeface="Tahoma" panose="020B0604030504040204" pitchFamily="34" charset="0"/>
            <a:ea typeface="Tahoma" panose="020B0604030504040204" pitchFamily="34" charset="0"/>
            <a:cs typeface="Tahoma" panose="020B0604030504040204" pitchFamily="34" charset="0"/>
          </a:endParaRPr>
        </a:p>
      </dgm:t>
    </dgm:pt>
    <dgm:pt modelId="{72364877-564B-447C-96A6-194093A04F21}" type="parTrans" cxnId="{44BC9957-7544-463B-9ACA-61D00869A6DA}">
      <dgm:prSet/>
      <dgm:spPr/>
      <dgm:t>
        <a:bodyPr/>
        <a:lstStyle/>
        <a:p>
          <a:endParaRPr lang="en-GB"/>
        </a:p>
      </dgm:t>
    </dgm:pt>
    <dgm:pt modelId="{60FF023B-C2FD-4CDD-B2C4-1FF73C73AF5C}" type="sibTrans" cxnId="{44BC9957-7544-463B-9ACA-61D00869A6DA}">
      <dgm:prSet/>
      <dgm:spPr/>
      <dgm:t>
        <a:bodyPr/>
        <a:lstStyle/>
        <a:p>
          <a:endParaRPr lang="en-GB"/>
        </a:p>
      </dgm:t>
    </dgm:pt>
    <dgm:pt modelId="{07E003AC-51BF-4D49-B110-49809D287F2D}">
      <dgm:prSet phldrT="[Text]"/>
      <dgm:spPr/>
      <dgm:t>
        <a:bodyPr/>
        <a:lstStyle/>
        <a:p>
          <a:r>
            <a:rPr lang="ro-RO" b="1" dirty="0">
              <a:latin typeface="Tahoma" panose="020B0604030504040204" pitchFamily="34" charset="0"/>
              <a:ea typeface="Tahoma" panose="020B0604030504040204" pitchFamily="34" charset="0"/>
              <a:cs typeface="Tahoma" panose="020B0604030504040204" pitchFamily="34" charset="0"/>
            </a:rPr>
            <a:t>Verificare / rafinare design</a:t>
          </a:r>
          <a:endParaRPr lang="en-GB" b="1" dirty="0">
            <a:latin typeface="Tahoma" panose="020B0604030504040204" pitchFamily="34" charset="0"/>
            <a:ea typeface="Tahoma" panose="020B0604030504040204" pitchFamily="34" charset="0"/>
            <a:cs typeface="Tahoma" panose="020B0604030504040204" pitchFamily="34" charset="0"/>
          </a:endParaRPr>
        </a:p>
      </dgm:t>
    </dgm:pt>
    <dgm:pt modelId="{7A1A21C7-2AAE-40D3-A5D9-2749C7AB5EED}" type="parTrans" cxnId="{36DE5FA2-649A-49B9-B419-1470D0B7FEB8}">
      <dgm:prSet/>
      <dgm:spPr/>
      <dgm:t>
        <a:bodyPr/>
        <a:lstStyle/>
        <a:p>
          <a:endParaRPr lang="en-GB"/>
        </a:p>
      </dgm:t>
    </dgm:pt>
    <dgm:pt modelId="{F54B51DF-E620-42CA-9671-DDC5F5711358}" type="sibTrans" cxnId="{36DE5FA2-649A-49B9-B419-1470D0B7FEB8}">
      <dgm:prSet/>
      <dgm:spPr/>
      <dgm:t>
        <a:bodyPr/>
        <a:lstStyle/>
        <a:p>
          <a:endParaRPr lang="en-GB"/>
        </a:p>
      </dgm:t>
    </dgm:pt>
    <dgm:pt modelId="{B08E88BC-22BF-4199-802E-B05B2A45197B}">
      <dgm:prSet phldrT="[Text]"/>
      <dgm:spPr/>
      <dgm:t>
        <a:bodyPr/>
        <a:lstStyle/>
        <a:p>
          <a:r>
            <a:rPr lang="ro-RO" dirty="0">
              <a:latin typeface="Tahoma" panose="020B0604030504040204" pitchFamily="34" charset="0"/>
              <a:ea typeface="Tahoma" panose="020B0604030504040204" pitchFamily="34" charset="0"/>
              <a:cs typeface="Tahoma" panose="020B0604030504040204" pitchFamily="34" charset="0"/>
            </a:rPr>
            <a:t>Evaluarea </a:t>
          </a:r>
          <a:r>
            <a:rPr lang="ro-RO" i="1" dirty="0">
              <a:latin typeface="Tahoma" panose="020B0604030504040204" pitchFamily="34" charset="0"/>
              <a:ea typeface="Tahoma" panose="020B0604030504040204" pitchFamily="34" charset="0"/>
              <a:cs typeface="Tahoma" panose="020B0604030504040204" pitchFamily="34" charset="0"/>
            </a:rPr>
            <a:t>UX</a:t>
          </a:r>
          <a:r>
            <a:rPr lang="ro-RO" i="0" dirty="0">
              <a:latin typeface="Tahoma" panose="020B0604030504040204" pitchFamily="34" charset="0"/>
              <a:ea typeface="Tahoma" panose="020B0604030504040204" pitchFamily="34" charset="0"/>
              <a:cs typeface="Tahoma" panose="020B0604030504040204" pitchFamily="34" charset="0"/>
            </a:rPr>
            <a:t>.</a:t>
          </a:r>
          <a:endParaRPr lang="en-GB" dirty="0">
            <a:latin typeface="Tahoma" panose="020B0604030504040204" pitchFamily="34" charset="0"/>
            <a:ea typeface="Tahoma" panose="020B0604030504040204" pitchFamily="34" charset="0"/>
            <a:cs typeface="Tahoma" panose="020B0604030504040204" pitchFamily="34" charset="0"/>
          </a:endParaRPr>
        </a:p>
      </dgm:t>
    </dgm:pt>
    <dgm:pt modelId="{E5BA8B00-3760-4EB2-83F5-5F5ADA4A1387}" type="parTrans" cxnId="{A3CE4078-F351-4018-A490-5990963AD392}">
      <dgm:prSet/>
      <dgm:spPr/>
      <dgm:t>
        <a:bodyPr/>
        <a:lstStyle/>
        <a:p>
          <a:endParaRPr lang="en-GB"/>
        </a:p>
      </dgm:t>
    </dgm:pt>
    <dgm:pt modelId="{F42ABFD1-0358-490B-8353-A3429A932CE5}" type="sibTrans" cxnId="{A3CE4078-F351-4018-A490-5990963AD392}">
      <dgm:prSet/>
      <dgm:spPr/>
      <dgm:t>
        <a:bodyPr/>
        <a:lstStyle/>
        <a:p>
          <a:endParaRPr lang="en-GB"/>
        </a:p>
      </dgm:t>
    </dgm:pt>
    <dgm:pt modelId="{BC937071-E374-4232-B716-F612EA0AB7B8}">
      <dgm:prSet phldrT="[Text]"/>
      <dgm:spPr/>
      <dgm:t>
        <a:bodyPr/>
        <a:lstStyle/>
        <a:p>
          <a:r>
            <a:rPr lang="ro-RO" b="1" dirty="0">
              <a:latin typeface="Tahoma" panose="020B0604030504040204" pitchFamily="34" charset="0"/>
              <a:ea typeface="Tahoma" panose="020B0604030504040204" pitchFamily="34" charset="0"/>
              <a:cs typeface="Tahoma" panose="020B0604030504040204" pitchFamily="34" charset="0"/>
            </a:rPr>
            <a:t>Alternative de design</a:t>
          </a:r>
          <a:endParaRPr lang="en-GB" b="1" dirty="0">
            <a:latin typeface="Tahoma" panose="020B0604030504040204" pitchFamily="34" charset="0"/>
            <a:ea typeface="Tahoma" panose="020B0604030504040204" pitchFamily="34" charset="0"/>
            <a:cs typeface="Tahoma" panose="020B0604030504040204" pitchFamily="34" charset="0"/>
          </a:endParaRPr>
        </a:p>
      </dgm:t>
    </dgm:pt>
    <dgm:pt modelId="{54119D92-FF42-4AFF-B192-6D5FE00AADAE}" type="parTrans" cxnId="{DCDB32F7-61C2-434D-B55C-8110B5DA315B}">
      <dgm:prSet/>
      <dgm:spPr/>
      <dgm:t>
        <a:bodyPr/>
        <a:lstStyle/>
        <a:p>
          <a:endParaRPr lang="en-GB"/>
        </a:p>
      </dgm:t>
    </dgm:pt>
    <dgm:pt modelId="{DF1AC38E-6FB8-41BE-8D51-28E0C322689E}" type="sibTrans" cxnId="{DCDB32F7-61C2-434D-B55C-8110B5DA315B}">
      <dgm:prSet/>
      <dgm:spPr/>
      <dgm:t>
        <a:bodyPr/>
        <a:lstStyle/>
        <a:p>
          <a:endParaRPr lang="en-GB"/>
        </a:p>
      </dgm:t>
    </dgm:pt>
    <dgm:pt modelId="{7B5677A7-CC4E-43FB-9A9B-5316C71E45F6}">
      <dgm:prSet phldrT="[Text]"/>
      <dgm:spPr/>
      <dgm:t>
        <a:bodyPr/>
        <a:lstStyle/>
        <a:p>
          <a:r>
            <a:rPr lang="ro-RO" dirty="0">
              <a:latin typeface="Tahoma" panose="020B0604030504040204" pitchFamily="34" charset="0"/>
              <a:ea typeface="Tahoma" panose="020B0604030504040204" pitchFamily="34" charset="0"/>
              <a:cs typeface="Tahoma" panose="020B0604030504040204" pitchFamily="34" charset="0"/>
            </a:rPr>
            <a:t>Prototip / candidat. </a:t>
          </a:r>
          <a:endParaRPr lang="en-GB" dirty="0">
            <a:latin typeface="Tahoma" panose="020B0604030504040204" pitchFamily="34" charset="0"/>
            <a:ea typeface="Tahoma" panose="020B0604030504040204" pitchFamily="34" charset="0"/>
            <a:cs typeface="Tahoma" panose="020B0604030504040204" pitchFamily="34" charset="0"/>
          </a:endParaRPr>
        </a:p>
      </dgm:t>
    </dgm:pt>
    <dgm:pt modelId="{5C4C5ACB-0698-4565-893F-3A3AA103C2DD}" type="parTrans" cxnId="{C572A630-FCBB-4701-838D-E6DCFE61A7D5}">
      <dgm:prSet/>
      <dgm:spPr/>
      <dgm:t>
        <a:bodyPr/>
        <a:lstStyle/>
        <a:p>
          <a:endParaRPr lang="en-GB"/>
        </a:p>
      </dgm:t>
    </dgm:pt>
    <dgm:pt modelId="{32CE3A4E-053E-4FCB-9A4B-E3D8B4EEA990}" type="sibTrans" cxnId="{C572A630-FCBB-4701-838D-E6DCFE61A7D5}">
      <dgm:prSet/>
      <dgm:spPr/>
      <dgm:t>
        <a:bodyPr/>
        <a:lstStyle/>
        <a:p>
          <a:endParaRPr lang="en-GB"/>
        </a:p>
      </dgm:t>
    </dgm:pt>
    <dgm:pt modelId="{7DA54FE0-4641-4D51-B63F-D0A3BA6790A9}" type="pres">
      <dgm:prSet presAssocID="{A1B03BA9-7E00-4192-B354-BA32D4BBB8E3}" presName="cycleMatrixDiagram" presStyleCnt="0">
        <dgm:presLayoutVars>
          <dgm:chMax val="1"/>
          <dgm:dir/>
          <dgm:animLvl val="lvl"/>
          <dgm:resizeHandles val="exact"/>
        </dgm:presLayoutVars>
      </dgm:prSet>
      <dgm:spPr/>
    </dgm:pt>
    <dgm:pt modelId="{B158A689-5FFD-46CC-80BE-3F2C1F716E42}" type="pres">
      <dgm:prSet presAssocID="{A1B03BA9-7E00-4192-B354-BA32D4BBB8E3}" presName="children" presStyleCnt="0"/>
      <dgm:spPr/>
    </dgm:pt>
    <dgm:pt modelId="{692665DF-E85C-4A5E-BB75-9F3D34F30D86}" type="pres">
      <dgm:prSet presAssocID="{A1B03BA9-7E00-4192-B354-BA32D4BBB8E3}" presName="child1group" presStyleCnt="0"/>
      <dgm:spPr/>
    </dgm:pt>
    <dgm:pt modelId="{4A3887E1-0696-4A40-87EC-8ACDDD18C7E9}" type="pres">
      <dgm:prSet presAssocID="{A1B03BA9-7E00-4192-B354-BA32D4BBB8E3}" presName="child1" presStyleLbl="bgAcc1" presStyleIdx="0" presStyleCnt="4"/>
      <dgm:spPr/>
    </dgm:pt>
    <dgm:pt modelId="{6445656B-9BD3-4E3E-BE34-5782D922F5AE}" type="pres">
      <dgm:prSet presAssocID="{A1B03BA9-7E00-4192-B354-BA32D4BBB8E3}" presName="child1Text" presStyleLbl="bgAcc1" presStyleIdx="0" presStyleCnt="4">
        <dgm:presLayoutVars>
          <dgm:bulletEnabled val="1"/>
        </dgm:presLayoutVars>
      </dgm:prSet>
      <dgm:spPr/>
    </dgm:pt>
    <dgm:pt modelId="{A810B911-5A13-4C34-9095-2BB989DC0EEA}" type="pres">
      <dgm:prSet presAssocID="{A1B03BA9-7E00-4192-B354-BA32D4BBB8E3}" presName="child2group" presStyleCnt="0"/>
      <dgm:spPr/>
    </dgm:pt>
    <dgm:pt modelId="{1E827CA7-8BED-4C1F-8E2F-2AC43412339E}" type="pres">
      <dgm:prSet presAssocID="{A1B03BA9-7E00-4192-B354-BA32D4BBB8E3}" presName="child2" presStyleLbl="bgAcc1" presStyleIdx="1" presStyleCnt="4"/>
      <dgm:spPr/>
    </dgm:pt>
    <dgm:pt modelId="{C94603A3-D3D9-4F23-8121-1C15FFB87481}" type="pres">
      <dgm:prSet presAssocID="{A1B03BA9-7E00-4192-B354-BA32D4BBB8E3}" presName="child2Text" presStyleLbl="bgAcc1" presStyleIdx="1" presStyleCnt="4">
        <dgm:presLayoutVars>
          <dgm:bulletEnabled val="1"/>
        </dgm:presLayoutVars>
      </dgm:prSet>
      <dgm:spPr/>
    </dgm:pt>
    <dgm:pt modelId="{5F59C598-72EA-4083-9C84-C357D2704E87}" type="pres">
      <dgm:prSet presAssocID="{A1B03BA9-7E00-4192-B354-BA32D4BBB8E3}" presName="child3group" presStyleCnt="0"/>
      <dgm:spPr/>
    </dgm:pt>
    <dgm:pt modelId="{6441BB4A-3924-44C1-9AC8-9C725139D913}" type="pres">
      <dgm:prSet presAssocID="{A1B03BA9-7E00-4192-B354-BA32D4BBB8E3}" presName="child3" presStyleLbl="bgAcc1" presStyleIdx="2" presStyleCnt="4"/>
      <dgm:spPr/>
    </dgm:pt>
    <dgm:pt modelId="{E74014F4-5FB0-403D-B38B-59884E4B68A9}" type="pres">
      <dgm:prSet presAssocID="{A1B03BA9-7E00-4192-B354-BA32D4BBB8E3}" presName="child3Text" presStyleLbl="bgAcc1" presStyleIdx="2" presStyleCnt="4">
        <dgm:presLayoutVars>
          <dgm:bulletEnabled val="1"/>
        </dgm:presLayoutVars>
      </dgm:prSet>
      <dgm:spPr/>
    </dgm:pt>
    <dgm:pt modelId="{6B08EAC1-C06A-4A26-8369-91AB5235D8C0}" type="pres">
      <dgm:prSet presAssocID="{A1B03BA9-7E00-4192-B354-BA32D4BBB8E3}" presName="child4group" presStyleCnt="0"/>
      <dgm:spPr/>
    </dgm:pt>
    <dgm:pt modelId="{0EC7D4EA-A15B-4999-A112-CE453A3F5C5E}" type="pres">
      <dgm:prSet presAssocID="{A1B03BA9-7E00-4192-B354-BA32D4BBB8E3}" presName="child4" presStyleLbl="bgAcc1" presStyleIdx="3" presStyleCnt="4"/>
      <dgm:spPr/>
    </dgm:pt>
    <dgm:pt modelId="{DD573B29-446C-47CC-9FA8-7AFB5243FB05}" type="pres">
      <dgm:prSet presAssocID="{A1B03BA9-7E00-4192-B354-BA32D4BBB8E3}" presName="child4Text" presStyleLbl="bgAcc1" presStyleIdx="3" presStyleCnt="4">
        <dgm:presLayoutVars>
          <dgm:bulletEnabled val="1"/>
        </dgm:presLayoutVars>
      </dgm:prSet>
      <dgm:spPr/>
    </dgm:pt>
    <dgm:pt modelId="{BB80F793-2633-45A6-8DB9-5B3755F61AFF}" type="pres">
      <dgm:prSet presAssocID="{A1B03BA9-7E00-4192-B354-BA32D4BBB8E3}" presName="childPlaceholder" presStyleCnt="0"/>
      <dgm:spPr/>
    </dgm:pt>
    <dgm:pt modelId="{C80CC6DC-8AE7-4854-8BEC-82E06157C9A8}" type="pres">
      <dgm:prSet presAssocID="{A1B03BA9-7E00-4192-B354-BA32D4BBB8E3}" presName="circle" presStyleCnt="0"/>
      <dgm:spPr/>
    </dgm:pt>
    <dgm:pt modelId="{C5412943-4EF9-429B-81CE-06740C01BE6E}" type="pres">
      <dgm:prSet presAssocID="{A1B03BA9-7E00-4192-B354-BA32D4BBB8E3}" presName="quadrant1" presStyleLbl="node1" presStyleIdx="0" presStyleCnt="4">
        <dgm:presLayoutVars>
          <dgm:chMax val="1"/>
          <dgm:bulletEnabled val="1"/>
        </dgm:presLayoutVars>
      </dgm:prSet>
      <dgm:spPr/>
    </dgm:pt>
    <dgm:pt modelId="{97982188-AE82-4206-9597-BAC031AD7AD7}" type="pres">
      <dgm:prSet presAssocID="{A1B03BA9-7E00-4192-B354-BA32D4BBB8E3}" presName="quadrant2" presStyleLbl="node1" presStyleIdx="1" presStyleCnt="4">
        <dgm:presLayoutVars>
          <dgm:chMax val="1"/>
          <dgm:bulletEnabled val="1"/>
        </dgm:presLayoutVars>
      </dgm:prSet>
      <dgm:spPr/>
    </dgm:pt>
    <dgm:pt modelId="{427AE01E-D22D-4F3F-B5E0-B1E2B36C5957}" type="pres">
      <dgm:prSet presAssocID="{A1B03BA9-7E00-4192-B354-BA32D4BBB8E3}" presName="quadrant3" presStyleLbl="node1" presStyleIdx="2" presStyleCnt="4">
        <dgm:presLayoutVars>
          <dgm:chMax val="1"/>
          <dgm:bulletEnabled val="1"/>
        </dgm:presLayoutVars>
      </dgm:prSet>
      <dgm:spPr/>
    </dgm:pt>
    <dgm:pt modelId="{9E273DA5-3729-4B2F-9CA8-30CF4E02C0F7}" type="pres">
      <dgm:prSet presAssocID="{A1B03BA9-7E00-4192-B354-BA32D4BBB8E3}" presName="quadrant4" presStyleLbl="node1" presStyleIdx="3" presStyleCnt="4">
        <dgm:presLayoutVars>
          <dgm:chMax val="1"/>
          <dgm:bulletEnabled val="1"/>
        </dgm:presLayoutVars>
      </dgm:prSet>
      <dgm:spPr/>
    </dgm:pt>
    <dgm:pt modelId="{0BAA863A-8CEF-44D0-BDB3-15B3BD8BD4B2}" type="pres">
      <dgm:prSet presAssocID="{A1B03BA9-7E00-4192-B354-BA32D4BBB8E3}" presName="quadrantPlaceholder" presStyleCnt="0"/>
      <dgm:spPr/>
    </dgm:pt>
    <dgm:pt modelId="{989581A2-2EBB-41CE-9FF9-D5A746FB58A2}" type="pres">
      <dgm:prSet presAssocID="{A1B03BA9-7E00-4192-B354-BA32D4BBB8E3}" presName="center1" presStyleLbl="fgShp" presStyleIdx="0" presStyleCnt="2"/>
      <dgm:spPr/>
    </dgm:pt>
    <dgm:pt modelId="{24403718-6186-4512-97DD-CECD8EAADF56}" type="pres">
      <dgm:prSet presAssocID="{A1B03BA9-7E00-4192-B354-BA32D4BBB8E3}" presName="center2" presStyleLbl="fgShp" presStyleIdx="1" presStyleCnt="2"/>
      <dgm:spPr/>
    </dgm:pt>
  </dgm:ptLst>
  <dgm:cxnLst>
    <dgm:cxn modelId="{B1907C03-DB16-4B1A-9AEE-9472190F6F6B}" type="presOf" srcId="{A1B03BA9-7E00-4192-B354-BA32D4BBB8E3}" destId="{7DA54FE0-4641-4D51-B63F-D0A3BA6790A9}" srcOrd="0" destOrd="0" presId="urn:microsoft.com/office/officeart/2005/8/layout/cycle4"/>
    <dgm:cxn modelId="{0001E814-63CE-4FF6-A355-15F917DA608F}" type="presOf" srcId="{BC937071-E374-4232-B716-F612EA0AB7B8}" destId="{9E273DA5-3729-4B2F-9CA8-30CF4E02C0F7}" srcOrd="0" destOrd="0" presId="urn:microsoft.com/office/officeart/2005/8/layout/cycle4"/>
    <dgm:cxn modelId="{32C4561C-16A9-45A9-AF08-09E039BD67D1}" type="presOf" srcId="{E38BDA60-DFAD-4261-A8E2-BA77F79FDC95}" destId="{97982188-AE82-4206-9597-BAC031AD7AD7}" srcOrd="0" destOrd="0" presId="urn:microsoft.com/office/officeart/2005/8/layout/cycle4"/>
    <dgm:cxn modelId="{C572A630-FCBB-4701-838D-E6DCFE61A7D5}" srcId="{BC937071-E374-4232-B716-F612EA0AB7B8}" destId="{7B5677A7-CC4E-43FB-9A9B-5316C71E45F6}" srcOrd="0" destOrd="0" parTransId="{5C4C5ACB-0698-4565-893F-3A3AA103C2DD}" sibTransId="{32CE3A4E-053E-4FCB-9A4B-E3D8B4EEA990}"/>
    <dgm:cxn modelId="{4181815C-5628-4651-9430-DA4BA553E174}" srcId="{47637606-C351-42C7-AE7A-090EF36F8445}" destId="{FB058C0F-4FE8-4852-B70B-995B19675D08}" srcOrd="0" destOrd="0" parTransId="{04C34FE8-EEBF-4448-B797-A6B132358BC4}" sibTransId="{31E83D34-C273-44D1-8654-2F5806C1AE64}"/>
    <dgm:cxn modelId="{8AF34E50-F93F-447B-92FB-ADEF090E9033}" type="presOf" srcId="{FB058C0F-4FE8-4852-B70B-995B19675D08}" destId="{6445656B-9BD3-4E3E-BE34-5782D922F5AE}" srcOrd="1" destOrd="0" presId="urn:microsoft.com/office/officeart/2005/8/layout/cycle4"/>
    <dgm:cxn modelId="{38759E50-AD42-44AB-B589-7759A5E552F8}" type="presOf" srcId="{8D73B2B5-A4A1-47E4-AFAC-73F917A5410A}" destId="{C94603A3-D3D9-4F23-8121-1C15FFB87481}" srcOrd="1" destOrd="0" presId="urn:microsoft.com/office/officeart/2005/8/layout/cycle4"/>
    <dgm:cxn modelId="{44BC9957-7544-463B-9ACA-61D00869A6DA}" srcId="{E38BDA60-DFAD-4261-A8E2-BA77F79FDC95}" destId="{8D73B2B5-A4A1-47E4-AFAC-73F917A5410A}" srcOrd="0" destOrd="0" parTransId="{72364877-564B-447C-96A6-194093A04F21}" sibTransId="{60FF023B-C2FD-4CDD-B2C4-1FF73C73AF5C}"/>
    <dgm:cxn modelId="{A3CE4078-F351-4018-A490-5990963AD392}" srcId="{07E003AC-51BF-4D49-B110-49809D287F2D}" destId="{B08E88BC-22BF-4199-802E-B05B2A45197B}" srcOrd="0" destOrd="0" parTransId="{E5BA8B00-3760-4EB2-83F5-5F5ADA4A1387}" sibTransId="{F42ABFD1-0358-490B-8353-A3429A932CE5}"/>
    <dgm:cxn modelId="{AD57EB97-9043-49C3-B876-D5943C4998DF}" type="presOf" srcId="{FB058C0F-4FE8-4852-B70B-995B19675D08}" destId="{4A3887E1-0696-4A40-87EC-8ACDDD18C7E9}" srcOrd="0" destOrd="0" presId="urn:microsoft.com/office/officeart/2005/8/layout/cycle4"/>
    <dgm:cxn modelId="{36DE5FA2-649A-49B9-B419-1470D0B7FEB8}" srcId="{A1B03BA9-7E00-4192-B354-BA32D4BBB8E3}" destId="{07E003AC-51BF-4D49-B110-49809D287F2D}" srcOrd="2" destOrd="0" parTransId="{7A1A21C7-2AAE-40D3-A5D9-2749C7AB5EED}" sibTransId="{F54B51DF-E620-42CA-9671-DDC5F5711358}"/>
    <dgm:cxn modelId="{2D3C92A5-268C-4245-A109-D38E47E5BE28}" type="presOf" srcId="{8D73B2B5-A4A1-47E4-AFAC-73F917A5410A}" destId="{1E827CA7-8BED-4C1F-8E2F-2AC43412339E}" srcOrd="0" destOrd="0" presId="urn:microsoft.com/office/officeart/2005/8/layout/cycle4"/>
    <dgm:cxn modelId="{BF9EC2C4-F269-4767-BC9E-7FBB6D0A0232}" type="presOf" srcId="{47637606-C351-42C7-AE7A-090EF36F8445}" destId="{C5412943-4EF9-429B-81CE-06740C01BE6E}" srcOrd="0" destOrd="0" presId="urn:microsoft.com/office/officeart/2005/8/layout/cycle4"/>
    <dgm:cxn modelId="{155A3CE0-B7BA-42B3-BDDE-696C4DDFB244}" type="presOf" srcId="{7B5677A7-CC4E-43FB-9A9B-5316C71E45F6}" destId="{0EC7D4EA-A15B-4999-A112-CE453A3F5C5E}" srcOrd="0" destOrd="0" presId="urn:microsoft.com/office/officeart/2005/8/layout/cycle4"/>
    <dgm:cxn modelId="{752169E2-B44B-4BF6-9DD1-BD1058D74903}" srcId="{A1B03BA9-7E00-4192-B354-BA32D4BBB8E3}" destId="{E38BDA60-DFAD-4261-A8E2-BA77F79FDC95}" srcOrd="1" destOrd="0" parTransId="{1D4B181F-B868-43CB-8720-5EB37C3976C7}" sibTransId="{9C7ADDE7-E59C-431E-A1C6-B4B2A04968F6}"/>
    <dgm:cxn modelId="{464D8FE4-ABB8-4759-8186-B20C5B50925F}" srcId="{A1B03BA9-7E00-4192-B354-BA32D4BBB8E3}" destId="{47637606-C351-42C7-AE7A-090EF36F8445}" srcOrd="0" destOrd="0" parTransId="{6ABF976F-59BA-47D5-8633-0FB7929CB211}" sibTransId="{ED7FDB86-F5DD-4559-8E13-FBFFD6900C18}"/>
    <dgm:cxn modelId="{E07009ED-001B-4933-A71A-B9297B25A8BE}" type="presOf" srcId="{07E003AC-51BF-4D49-B110-49809D287F2D}" destId="{427AE01E-D22D-4F3F-B5E0-B1E2B36C5957}" srcOrd="0" destOrd="0" presId="urn:microsoft.com/office/officeart/2005/8/layout/cycle4"/>
    <dgm:cxn modelId="{5D6BECF4-8847-4640-B997-1ADBEAE18249}" type="presOf" srcId="{B08E88BC-22BF-4199-802E-B05B2A45197B}" destId="{E74014F4-5FB0-403D-B38B-59884E4B68A9}" srcOrd="1" destOrd="0" presId="urn:microsoft.com/office/officeart/2005/8/layout/cycle4"/>
    <dgm:cxn modelId="{6081C0F6-9657-4A9F-BEE9-A542F312FF7B}" type="presOf" srcId="{B08E88BC-22BF-4199-802E-B05B2A45197B}" destId="{6441BB4A-3924-44C1-9AC8-9C725139D913}" srcOrd="0" destOrd="0" presId="urn:microsoft.com/office/officeart/2005/8/layout/cycle4"/>
    <dgm:cxn modelId="{DCDB32F7-61C2-434D-B55C-8110B5DA315B}" srcId="{A1B03BA9-7E00-4192-B354-BA32D4BBB8E3}" destId="{BC937071-E374-4232-B716-F612EA0AB7B8}" srcOrd="3" destOrd="0" parTransId="{54119D92-FF42-4AFF-B192-6D5FE00AADAE}" sibTransId="{DF1AC38E-6FB8-41BE-8D51-28E0C322689E}"/>
    <dgm:cxn modelId="{011B6DFF-2017-4719-B27C-36254935791D}" type="presOf" srcId="{7B5677A7-CC4E-43FB-9A9B-5316C71E45F6}" destId="{DD573B29-446C-47CC-9FA8-7AFB5243FB05}" srcOrd="1" destOrd="0" presId="urn:microsoft.com/office/officeart/2005/8/layout/cycle4"/>
    <dgm:cxn modelId="{0B2BBD6C-940A-48F1-BA39-78DDD4A1E1FE}" type="presParOf" srcId="{7DA54FE0-4641-4D51-B63F-D0A3BA6790A9}" destId="{B158A689-5FFD-46CC-80BE-3F2C1F716E42}" srcOrd="0" destOrd="0" presId="urn:microsoft.com/office/officeart/2005/8/layout/cycle4"/>
    <dgm:cxn modelId="{0976EE44-1556-4345-823E-0D34F7468F1A}" type="presParOf" srcId="{B158A689-5FFD-46CC-80BE-3F2C1F716E42}" destId="{692665DF-E85C-4A5E-BB75-9F3D34F30D86}" srcOrd="0" destOrd="0" presId="urn:microsoft.com/office/officeart/2005/8/layout/cycle4"/>
    <dgm:cxn modelId="{BF0C9629-D753-4459-86B9-EBED5E45300F}" type="presParOf" srcId="{692665DF-E85C-4A5E-BB75-9F3D34F30D86}" destId="{4A3887E1-0696-4A40-87EC-8ACDDD18C7E9}" srcOrd="0" destOrd="0" presId="urn:microsoft.com/office/officeart/2005/8/layout/cycle4"/>
    <dgm:cxn modelId="{720F1544-C577-491E-B2AD-EA6ACD4C69FD}" type="presParOf" srcId="{692665DF-E85C-4A5E-BB75-9F3D34F30D86}" destId="{6445656B-9BD3-4E3E-BE34-5782D922F5AE}" srcOrd="1" destOrd="0" presId="urn:microsoft.com/office/officeart/2005/8/layout/cycle4"/>
    <dgm:cxn modelId="{FAD96D1B-CCEB-4D6D-B323-C5FDF86C6DE0}" type="presParOf" srcId="{B158A689-5FFD-46CC-80BE-3F2C1F716E42}" destId="{A810B911-5A13-4C34-9095-2BB989DC0EEA}" srcOrd="1" destOrd="0" presId="urn:microsoft.com/office/officeart/2005/8/layout/cycle4"/>
    <dgm:cxn modelId="{71EE4DCD-E779-4E44-AF72-44F9BFEFD9FA}" type="presParOf" srcId="{A810B911-5A13-4C34-9095-2BB989DC0EEA}" destId="{1E827CA7-8BED-4C1F-8E2F-2AC43412339E}" srcOrd="0" destOrd="0" presId="urn:microsoft.com/office/officeart/2005/8/layout/cycle4"/>
    <dgm:cxn modelId="{22DA9459-3F73-4BF2-812E-99C6851215DA}" type="presParOf" srcId="{A810B911-5A13-4C34-9095-2BB989DC0EEA}" destId="{C94603A3-D3D9-4F23-8121-1C15FFB87481}" srcOrd="1" destOrd="0" presId="urn:microsoft.com/office/officeart/2005/8/layout/cycle4"/>
    <dgm:cxn modelId="{A68E2193-923F-4937-8779-D3ADE273E752}" type="presParOf" srcId="{B158A689-5FFD-46CC-80BE-3F2C1F716E42}" destId="{5F59C598-72EA-4083-9C84-C357D2704E87}" srcOrd="2" destOrd="0" presId="urn:microsoft.com/office/officeart/2005/8/layout/cycle4"/>
    <dgm:cxn modelId="{A1C6ABC0-7830-4BD1-9830-C0B92C450052}" type="presParOf" srcId="{5F59C598-72EA-4083-9C84-C357D2704E87}" destId="{6441BB4A-3924-44C1-9AC8-9C725139D913}" srcOrd="0" destOrd="0" presId="urn:microsoft.com/office/officeart/2005/8/layout/cycle4"/>
    <dgm:cxn modelId="{BA590C48-D33C-410D-B493-2A7F673B4C9C}" type="presParOf" srcId="{5F59C598-72EA-4083-9C84-C357D2704E87}" destId="{E74014F4-5FB0-403D-B38B-59884E4B68A9}" srcOrd="1" destOrd="0" presId="urn:microsoft.com/office/officeart/2005/8/layout/cycle4"/>
    <dgm:cxn modelId="{D884A0C7-392C-40DC-BF2C-87576327536B}" type="presParOf" srcId="{B158A689-5FFD-46CC-80BE-3F2C1F716E42}" destId="{6B08EAC1-C06A-4A26-8369-91AB5235D8C0}" srcOrd="3" destOrd="0" presId="urn:microsoft.com/office/officeart/2005/8/layout/cycle4"/>
    <dgm:cxn modelId="{0E5DFDAB-8B3D-453B-B67E-B4ECAF9F4C4C}" type="presParOf" srcId="{6B08EAC1-C06A-4A26-8369-91AB5235D8C0}" destId="{0EC7D4EA-A15B-4999-A112-CE453A3F5C5E}" srcOrd="0" destOrd="0" presId="urn:microsoft.com/office/officeart/2005/8/layout/cycle4"/>
    <dgm:cxn modelId="{10F5C5AD-6BAC-4769-A767-FC8424F0308B}" type="presParOf" srcId="{6B08EAC1-C06A-4A26-8369-91AB5235D8C0}" destId="{DD573B29-446C-47CC-9FA8-7AFB5243FB05}" srcOrd="1" destOrd="0" presId="urn:microsoft.com/office/officeart/2005/8/layout/cycle4"/>
    <dgm:cxn modelId="{B300863C-1FB7-482F-A820-FDB7DF54D087}" type="presParOf" srcId="{B158A689-5FFD-46CC-80BE-3F2C1F716E42}" destId="{BB80F793-2633-45A6-8DB9-5B3755F61AFF}" srcOrd="4" destOrd="0" presId="urn:microsoft.com/office/officeart/2005/8/layout/cycle4"/>
    <dgm:cxn modelId="{F4683C01-7CB4-402D-B647-1838C265FEC6}" type="presParOf" srcId="{7DA54FE0-4641-4D51-B63F-D0A3BA6790A9}" destId="{C80CC6DC-8AE7-4854-8BEC-82E06157C9A8}" srcOrd="1" destOrd="0" presId="urn:microsoft.com/office/officeart/2005/8/layout/cycle4"/>
    <dgm:cxn modelId="{30CA27D3-302C-4359-B82C-50C16C91B728}" type="presParOf" srcId="{C80CC6DC-8AE7-4854-8BEC-82E06157C9A8}" destId="{C5412943-4EF9-429B-81CE-06740C01BE6E}" srcOrd="0" destOrd="0" presId="urn:microsoft.com/office/officeart/2005/8/layout/cycle4"/>
    <dgm:cxn modelId="{D8F40219-C7AF-4329-B528-24099AAFBF55}" type="presParOf" srcId="{C80CC6DC-8AE7-4854-8BEC-82E06157C9A8}" destId="{97982188-AE82-4206-9597-BAC031AD7AD7}" srcOrd="1" destOrd="0" presId="urn:microsoft.com/office/officeart/2005/8/layout/cycle4"/>
    <dgm:cxn modelId="{C15D8AFF-6C32-48AC-B675-FB5AFC6348A3}" type="presParOf" srcId="{C80CC6DC-8AE7-4854-8BEC-82E06157C9A8}" destId="{427AE01E-D22D-4F3F-B5E0-B1E2B36C5957}" srcOrd="2" destOrd="0" presId="urn:microsoft.com/office/officeart/2005/8/layout/cycle4"/>
    <dgm:cxn modelId="{9D3062EA-9C0C-43C1-9676-4ED19DEC40FF}" type="presParOf" srcId="{C80CC6DC-8AE7-4854-8BEC-82E06157C9A8}" destId="{9E273DA5-3729-4B2F-9CA8-30CF4E02C0F7}" srcOrd="3" destOrd="0" presId="urn:microsoft.com/office/officeart/2005/8/layout/cycle4"/>
    <dgm:cxn modelId="{5D53E4D1-181C-4289-B681-5FB98A2C2047}" type="presParOf" srcId="{C80CC6DC-8AE7-4854-8BEC-82E06157C9A8}" destId="{0BAA863A-8CEF-44D0-BDB3-15B3BD8BD4B2}" srcOrd="4" destOrd="0" presId="urn:microsoft.com/office/officeart/2005/8/layout/cycle4"/>
    <dgm:cxn modelId="{99281A10-8DB0-4814-92EE-77EE2537B439}" type="presParOf" srcId="{7DA54FE0-4641-4D51-B63F-D0A3BA6790A9}" destId="{989581A2-2EBB-41CE-9FF9-D5A746FB58A2}" srcOrd="2" destOrd="0" presId="urn:microsoft.com/office/officeart/2005/8/layout/cycle4"/>
    <dgm:cxn modelId="{75873806-1FA0-479F-991F-21BEA895A69C}" type="presParOf" srcId="{7DA54FE0-4641-4D51-B63F-D0A3BA6790A9}" destId="{24403718-6186-4512-97DD-CECD8EAADF56}" srcOrd="3" destOrd="0" presId="urn:microsoft.com/office/officeart/2005/8/layout/cycle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85D40EA-B62C-42F3-8A14-749B72209AF1}" type="doc">
      <dgm:prSet loTypeId="urn:microsoft.com/office/officeart/2008/layout/LinedList" loCatId="list" qsTypeId="urn:microsoft.com/office/officeart/2005/8/quickstyle/simple1" qsCatId="simple" csTypeId="urn:microsoft.com/office/officeart/2005/8/colors/colorful2" csCatId="colorful" phldr="1"/>
      <dgm:spPr/>
      <dgm:t>
        <a:bodyPr/>
        <a:lstStyle/>
        <a:p>
          <a:endParaRPr lang="en-US"/>
        </a:p>
      </dgm:t>
    </dgm:pt>
    <dgm:pt modelId="{A449AA93-F16D-4C53-858C-B4317B36704F}">
      <dgm:prSet custT="1"/>
      <dgm:spPr/>
      <dgm:t>
        <a:bodyPr/>
        <a:lstStyle/>
        <a:p>
          <a:r>
            <a:rPr lang="ro-RO" sz="3600" b="0" dirty="0">
              <a:latin typeface="Tahoma" panose="020B0604030504040204" pitchFamily="34" charset="0"/>
              <a:ea typeface="Tahoma" panose="020B0604030504040204" pitchFamily="34" charset="0"/>
              <a:cs typeface="Tahoma" panose="020B0604030504040204" pitchFamily="34" charset="0"/>
            </a:rPr>
            <a:t>3.1 Colectarea datelor </a:t>
          </a:r>
        </a:p>
        <a:p>
          <a:r>
            <a:rPr lang="ro-RO" sz="2400" b="0" dirty="0">
              <a:latin typeface="Tahoma" panose="020B0604030504040204" pitchFamily="34" charset="0"/>
              <a:ea typeface="Tahoma" panose="020B0604030504040204" pitchFamily="34" charset="0"/>
              <a:cs typeface="Tahoma" panose="020B0604030504040204" pitchFamily="34" charset="0"/>
            </a:rPr>
            <a:t>(proces empiric)</a:t>
          </a:r>
          <a:endParaRPr lang="en-US" sz="2400" b="0" dirty="0">
            <a:latin typeface="Tahoma" panose="020B0604030504040204" pitchFamily="34" charset="0"/>
            <a:ea typeface="Tahoma" panose="020B0604030504040204" pitchFamily="34" charset="0"/>
            <a:cs typeface="Tahoma" panose="020B0604030504040204" pitchFamily="34" charset="0"/>
          </a:endParaRPr>
        </a:p>
      </dgm:t>
    </dgm:pt>
    <dgm:pt modelId="{C2EA2FB6-CF44-453B-8040-23BA2FB16619}" type="parTrans" cxnId="{9DAA5942-7B72-460C-A528-C8B7442CD8FD}">
      <dgm:prSet/>
      <dgm:spPr/>
      <dgm:t>
        <a:bodyPr/>
        <a:lstStyle/>
        <a:p>
          <a:endParaRPr lang="en-US" sz="1600"/>
        </a:p>
      </dgm:t>
    </dgm:pt>
    <dgm:pt modelId="{9DCECE12-2DD5-469A-817F-91CBF4B3E4AB}" type="sibTrans" cxnId="{9DAA5942-7B72-460C-A528-C8B7442CD8FD}">
      <dgm:prSet/>
      <dgm:spPr/>
      <dgm:t>
        <a:bodyPr/>
        <a:lstStyle/>
        <a:p>
          <a:endParaRPr lang="en-US"/>
        </a:p>
      </dgm:t>
    </dgm:pt>
    <dgm:pt modelId="{EA11EC18-831F-4F1C-9478-B91B106AA56A}">
      <dgm:prSet custT="1"/>
      <dgm:spPr/>
      <dgm:t>
        <a:bodyPr/>
        <a:lstStyle/>
        <a:p>
          <a:r>
            <a:rPr lang="ro-RO" sz="3600" b="0" dirty="0">
              <a:latin typeface="Tahoma" panose="020B0604030504040204" pitchFamily="34" charset="0"/>
              <a:ea typeface="Tahoma" panose="020B0604030504040204" pitchFamily="34" charset="0"/>
              <a:cs typeface="Tahoma" panose="020B0604030504040204" pitchFamily="34" charset="0"/>
            </a:rPr>
            <a:t>3.2 Analiza datelor</a:t>
          </a:r>
        </a:p>
        <a:p>
          <a:r>
            <a:rPr lang="ro-RO" sz="2400" b="0" dirty="0">
              <a:latin typeface="Tahoma" panose="020B0604030504040204" pitchFamily="34" charset="0"/>
              <a:ea typeface="Tahoma" panose="020B0604030504040204" pitchFamily="34" charset="0"/>
              <a:cs typeface="Tahoma" panose="020B0604030504040204" pitchFamily="34" charset="0"/>
            </a:rPr>
            <a:t>(proces inductiv – </a:t>
          </a:r>
          <a:r>
            <a:rPr lang="ro-RO" sz="2400" b="0" i="1" dirty="0">
              <a:latin typeface="Tahoma" panose="020B0604030504040204" pitchFamily="34" charset="0"/>
              <a:ea typeface="Tahoma" panose="020B0604030504040204" pitchFamily="34" charset="0"/>
              <a:cs typeface="Tahoma" panose="020B0604030504040204" pitchFamily="34" charset="0"/>
            </a:rPr>
            <a:t>bottom-up</a:t>
          </a:r>
          <a:r>
            <a:rPr lang="ro-RO" sz="2400" b="0" dirty="0">
              <a:latin typeface="Tahoma" panose="020B0604030504040204" pitchFamily="34" charset="0"/>
              <a:ea typeface="Tahoma" panose="020B0604030504040204" pitchFamily="34" charset="0"/>
              <a:cs typeface="Tahoma" panose="020B0604030504040204" pitchFamily="34" charset="0"/>
            </a:rPr>
            <a:t>)</a:t>
          </a:r>
          <a:endParaRPr lang="en-US" sz="2400" b="0" dirty="0">
            <a:latin typeface="Tahoma" panose="020B0604030504040204" pitchFamily="34" charset="0"/>
            <a:ea typeface="Tahoma" panose="020B0604030504040204" pitchFamily="34" charset="0"/>
            <a:cs typeface="Tahoma" panose="020B0604030504040204" pitchFamily="34" charset="0"/>
          </a:endParaRPr>
        </a:p>
      </dgm:t>
    </dgm:pt>
    <dgm:pt modelId="{D0DAA819-68A6-41B2-B6E8-428FD4321EDD}" type="parTrans" cxnId="{2215EDBE-0703-4E25-8684-2E073DAD08A8}">
      <dgm:prSet/>
      <dgm:spPr/>
      <dgm:t>
        <a:bodyPr/>
        <a:lstStyle/>
        <a:p>
          <a:endParaRPr lang="en-US" sz="1600"/>
        </a:p>
      </dgm:t>
    </dgm:pt>
    <dgm:pt modelId="{1F231C1F-9EBE-455A-B08E-8EE15C32B023}" type="sibTrans" cxnId="{2215EDBE-0703-4E25-8684-2E073DAD08A8}">
      <dgm:prSet/>
      <dgm:spPr/>
      <dgm:t>
        <a:bodyPr/>
        <a:lstStyle/>
        <a:p>
          <a:endParaRPr lang="en-US"/>
        </a:p>
      </dgm:t>
    </dgm:pt>
    <dgm:pt modelId="{151861CF-A383-41A4-A726-AA682B2AB720}">
      <dgm:prSet custT="1"/>
      <dgm:spPr/>
      <dgm:t>
        <a:bodyPr/>
        <a:lstStyle/>
        <a:p>
          <a:r>
            <a:rPr lang="ro-RO" sz="3600" b="0" dirty="0">
              <a:latin typeface="Tahoma" panose="020B0604030504040204" pitchFamily="34" charset="0"/>
              <a:ea typeface="Tahoma" panose="020B0604030504040204" pitchFamily="34" charset="0"/>
              <a:cs typeface="Tahoma" panose="020B0604030504040204" pitchFamily="34" charset="0"/>
            </a:rPr>
            <a:t>3.3 Modelarea datelor</a:t>
          </a:r>
        </a:p>
        <a:p>
          <a:r>
            <a:rPr lang="ro-RO" sz="2400" b="0" dirty="0">
              <a:latin typeface="Tahoma" panose="020B0604030504040204" pitchFamily="34" charset="0"/>
              <a:ea typeface="Tahoma" panose="020B0604030504040204" pitchFamily="34" charset="0"/>
              <a:cs typeface="Tahoma" panose="020B0604030504040204" pitchFamily="34" charset="0"/>
            </a:rPr>
            <a:t>(proces de  sinteză)</a:t>
          </a:r>
          <a:endParaRPr lang="en-US" sz="2400" b="0" dirty="0">
            <a:latin typeface="Tahoma" panose="020B0604030504040204" pitchFamily="34" charset="0"/>
            <a:ea typeface="Tahoma" panose="020B0604030504040204" pitchFamily="34" charset="0"/>
            <a:cs typeface="Tahoma" panose="020B0604030504040204" pitchFamily="34" charset="0"/>
          </a:endParaRPr>
        </a:p>
      </dgm:t>
    </dgm:pt>
    <dgm:pt modelId="{7534258B-82A2-4D80-AC73-AABB4A4B7787}" type="parTrans" cxnId="{F9DA16B6-9CE1-45F0-9665-79F2A5AAA32F}">
      <dgm:prSet/>
      <dgm:spPr/>
      <dgm:t>
        <a:bodyPr/>
        <a:lstStyle/>
        <a:p>
          <a:endParaRPr lang="en-US" sz="1600"/>
        </a:p>
      </dgm:t>
    </dgm:pt>
    <dgm:pt modelId="{14C6ADF9-77AF-4959-A22A-9113C4FC22BC}" type="sibTrans" cxnId="{F9DA16B6-9CE1-45F0-9665-79F2A5AAA32F}">
      <dgm:prSet/>
      <dgm:spPr/>
      <dgm:t>
        <a:bodyPr/>
        <a:lstStyle/>
        <a:p>
          <a:endParaRPr lang="en-US"/>
        </a:p>
      </dgm:t>
    </dgm:pt>
    <dgm:pt modelId="{3DB914EB-9DDA-4132-889A-F547513F4CF0}">
      <dgm:prSet custT="1"/>
      <dgm:spPr/>
      <dgm:t>
        <a:bodyPr/>
        <a:lstStyle/>
        <a:p>
          <a:r>
            <a:rPr lang="ro-RO" sz="3600" b="0" dirty="0">
              <a:latin typeface="Tahoma" panose="020B0604030504040204" pitchFamily="34" charset="0"/>
              <a:ea typeface="Tahoma" panose="020B0604030504040204" pitchFamily="34" charset="0"/>
              <a:cs typeface="Tahoma" panose="020B0604030504040204" pitchFamily="34" charset="0"/>
            </a:rPr>
            <a:t>3.4 Extragerea cerințelor</a:t>
          </a:r>
        </a:p>
        <a:p>
          <a:r>
            <a:rPr lang="ro-RO" sz="2400" b="0" dirty="0">
              <a:latin typeface="Tahoma" panose="020B0604030504040204" pitchFamily="34" charset="0"/>
              <a:ea typeface="Tahoma" panose="020B0604030504040204" pitchFamily="34" charset="0"/>
              <a:cs typeface="Tahoma" panose="020B0604030504040204" pitchFamily="34" charset="0"/>
            </a:rPr>
            <a:t>(proces deductiv-analitic)</a:t>
          </a:r>
          <a:endParaRPr lang="en-US" sz="2400" b="0" dirty="0">
            <a:latin typeface="Tahoma" panose="020B0604030504040204" pitchFamily="34" charset="0"/>
            <a:ea typeface="Tahoma" panose="020B0604030504040204" pitchFamily="34" charset="0"/>
            <a:cs typeface="Tahoma" panose="020B0604030504040204" pitchFamily="34" charset="0"/>
          </a:endParaRPr>
        </a:p>
      </dgm:t>
    </dgm:pt>
    <dgm:pt modelId="{A2196D71-5A7B-4D53-BF54-7332ED52760E}" type="parTrans" cxnId="{1BB4421C-A850-4319-9C4C-4D36FB7CA54F}">
      <dgm:prSet/>
      <dgm:spPr/>
      <dgm:t>
        <a:bodyPr/>
        <a:lstStyle/>
        <a:p>
          <a:endParaRPr lang="en-US" sz="1600"/>
        </a:p>
      </dgm:t>
    </dgm:pt>
    <dgm:pt modelId="{7982089E-BFDF-437E-AB6F-32629628B52B}" type="sibTrans" cxnId="{1BB4421C-A850-4319-9C4C-4D36FB7CA54F}">
      <dgm:prSet/>
      <dgm:spPr/>
      <dgm:t>
        <a:bodyPr/>
        <a:lstStyle/>
        <a:p>
          <a:endParaRPr lang="en-US"/>
        </a:p>
      </dgm:t>
    </dgm:pt>
    <dgm:pt modelId="{FDAEA9BA-223A-4BA0-B6BA-7A4035824B7F}" type="pres">
      <dgm:prSet presAssocID="{D85D40EA-B62C-42F3-8A14-749B72209AF1}" presName="vert0" presStyleCnt="0">
        <dgm:presLayoutVars>
          <dgm:dir/>
          <dgm:animOne val="branch"/>
          <dgm:animLvl val="lvl"/>
        </dgm:presLayoutVars>
      </dgm:prSet>
      <dgm:spPr/>
    </dgm:pt>
    <dgm:pt modelId="{5B9F14BD-0312-45DD-832F-BA87404F9370}" type="pres">
      <dgm:prSet presAssocID="{A449AA93-F16D-4C53-858C-B4317B36704F}" presName="thickLine" presStyleLbl="alignNode1" presStyleIdx="0" presStyleCnt="4"/>
      <dgm:spPr/>
    </dgm:pt>
    <dgm:pt modelId="{553319FF-0999-4ADD-969D-C0B1827AC109}" type="pres">
      <dgm:prSet presAssocID="{A449AA93-F16D-4C53-858C-B4317B36704F}" presName="horz1" presStyleCnt="0"/>
      <dgm:spPr/>
    </dgm:pt>
    <dgm:pt modelId="{7377E722-3619-4E79-9E47-F89979A5363F}" type="pres">
      <dgm:prSet presAssocID="{A449AA93-F16D-4C53-858C-B4317B36704F}" presName="tx1" presStyleLbl="revTx" presStyleIdx="0" presStyleCnt="4"/>
      <dgm:spPr/>
    </dgm:pt>
    <dgm:pt modelId="{CD84196B-F76F-45B9-B7BF-CBA745A0ECA0}" type="pres">
      <dgm:prSet presAssocID="{A449AA93-F16D-4C53-858C-B4317B36704F}" presName="vert1" presStyleCnt="0"/>
      <dgm:spPr/>
    </dgm:pt>
    <dgm:pt modelId="{D3730130-6CDF-4B0E-B1E9-5DEB0DFD6DB2}" type="pres">
      <dgm:prSet presAssocID="{EA11EC18-831F-4F1C-9478-B91B106AA56A}" presName="thickLine" presStyleLbl="alignNode1" presStyleIdx="1" presStyleCnt="4"/>
      <dgm:spPr/>
    </dgm:pt>
    <dgm:pt modelId="{7DFFD1C3-C036-443D-BAAE-E53D39274BDD}" type="pres">
      <dgm:prSet presAssocID="{EA11EC18-831F-4F1C-9478-B91B106AA56A}" presName="horz1" presStyleCnt="0"/>
      <dgm:spPr/>
    </dgm:pt>
    <dgm:pt modelId="{5D08B95C-9314-4FB3-8326-216A88CDD995}" type="pres">
      <dgm:prSet presAssocID="{EA11EC18-831F-4F1C-9478-B91B106AA56A}" presName="tx1" presStyleLbl="revTx" presStyleIdx="1" presStyleCnt="4"/>
      <dgm:spPr/>
    </dgm:pt>
    <dgm:pt modelId="{17BA4536-4D86-4825-85DA-525A087BE16B}" type="pres">
      <dgm:prSet presAssocID="{EA11EC18-831F-4F1C-9478-B91B106AA56A}" presName="vert1" presStyleCnt="0"/>
      <dgm:spPr/>
    </dgm:pt>
    <dgm:pt modelId="{0C8751B8-2138-41E9-8FA4-333869958CC7}" type="pres">
      <dgm:prSet presAssocID="{151861CF-A383-41A4-A726-AA682B2AB720}" presName="thickLine" presStyleLbl="alignNode1" presStyleIdx="2" presStyleCnt="4"/>
      <dgm:spPr/>
    </dgm:pt>
    <dgm:pt modelId="{B10A610B-5390-4BFA-B16D-648F43ECD2F7}" type="pres">
      <dgm:prSet presAssocID="{151861CF-A383-41A4-A726-AA682B2AB720}" presName="horz1" presStyleCnt="0"/>
      <dgm:spPr/>
    </dgm:pt>
    <dgm:pt modelId="{7BDD6FCD-6B02-4D54-BF07-29A3A227AFC5}" type="pres">
      <dgm:prSet presAssocID="{151861CF-A383-41A4-A726-AA682B2AB720}" presName="tx1" presStyleLbl="revTx" presStyleIdx="2" presStyleCnt="4"/>
      <dgm:spPr/>
    </dgm:pt>
    <dgm:pt modelId="{22F1A26B-39E5-4CB3-80FF-173006CAA114}" type="pres">
      <dgm:prSet presAssocID="{151861CF-A383-41A4-A726-AA682B2AB720}" presName="vert1" presStyleCnt="0"/>
      <dgm:spPr/>
    </dgm:pt>
    <dgm:pt modelId="{79C52045-A340-48B9-B6E3-3DA1E2B7D74A}" type="pres">
      <dgm:prSet presAssocID="{3DB914EB-9DDA-4132-889A-F547513F4CF0}" presName="thickLine" presStyleLbl="alignNode1" presStyleIdx="3" presStyleCnt="4"/>
      <dgm:spPr/>
    </dgm:pt>
    <dgm:pt modelId="{59381170-1C85-48BE-8C23-B816C9535453}" type="pres">
      <dgm:prSet presAssocID="{3DB914EB-9DDA-4132-889A-F547513F4CF0}" presName="horz1" presStyleCnt="0"/>
      <dgm:spPr/>
    </dgm:pt>
    <dgm:pt modelId="{366A0B96-FD2C-4043-8CC9-1582681A773C}" type="pres">
      <dgm:prSet presAssocID="{3DB914EB-9DDA-4132-889A-F547513F4CF0}" presName="tx1" presStyleLbl="revTx" presStyleIdx="3" presStyleCnt="4"/>
      <dgm:spPr/>
    </dgm:pt>
    <dgm:pt modelId="{86E0B128-2916-4E8B-8749-6C23CAFB8C53}" type="pres">
      <dgm:prSet presAssocID="{3DB914EB-9DDA-4132-889A-F547513F4CF0}" presName="vert1" presStyleCnt="0"/>
      <dgm:spPr/>
    </dgm:pt>
  </dgm:ptLst>
  <dgm:cxnLst>
    <dgm:cxn modelId="{C1C38607-6C83-47B9-A667-663DF72D2103}" type="presOf" srcId="{3DB914EB-9DDA-4132-889A-F547513F4CF0}" destId="{366A0B96-FD2C-4043-8CC9-1582681A773C}" srcOrd="0" destOrd="0" presId="urn:microsoft.com/office/officeart/2008/layout/LinedList"/>
    <dgm:cxn modelId="{57368A09-086D-4DA2-8F2C-485423D141D8}" type="presOf" srcId="{EA11EC18-831F-4F1C-9478-B91B106AA56A}" destId="{5D08B95C-9314-4FB3-8326-216A88CDD995}" srcOrd="0" destOrd="0" presId="urn:microsoft.com/office/officeart/2008/layout/LinedList"/>
    <dgm:cxn modelId="{4E02B616-0CC4-475F-A7A6-200FED8B61B0}" type="presOf" srcId="{A449AA93-F16D-4C53-858C-B4317B36704F}" destId="{7377E722-3619-4E79-9E47-F89979A5363F}" srcOrd="0" destOrd="0" presId="urn:microsoft.com/office/officeart/2008/layout/LinedList"/>
    <dgm:cxn modelId="{1BB4421C-A850-4319-9C4C-4D36FB7CA54F}" srcId="{D85D40EA-B62C-42F3-8A14-749B72209AF1}" destId="{3DB914EB-9DDA-4132-889A-F547513F4CF0}" srcOrd="3" destOrd="0" parTransId="{A2196D71-5A7B-4D53-BF54-7332ED52760E}" sibTransId="{7982089E-BFDF-437E-AB6F-32629628B52B}"/>
    <dgm:cxn modelId="{9DAA5942-7B72-460C-A528-C8B7442CD8FD}" srcId="{D85D40EA-B62C-42F3-8A14-749B72209AF1}" destId="{A449AA93-F16D-4C53-858C-B4317B36704F}" srcOrd="0" destOrd="0" parTransId="{C2EA2FB6-CF44-453B-8040-23BA2FB16619}" sibTransId="{9DCECE12-2DD5-469A-817F-91CBF4B3E4AB}"/>
    <dgm:cxn modelId="{218AFC95-5629-403C-BC9A-103F2F206504}" type="presOf" srcId="{D85D40EA-B62C-42F3-8A14-749B72209AF1}" destId="{FDAEA9BA-223A-4BA0-B6BA-7A4035824B7F}" srcOrd="0" destOrd="0" presId="urn:microsoft.com/office/officeart/2008/layout/LinedList"/>
    <dgm:cxn modelId="{F9DA16B6-9CE1-45F0-9665-79F2A5AAA32F}" srcId="{D85D40EA-B62C-42F3-8A14-749B72209AF1}" destId="{151861CF-A383-41A4-A726-AA682B2AB720}" srcOrd="2" destOrd="0" parTransId="{7534258B-82A2-4D80-AC73-AABB4A4B7787}" sibTransId="{14C6ADF9-77AF-4959-A22A-9113C4FC22BC}"/>
    <dgm:cxn modelId="{2215EDBE-0703-4E25-8684-2E073DAD08A8}" srcId="{D85D40EA-B62C-42F3-8A14-749B72209AF1}" destId="{EA11EC18-831F-4F1C-9478-B91B106AA56A}" srcOrd="1" destOrd="0" parTransId="{D0DAA819-68A6-41B2-B6E8-428FD4321EDD}" sibTransId="{1F231C1F-9EBE-455A-B08E-8EE15C32B023}"/>
    <dgm:cxn modelId="{76A0E7FD-C48B-453F-8104-37CBD6FEEC3B}" type="presOf" srcId="{151861CF-A383-41A4-A726-AA682B2AB720}" destId="{7BDD6FCD-6B02-4D54-BF07-29A3A227AFC5}" srcOrd="0" destOrd="0" presId="urn:microsoft.com/office/officeart/2008/layout/LinedList"/>
    <dgm:cxn modelId="{E065FEDB-C129-4B35-9149-6302B98878AF}" type="presParOf" srcId="{FDAEA9BA-223A-4BA0-B6BA-7A4035824B7F}" destId="{5B9F14BD-0312-45DD-832F-BA87404F9370}" srcOrd="0" destOrd="0" presId="urn:microsoft.com/office/officeart/2008/layout/LinedList"/>
    <dgm:cxn modelId="{F28ADC96-E4EB-419A-9F13-B0262F43808A}" type="presParOf" srcId="{FDAEA9BA-223A-4BA0-B6BA-7A4035824B7F}" destId="{553319FF-0999-4ADD-969D-C0B1827AC109}" srcOrd="1" destOrd="0" presId="urn:microsoft.com/office/officeart/2008/layout/LinedList"/>
    <dgm:cxn modelId="{A6549A4D-94DE-4348-9C46-5247B3DC6560}" type="presParOf" srcId="{553319FF-0999-4ADD-969D-C0B1827AC109}" destId="{7377E722-3619-4E79-9E47-F89979A5363F}" srcOrd="0" destOrd="0" presId="urn:microsoft.com/office/officeart/2008/layout/LinedList"/>
    <dgm:cxn modelId="{C4167118-D918-48C4-8227-B580013705CB}" type="presParOf" srcId="{553319FF-0999-4ADD-969D-C0B1827AC109}" destId="{CD84196B-F76F-45B9-B7BF-CBA745A0ECA0}" srcOrd="1" destOrd="0" presId="urn:microsoft.com/office/officeart/2008/layout/LinedList"/>
    <dgm:cxn modelId="{3E610759-5F3E-4805-BA3A-4E538B67F51D}" type="presParOf" srcId="{FDAEA9BA-223A-4BA0-B6BA-7A4035824B7F}" destId="{D3730130-6CDF-4B0E-B1E9-5DEB0DFD6DB2}" srcOrd="2" destOrd="0" presId="urn:microsoft.com/office/officeart/2008/layout/LinedList"/>
    <dgm:cxn modelId="{4291BA2D-9AC3-489E-8CF4-3DFA2AA17463}" type="presParOf" srcId="{FDAEA9BA-223A-4BA0-B6BA-7A4035824B7F}" destId="{7DFFD1C3-C036-443D-BAAE-E53D39274BDD}" srcOrd="3" destOrd="0" presId="urn:microsoft.com/office/officeart/2008/layout/LinedList"/>
    <dgm:cxn modelId="{20090C22-CDD0-4E22-A62B-332DD47933A6}" type="presParOf" srcId="{7DFFD1C3-C036-443D-BAAE-E53D39274BDD}" destId="{5D08B95C-9314-4FB3-8326-216A88CDD995}" srcOrd="0" destOrd="0" presId="urn:microsoft.com/office/officeart/2008/layout/LinedList"/>
    <dgm:cxn modelId="{CA4EB5FE-B877-4A14-AC04-4ABBFCE492F8}" type="presParOf" srcId="{7DFFD1C3-C036-443D-BAAE-E53D39274BDD}" destId="{17BA4536-4D86-4825-85DA-525A087BE16B}" srcOrd="1" destOrd="0" presId="urn:microsoft.com/office/officeart/2008/layout/LinedList"/>
    <dgm:cxn modelId="{83D3C4EF-1263-43D7-9665-A93526B329FF}" type="presParOf" srcId="{FDAEA9BA-223A-4BA0-B6BA-7A4035824B7F}" destId="{0C8751B8-2138-41E9-8FA4-333869958CC7}" srcOrd="4" destOrd="0" presId="urn:microsoft.com/office/officeart/2008/layout/LinedList"/>
    <dgm:cxn modelId="{EE381AA6-D0DF-47A3-8FA4-DFD89B58AC4D}" type="presParOf" srcId="{FDAEA9BA-223A-4BA0-B6BA-7A4035824B7F}" destId="{B10A610B-5390-4BFA-B16D-648F43ECD2F7}" srcOrd="5" destOrd="0" presId="urn:microsoft.com/office/officeart/2008/layout/LinedList"/>
    <dgm:cxn modelId="{E168E850-9D74-4F80-897E-4C594C64168B}" type="presParOf" srcId="{B10A610B-5390-4BFA-B16D-648F43ECD2F7}" destId="{7BDD6FCD-6B02-4D54-BF07-29A3A227AFC5}" srcOrd="0" destOrd="0" presId="urn:microsoft.com/office/officeart/2008/layout/LinedList"/>
    <dgm:cxn modelId="{015607CB-473C-4FAA-8DA3-F74876F395A3}" type="presParOf" srcId="{B10A610B-5390-4BFA-B16D-648F43ECD2F7}" destId="{22F1A26B-39E5-4CB3-80FF-173006CAA114}" srcOrd="1" destOrd="0" presId="urn:microsoft.com/office/officeart/2008/layout/LinedList"/>
    <dgm:cxn modelId="{1D29A528-30EF-4220-89AA-25F78CDFC706}" type="presParOf" srcId="{FDAEA9BA-223A-4BA0-B6BA-7A4035824B7F}" destId="{79C52045-A340-48B9-B6E3-3DA1E2B7D74A}" srcOrd="6" destOrd="0" presId="urn:microsoft.com/office/officeart/2008/layout/LinedList"/>
    <dgm:cxn modelId="{0693A878-AD70-4D60-B089-004F449DF0EC}" type="presParOf" srcId="{FDAEA9BA-223A-4BA0-B6BA-7A4035824B7F}" destId="{59381170-1C85-48BE-8C23-B816C9535453}" srcOrd="7" destOrd="0" presId="urn:microsoft.com/office/officeart/2008/layout/LinedList"/>
    <dgm:cxn modelId="{FE69451B-5FB3-4829-924B-0727BB7063AE}" type="presParOf" srcId="{59381170-1C85-48BE-8C23-B816C9535453}" destId="{366A0B96-FD2C-4043-8CC9-1582681A773C}" srcOrd="0" destOrd="0" presId="urn:microsoft.com/office/officeart/2008/layout/LinedList"/>
    <dgm:cxn modelId="{311F000C-485C-4BF6-8700-55FA0F5B2110}" type="presParOf" srcId="{59381170-1C85-48BE-8C23-B816C9535453}" destId="{86E0B128-2916-4E8B-8749-6C23CAFB8C53}"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41BB4A-3924-44C1-9AC8-9C725139D913}">
      <dsp:nvSpPr>
        <dsp:cNvPr id="0" name=""/>
        <dsp:cNvSpPr/>
      </dsp:nvSpPr>
      <dsp:spPr>
        <a:xfrm>
          <a:off x="4433330" y="3428443"/>
          <a:ext cx="2490663" cy="1613385"/>
        </a:xfrm>
        <a:prstGeom prst="roundRect">
          <a:avLst>
            <a:gd name="adj" fmla="val 10000"/>
          </a:avLst>
        </a:prstGeom>
        <a:solidFill>
          <a:schemeClr val="lt1">
            <a:alpha val="90000"/>
            <a:hueOff val="0"/>
            <a:satOff val="0"/>
            <a:lumOff val="0"/>
            <a:alphaOff val="0"/>
          </a:schemeClr>
        </a:solidFill>
        <a:ln w="10795"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t" anchorCtr="0">
          <a:noAutofit/>
        </a:bodyPr>
        <a:lstStyle/>
        <a:p>
          <a:pPr marL="171450" lvl="1" indent="-171450" algn="l" defTabSz="844550">
            <a:lnSpc>
              <a:spcPct val="90000"/>
            </a:lnSpc>
            <a:spcBef>
              <a:spcPct val="0"/>
            </a:spcBef>
            <a:spcAft>
              <a:spcPct val="15000"/>
            </a:spcAft>
            <a:buChar char="•"/>
          </a:pPr>
          <a:r>
            <a:rPr lang="ro-RO" sz="1900" kern="1200" dirty="0">
              <a:latin typeface="Tahoma" panose="020B0604030504040204" pitchFamily="34" charset="0"/>
              <a:ea typeface="Tahoma" panose="020B0604030504040204" pitchFamily="34" charset="0"/>
              <a:cs typeface="Tahoma" panose="020B0604030504040204" pitchFamily="34" charset="0"/>
            </a:rPr>
            <a:t>Evaluarea </a:t>
          </a:r>
          <a:r>
            <a:rPr lang="ro-RO" sz="1900" i="1" kern="1200" dirty="0">
              <a:latin typeface="Tahoma" panose="020B0604030504040204" pitchFamily="34" charset="0"/>
              <a:ea typeface="Tahoma" panose="020B0604030504040204" pitchFamily="34" charset="0"/>
              <a:cs typeface="Tahoma" panose="020B0604030504040204" pitchFamily="34" charset="0"/>
            </a:rPr>
            <a:t>UX</a:t>
          </a:r>
          <a:r>
            <a:rPr lang="ro-RO" sz="1900" i="0" kern="1200" dirty="0">
              <a:latin typeface="Tahoma" panose="020B0604030504040204" pitchFamily="34" charset="0"/>
              <a:ea typeface="Tahoma" panose="020B0604030504040204" pitchFamily="34" charset="0"/>
              <a:cs typeface="Tahoma" panose="020B0604030504040204" pitchFamily="34" charset="0"/>
            </a:rPr>
            <a:t>.</a:t>
          </a:r>
          <a:endParaRPr lang="en-GB" sz="1900" kern="1200" dirty="0">
            <a:latin typeface="Tahoma" panose="020B0604030504040204" pitchFamily="34" charset="0"/>
            <a:ea typeface="Tahoma" panose="020B0604030504040204" pitchFamily="34" charset="0"/>
            <a:cs typeface="Tahoma" panose="020B0604030504040204" pitchFamily="34" charset="0"/>
          </a:endParaRPr>
        </a:p>
      </dsp:txBody>
      <dsp:txXfrm>
        <a:off x="5215970" y="3867231"/>
        <a:ext cx="1672582" cy="1139156"/>
      </dsp:txXfrm>
    </dsp:sp>
    <dsp:sp modelId="{0EC7D4EA-A15B-4999-A112-CE453A3F5C5E}">
      <dsp:nvSpPr>
        <dsp:cNvPr id="0" name=""/>
        <dsp:cNvSpPr/>
      </dsp:nvSpPr>
      <dsp:spPr>
        <a:xfrm>
          <a:off x="369616" y="3428443"/>
          <a:ext cx="2490663" cy="1613385"/>
        </a:xfrm>
        <a:prstGeom prst="roundRect">
          <a:avLst>
            <a:gd name="adj" fmla="val 10000"/>
          </a:avLst>
        </a:prstGeom>
        <a:solidFill>
          <a:schemeClr val="lt1">
            <a:alpha val="90000"/>
            <a:hueOff val="0"/>
            <a:satOff val="0"/>
            <a:lumOff val="0"/>
            <a:alphaOff val="0"/>
          </a:schemeClr>
        </a:solidFill>
        <a:ln w="10795"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t" anchorCtr="0">
          <a:noAutofit/>
        </a:bodyPr>
        <a:lstStyle/>
        <a:p>
          <a:pPr marL="171450" lvl="1" indent="-171450" algn="l" defTabSz="844550">
            <a:lnSpc>
              <a:spcPct val="90000"/>
            </a:lnSpc>
            <a:spcBef>
              <a:spcPct val="0"/>
            </a:spcBef>
            <a:spcAft>
              <a:spcPct val="15000"/>
            </a:spcAft>
            <a:buChar char="•"/>
          </a:pPr>
          <a:r>
            <a:rPr lang="ro-RO" sz="1900" kern="1200" dirty="0">
              <a:latin typeface="Tahoma" panose="020B0604030504040204" pitchFamily="34" charset="0"/>
              <a:ea typeface="Tahoma" panose="020B0604030504040204" pitchFamily="34" charset="0"/>
              <a:cs typeface="Tahoma" panose="020B0604030504040204" pitchFamily="34" charset="0"/>
            </a:rPr>
            <a:t>Prototip / candidat. </a:t>
          </a:r>
          <a:endParaRPr lang="en-GB" sz="1900" kern="1200" dirty="0">
            <a:latin typeface="Tahoma" panose="020B0604030504040204" pitchFamily="34" charset="0"/>
            <a:ea typeface="Tahoma" panose="020B0604030504040204" pitchFamily="34" charset="0"/>
            <a:cs typeface="Tahoma" panose="020B0604030504040204" pitchFamily="34" charset="0"/>
          </a:endParaRPr>
        </a:p>
      </dsp:txBody>
      <dsp:txXfrm>
        <a:off x="405057" y="3867231"/>
        <a:ext cx="1672582" cy="1139156"/>
      </dsp:txXfrm>
    </dsp:sp>
    <dsp:sp modelId="{1E827CA7-8BED-4C1F-8E2F-2AC43412339E}">
      <dsp:nvSpPr>
        <dsp:cNvPr id="0" name=""/>
        <dsp:cNvSpPr/>
      </dsp:nvSpPr>
      <dsp:spPr>
        <a:xfrm>
          <a:off x="4433330" y="0"/>
          <a:ext cx="2490663" cy="1613385"/>
        </a:xfrm>
        <a:prstGeom prst="roundRect">
          <a:avLst>
            <a:gd name="adj" fmla="val 10000"/>
          </a:avLst>
        </a:prstGeom>
        <a:solidFill>
          <a:schemeClr val="lt1">
            <a:alpha val="90000"/>
            <a:hueOff val="0"/>
            <a:satOff val="0"/>
            <a:lumOff val="0"/>
            <a:alphaOff val="0"/>
          </a:schemeClr>
        </a:solidFill>
        <a:ln w="10795"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t" anchorCtr="0">
          <a:noAutofit/>
        </a:bodyPr>
        <a:lstStyle/>
        <a:p>
          <a:pPr marL="171450" lvl="1" indent="-171450" algn="l" defTabSz="844550">
            <a:lnSpc>
              <a:spcPct val="90000"/>
            </a:lnSpc>
            <a:spcBef>
              <a:spcPct val="0"/>
            </a:spcBef>
            <a:spcAft>
              <a:spcPct val="15000"/>
            </a:spcAft>
            <a:buChar char="•"/>
          </a:pPr>
          <a:r>
            <a:rPr lang="ro-RO" sz="1900" kern="1200" dirty="0">
              <a:latin typeface="Tahoma" panose="020B0604030504040204" pitchFamily="34" charset="0"/>
              <a:ea typeface="Tahoma" panose="020B0604030504040204" pitchFamily="34" charset="0"/>
              <a:cs typeface="Tahoma" panose="020B0604030504040204" pitchFamily="34" charset="0"/>
            </a:rPr>
            <a:t>Soluții de design</a:t>
          </a:r>
          <a:endParaRPr lang="en-GB" sz="1900" kern="1200" dirty="0">
            <a:latin typeface="Tahoma" panose="020B0604030504040204" pitchFamily="34" charset="0"/>
            <a:ea typeface="Tahoma" panose="020B0604030504040204" pitchFamily="34" charset="0"/>
            <a:cs typeface="Tahoma" panose="020B0604030504040204" pitchFamily="34" charset="0"/>
          </a:endParaRPr>
        </a:p>
      </dsp:txBody>
      <dsp:txXfrm>
        <a:off x="5215970" y="35441"/>
        <a:ext cx="1672582" cy="1139156"/>
      </dsp:txXfrm>
    </dsp:sp>
    <dsp:sp modelId="{4A3887E1-0696-4A40-87EC-8ACDDD18C7E9}">
      <dsp:nvSpPr>
        <dsp:cNvPr id="0" name=""/>
        <dsp:cNvSpPr/>
      </dsp:nvSpPr>
      <dsp:spPr>
        <a:xfrm>
          <a:off x="369616" y="0"/>
          <a:ext cx="2490663" cy="1613385"/>
        </a:xfrm>
        <a:prstGeom prst="roundRect">
          <a:avLst>
            <a:gd name="adj" fmla="val 10000"/>
          </a:avLst>
        </a:prstGeom>
        <a:solidFill>
          <a:schemeClr val="lt1">
            <a:alpha val="90000"/>
            <a:hueOff val="0"/>
            <a:satOff val="0"/>
            <a:lumOff val="0"/>
            <a:alphaOff val="0"/>
          </a:schemeClr>
        </a:solidFill>
        <a:ln w="10795"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t" anchorCtr="0">
          <a:noAutofit/>
        </a:bodyPr>
        <a:lstStyle/>
        <a:p>
          <a:pPr marL="171450" lvl="1" indent="-171450" algn="l" defTabSz="844550">
            <a:lnSpc>
              <a:spcPct val="90000"/>
            </a:lnSpc>
            <a:spcBef>
              <a:spcPct val="0"/>
            </a:spcBef>
            <a:spcAft>
              <a:spcPct val="15000"/>
            </a:spcAft>
            <a:buChar char="•"/>
          </a:pPr>
          <a:r>
            <a:rPr lang="ro-RO" sz="1900" kern="1200" dirty="0">
              <a:latin typeface="Tahoma" panose="020B0604030504040204" pitchFamily="34" charset="0"/>
              <a:ea typeface="Tahoma" panose="020B0604030504040204" pitchFamily="34" charset="0"/>
              <a:cs typeface="Tahoma" panose="020B0604030504040204" pitchFamily="34" charset="0"/>
            </a:rPr>
            <a:t>Înțelegerea cerințelor</a:t>
          </a:r>
          <a:endParaRPr lang="en-GB" sz="1900" kern="1200" dirty="0">
            <a:latin typeface="Tahoma" panose="020B0604030504040204" pitchFamily="34" charset="0"/>
            <a:ea typeface="Tahoma" panose="020B0604030504040204" pitchFamily="34" charset="0"/>
            <a:cs typeface="Tahoma" panose="020B0604030504040204" pitchFamily="34" charset="0"/>
          </a:endParaRPr>
        </a:p>
      </dsp:txBody>
      <dsp:txXfrm>
        <a:off x="405057" y="35441"/>
        <a:ext cx="1672582" cy="1139156"/>
      </dsp:txXfrm>
    </dsp:sp>
    <dsp:sp modelId="{C5412943-4EF9-429B-81CE-06740C01BE6E}">
      <dsp:nvSpPr>
        <dsp:cNvPr id="0" name=""/>
        <dsp:cNvSpPr/>
      </dsp:nvSpPr>
      <dsp:spPr>
        <a:xfrm>
          <a:off x="1413274" y="287384"/>
          <a:ext cx="2183111" cy="2183111"/>
        </a:xfrm>
        <a:prstGeom prst="pieWedge">
          <a:avLst/>
        </a:prstGeom>
        <a:solidFill>
          <a:schemeClr val="accent5">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ro-RO" sz="1600" b="1" kern="1200" dirty="0">
              <a:latin typeface="Tahoma" panose="020B0604030504040204" pitchFamily="34" charset="0"/>
              <a:ea typeface="Tahoma" panose="020B0604030504040204" pitchFamily="34" charset="0"/>
              <a:cs typeface="Tahoma" panose="020B0604030504040204" pitchFamily="34" charset="0"/>
            </a:rPr>
            <a:t>Înțelegerea necesităților</a:t>
          </a:r>
          <a:endParaRPr lang="en-GB" sz="1600" b="1" kern="1200" dirty="0">
            <a:latin typeface="Tahoma" panose="020B0604030504040204" pitchFamily="34" charset="0"/>
            <a:ea typeface="Tahoma" panose="020B0604030504040204" pitchFamily="34" charset="0"/>
            <a:cs typeface="Tahoma" panose="020B0604030504040204" pitchFamily="34" charset="0"/>
          </a:endParaRPr>
        </a:p>
      </dsp:txBody>
      <dsp:txXfrm>
        <a:off x="2052692" y="926802"/>
        <a:ext cx="1543693" cy="1543693"/>
      </dsp:txXfrm>
    </dsp:sp>
    <dsp:sp modelId="{97982188-AE82-4206-9597-BAC031AD7AD7}">
      <dsp:nvSpPr>
        <dsp:cNvPr id="0" name=""/>
        <dsp:cNvSpPr/>
      </dsp:nvSpPr>
      <dsp:spPr>
        <a:xfrm rot="5400000">
          <a:off x="3697223" y="287384"/>
          <a:ext cx="2183111" cy="2183111"/>
        </a:xfrm>
        <a:prstGeom prst="pieWedge">
          <a:avLst/>
        </a:prstGeom>
        <a:solidFill>
          <a:schemeClr val="accent5">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ro-RO" sz="1600" b="1" kern="1200" dirty="0">
              <a:latin typeface="Tahoma" panose="020B0604030504040204" pitchFamily="34" charset="0"/>
              <a:ea typeface="Tahoma" panose="020B0604030504040204" pitchFamily="34" charset="0"/>
              <a:cs typeface="Tahoma" panose="020B0604030504040204" pitchFamily="34" charset="0"/>
            </a:rPr>
            <a:t>Concepte de design</a:t>
          </a:r>
          <a:endParaRPr lang="en-GB" sz="1600" b="1" kern="1200" dirty="0">
            <a:latin typeface="Tahoma" panose="020B0604030504040204" pitchFamily="34" charset="0"/>
            <a:ea typeface="Tahoma" panose="020B0604030504040204" pitchFamily="34" charset="0"/>
            <a:cs typeface="Tahoma" panose="020B0604030504040204" pitchFamily="34" charset="0"/>
          </a:endParaRPr>
        </a:p>
      </dsp:txBody>
      <dsp:txXfrm rot="-5400000">
        <a:off x="3697223" y="926802"/>
        <a:ext cx="1543693" cy="1543693"/>
      </dsp:txXfrm>
    </dsp:sp>
    <dsp:sp modelId="{427AE01E-D22D-4F3F-B5E0-B1E2B36C5957}">
      <dsp:nvSpPr>
        <dsp:cNvPr id="0" name=""/>
        <dsp:cNvSpPr/>
      </dsp:nvSpPr>
      <dsp:spPr>
        <a:xfrm rot="10800000">
          <a:off x="3697223" y="2571332"/>
          <a:ext cx="2183111" cy="2183111"/>
        </a:xfrm>
        <a:prstGeom prst="pieWedge">
          <a:avLst/>
        </a:prstGeom>
        <a:solidFill>
          <a:schemeClr val="accent5">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ro-RO" sz="1600" b="1" kern="1200" dirty="0">
              <a:latin typeface="Tahoma" panose="020B0604030504040204" pitchFamily="34" charset="0"/>
              <a:ea typeface="Tahoma" panose="020B0604030504040204" pitchFamily="34" charset="0"/>
              <a:cs typeface="Tahoma" panose="020B0604030504040204" pitchFamily="34" charset="0"/>
            </a:rPr>
            <a:t>Verificare / rafinare design</a:t>
          </a:r>
          <a:endParaRPr lang="en-GB" sz="1600" b="1" kern="1200" dirty="0">
            <a:latin typeface="Tahoma" panose="020B0604030504040204" pitchFamily="34" charset="0"/>
            <a:ea typeface="Tahoma" panose="020B0604030504040204" pitchFamily="34" charset="0"/>
            <a:cs typeface="Tahoma" panose="020B0604030504040204" pitchFamily="34" charset="0"/>
          </a:endParaRPr>
        </a:p>
      </dsp:txBody>
      <dsp:txXfrm rot="10800000">
        <a:off x="3697223" y="2571332"/>
        <a:ext cx="1543693" cy="1543693"/>
      </dsp:txXfrm>
    </dsp:sp>
    <dsp:sp modelId="{9E273DA5-3729-4B2F-9CA8-30CF4E02C0F7}">
      <dsp:nvSpPr>
        <dsp:cNvPr id="0" name=""/>
        <dsp:cNvSpPr/>
      </dsp:nvSpPr>
      <dsp:spPr>
        <a:xfrm rot="16200000">
          <a:off x="1413274" y="2571332"/>
          <a:ext cx="2183111" cy="2183111"/>
        </a:xfrm>
        <a:prstGeom prst="pieWedge">
          <a:avLst/>
        </a:prstGeom>
        <a:solidFill>
          <a:schemeClr val="accent5">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ro-RO" sz="1600" b="1" kern="1200" dirty="0">
              <a:latin typeface="Tahoma" panose="020B0604030504040204" pitchFamily="34" charset="0"/>
              <a:ea typeface="Tahoma" panose="020B0604030504040204" pitchFamily="34" charset="0"/>
              <a:cs typeface="Tahoma" panose="020B0604030504040204" pitchFamily="34" charset="0"/>
            </a:rPr>
            <a:t>Alternative de design</a:t>
          </a:r>
          <a:endParaRPr lang="en-GB" sz="1600" b="1" kern="1200" dirty="0">
            <a:latin typeface="Tahoma" panose="020B0604030504040204" pitchFamily="34" charset="0"/>
            <a:ea typeface="Tahoma" panose="020B0604030504040204" pitchFamily="34" charset="0"/>
            <a:cs typeface="Tahoma" panose="020B0604030504040204" pitchFamily="34" charset="0"/>
          </a:endParaRPr>
        </a:p>
      </dsp:txBody>
      <dsp:txXfrm rot="5400000">
        <a:off x="2052692" y="2571332"/>
        <a:ext cx="1543693" cy="1543693"/>
      </dsp:txXfrm>
    </dsp:sp>
    <dsp:sp modelId="{989581A2-2EBB-41CE-9FF9-D5A746FB58A2}">
      <dsp:nvSpPr>
        <dsp:cNvPr id="0" name=""/>
        <dsp:cNvSpPr/>
      </dsp:nvSpPr>
      <dsp:spPr>
        <a:xfrm>
          <a:off x="3269928" y="2067149"/>
          <a:ext cx="753753" cy="655437"/>
        </a:xfrm>
        <a:prstGeom prst="circularArrow">
          <a:avLst/>
        </a:prstGeom>
        <a:solidFill>
          <a:schemeClr val="accent5">
            <a:tint val="60000"/>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4403718-6186-4512-97DD-CECD8EAADF56}">
      <dsp:nvSpPr>
        <dsp:cNvPr id="0" name=""/>
        <dsp:cNvSpPr/>
      </dsp:nvSpPr>
      <dsp:spPr>
        <a:xfrm rot="10800000">
          <a:off x="3269928" y="2319241"/>
          <a:ext cx="753753" cy="655437"/>
        </a:xfrm>
        <a:prstGeom prst="circularArrow">
          <a:avLst/>
        </a:prstGeom>
        <a:solidFill>
          <a:schemeClr val="accent5">
            <a:tint val="60000"/>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9F14BD-0312-45DD-832F-BA87404F9370}">
      <dsp:nvSpPr>
        <dsp:cNvPr id="0" name=""/>
        <dsp:cNvSpPr/>
      </dsp:nvSpPr>
      <dsp:spPr>
        <a:xfrm>
          <a:off x="0" y="0"/>
          <a:ext cx="7728267" cy="0"/>
        </a:xfrm>
        <a:prstGeom prst="line">
          <a:avLst/>
        </a:prstGeom>
        <a:solidFill>
          <a:schemeClr val="accent2">
            <a:hueOff val="0"/>
            <a:satOff val="0"/>
            <a:lumOff val="0"/>
            <a:alphaOff val="0"/>
          </a:schemeClr>
        </a:solidFill>
        <a:ln w="1079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377E722-3619-4E79-9E47-F89979A5363F}">
      <dsp:nvSpPr>
        <dsp:cNvPr id="0" name=""/>
        <dsp:cNvSpPr/>
      </dsp:nvSpPr>
      <dsp:spPr>
        <a:xfrm>
          <a:off x="0" y="0"/>
          <a:ext cx="7728267" cy="12718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ro-RO" sz="3600" b="0" kern="1200" dirty="0">
              <a:latin typeface="Tahoma" panose="020B0604030504040204" pitchFamily="34" charset="0"/>
              <a:ea typeface="Tahoma" panose="020B0604030504040204" pitchFamily="34" charset="0"/>
              <a:cs typeface="Tahoma" panose="020B0604030504040204" pitchFamily="34" charset="0"/>
            </a:rPr>
            <a:t>3.1 Colectarea datelor </a:t>
          </a:r>
        </a:p>
        <a:p>
          <a:pPr marL="0" lvl="0" indent="0" algn="l" defTabSz="1600200">
            <a:lnSpc>
              <a:spcPct val="90000"/>
            </a:lnSpc>
            <a:spcBef>
              <a:spcPct val="0"/>
            </a:spcBef>
            <a:spcAft>
              <a:spcPct val="35000"/>
            </a:spcAft>
            <a:buNone/>
          </a:pPr>
          <a:r>
            <a:rPr lang="ro-RO" sz="2400" b="0" kern="1200" dirty="0">
              <a:latin typeface="Tahoma" panose="020B0604030504040204" pitchFamily="34" charset="0"/>
              <a:ea typeface="Tahoma" panose="020B0604030504040204" pitchFamily="34" charset="0"/>
              <a:cs typeface="Tahoma" panose="020B0604030504040204" pitchFamily="34" charset="0"/>
            </a:rPr>
            <a:t>(proces empiric)</a:t>
          </a:r>
          <a:endParaRPr lang="en-US" sz="2400" b="0" kern="1200" dirty="0">
            <a:latin typeface="Tahoma" panose="020B0604030504040204" pitchFamily="34" charset="0"/>
            <a:ea typeface="Tahoma" panose="020B0604030504040204" pitchFamily="34" charset="0"/>
            <a:cs typeface="Tahoma" panose="020B0604030504040204" pitchFamily="34" charset="0"/>
          </a:endParaRPr>
        </a:p>
      </dsp:txBody>
      <dsp:txXfrm>
        <a:off x="0" y="0"/>
        <a:ext cx="7728267" cy="1271831"/>
      </dsp:txXfrm>
    </dsp:sp>
    <dsp:sp modelId="{D3730130-6CDF-4B0E-B1E9-5DEB0DFD6DB2}">
      <dsp:nvSpPr>
        <dsp:cNvPr id="0" name=""/>
        <dsp:cNvSpPr/>
      </dsp:nvSpPr>
      <dsp:spPr>
        <a:xfrm>
          <a:off x="0" y="1271831"/>
          <a:ext cx="7728267" cy="0"/>
        </a:xfrm>
        <a:prstGeom prst="line">
          <a:avLst/>
        </a:prstGeom>
        <a:solidFill>
          <a:schemeClr val="accent2">
            <a:hueOff val="651485"/>
            <a:satOff val="-10511"/>
            <a:lumOff val="-1830"/>
            <a:alphaOff val="0"/>
          </a:schemeClr>
        </a:solidFill>
        <a:ln w="10795" cap="flat" cmpd="sng" algn="ctr">
          <a:solidFill>
            <a:schemeClr val="accent2">
              <a:hueOff val="651485"/>
              <a:satOff val="-10511"/>
              <a:lumOff val="-183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D08B95C-9314-4FB3-8326-216A88CDD995}">
      <dsp:nvSpPr>
        <dsp:cNvPr id="0" name=""/>
        <dsp:cNvSpPr/>
      </dsp:nvSpPr>
      <dsp:spPr>
        <a:xfrm>
          <a:off x="0" y="1271831"/>
          <a:ext cx="7728267" cy="12718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ro-RO" sz="3600" b="0" kern="1200" dirty="0">
              <a:latin typeface="Tahoma" panose="020B0604030504040204" pitchFamily="34" charset="0"/>
              <a:ea typeface="Tahoma" panose="020B0604030504040204" pitchFamily="34" charset="0"/>
              <a:cs typeface="Tahoma" panose="020B0604030504040204" pitchFamily="34" charset="0"/>
            </a:rPr>
            <a:t>3.2 Analiza datelor</a:t>
          </a:r>
        </a:p>
        <a:p>
          <a:pPr marL="0" lvl="0" indent="0" algn="l" defTabSz="1600200">
            <a:lnSpc>
              <a:spcPct val="90000"/>
            </a:lnSpc>
            <a:spcBef>
              <a:spcPct val="0"/>
            </a:spcBef>
            <a:spcAft>
              <a:spcPct val="35000"/>
            </a:spcAft>
            <a:buNone/>
          </a:pPr>
          <a:r>
            <a:rPr lang="ro-RO" sz="2400" b="0" kern="1200" dirty="0">
              <a:latin typeface="Tahoma" panose="020B0604030504040204" pitchFamily="34" charset="0"/>
              <a:ea typeface="Tahoma" panose="020B0604030504040204" pitchFamily="34" charset="0"/>
              <a:cs typeface="Tahoma" panose="020B0604030504040204" pitchFamily="34" charset="0"/>
            </a:rPr>
            <a:t>(proces inductiv – </a:t>
          </a:r>
          <a:r>
            <a:rPr lang="ro-RO" sz="2400" b="0" i="1" kern="1200" dirty="0">
              <a:latin typeface="Tahoma" panose="020B0604030504040204" pitchFamily="34" charset="0"/>
              <a:ea typeface="Tahoma" panose="020B0604030504040204" pitchFamily="34" charset="0"/>
              <a:cs typeface="Tahoma" panose="020B0604030504040204" pitchFamily="34" charset="0"/>
            </a:rPr>
            <a:t>bottom-up</a:t>
          </a:r>
          <a:r>
            <a:rPr lang="ro-RO" sz="2400" b="0" kern="1200" dirty="0">
              <a:latin typeface="Tahoma" panose="020B0604030504040204" pitchFamily="34" charset="0"/>
              <a:ea typeface="Tahoma" panose="020B0604030504040204" pitchFamily="34" charset="0"/>
              <a:cs typeface="Tahoma" panose="020B0604030504040204" pitchFamily="34" charset="0"/>
            </a:rPr>
            <a:t>)</a:t>
          </a:r>
          <a:endParaRPr lang="en-US" sz="2400" b="0" kern="1200" dirty="0">
            <a:latin typeface="Tahoma" panose="020B0604030504040204" pitchFamily="34" charset="0"/>
            <a:ea typeface="Tahoma" panose="020B0604030504040204" pitchFamily="34" charset="0"/>
            <a:cs typeface="Tahoma" panose="020B0604030504040204" pitchFamily="34" charset="0"/>
          </a:endParaRPr>
        </a:p>
      </dsp:txBody>
      <dsp:txXfrm>
        <a:off x="0" y="1271831"/>
        <a:ext cx="7728267" cy="1271831"/>
      </dsp:txXfrm>
    </dsp:sp>
    <dsp:sp modelId="{0C8751B8-2138-41E9-8FA4-333869958CC7}">
      <dsp:nvSpPr>
        <dsp:cNvPr id="0" name=""/>
        <dsp:cNvSpPr/>
      </dsp:nvSpPr>
      <dsp:spPr>
        <a:xfrm>
          <a:off x="0" y="2543662"/>
          <a:ext cx="7728267" cy="0"/>
        </a:xfrm>
        <a:prstGeom prst="line">
          <a:avLst/>
        </a:prstGeom>
        <a:solidFill>
          <a:schemeClr val="accent2">
            <a:hueOff val="1302969"/>
            <a:satOff val="-21023"/>
            <a:lumOff val="-3660"/>
            <a:alphaOff val="0"/>
          </a:schemeClr>
        </a:solidFill>
        <a:ln w="10795" cap="flat" cmpd="sng" algn="ctr">
          <a:solidFill>
            <a:schemeClr val="accent2">
              <a:hueOff val="1302969"/>
              <a:satOff val="-21023"/>
              <a:lumOff val="-366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BDD6FCD-6B02-4D54-BF07-29A3A227AFC5}">
      <dsp:nvSpPr>
        <dsp:cNvPr id="0" name=""/>
        <dsp:cNvSpPr/>
      </dsp:nvSpPr>
      <dsp:spPr>
        <a:xfrm>
          <a:off x="0" y="2543662"/>
          <a:ext cx="7728267" cy="12718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ro-RO" sz="3600" b="0" kern="1200" dirty="0">
              <a:latin typeface="Tahoma" panose="020B0604030504040204" pitchFamily="34" charset="0"/>
              <a:ea typeface="Tahoma" panose="020B0604030504040204" pitchFamily="34" charset="0"/>
              <a:cs typeface="Tahoma" panose="020B0604030504040204" pitchFamily="34" charset="0"/>
            </a:rPr>
            <a:t>3.3 Modelarea datelor</a:t>
          </a:r>
        </a:p>
        <a:p>
          <a:pPr marL="0" lvl="0" indent="0" algn="l" defTabSz="1600200">
            <a:lnSpc>
              <a:spcPct val="90000"/>
            </a:lnSpc>
            <a:spcBef>
              <a:spcPct val="0"/>
            </a:spcBef>
            <a:spcAft>
              <a:spcPct val="35000"/>
            </a:spcAft>
            <a:buNone/>
          </a:pPr>
          <a:r>
            <a:rPr lang="ro-RO" sz="2400" b="0" kern="1200" dirty="0">
              <a:latin typeface="Tahoma" panose="020B0604030504040204" pitchFamily="34" charset="0"/>
              <a:ea typeface="Tahoma" panose="020B0604030504040204" pitchFamily="34" charset="0"/>
              <a:cs typeface="Tahoma" panose="020B0604030504040204" pitchFamily="34" charset="0"/>
            </a:rPr>
            <a:t>(proces de  sinteză)</a:t>
          </a:r>
          <a:endParaRPr lang="en-US" sz="2400" b="0" kern="1200" dirty="0">
            <a:latin typeface="Tahoma" panose="020B0604030504040204" pitchFamily="34" charset="0"/>
            <a:ea typeface="Tahoma" panose="020B0604030504040204" pitchFamily="34" charset="0"/>
            <a:cs typeface="Tahoma" panose="020B0604030504040204" pitchFamily="34" charset="0"/>
          </a:endParaRPr>
        </a:p>
      </dsp:txBody>
      <dsp:txXfrm>
        <a:off x="0" y="2543662"/>
        <a:ext cx="7728267" cy="1271831"/>
      </dsp:txXfrm>
    </dsp:sp>
    <dsp:sp modelId="{79C52045-A340-48B9-B6E3-3DA1E2B7D74A}">
      <dsp:nvSpPr>
        <dsp:cNvPr id="0" name=""/>
        <dsp:cNvSpPr/>
      </dsp:nvSpPr>
      <dsp:spPr>
        <a:xfrm>
          <a:off x="0" y="3815493"/>
          <a:ext cx="7728267" cy="0"/>
        </a:xfrm>
        <a:prstGeom prst="line">
          <a:avLst/>
        </a:prstGeom>
        <a:solidFill>
          <a:schemeClr val="accent2">
            <a:hueOff val="1954454"/>
            <a:satOff val="-31534"/>
            <a:lumOff val="-5490"/>
            <a:alphaOff val="0"/>
          </a:schemeClr>
        </a:solidFill>
        <a:ln w="10795" cap="flat" cmpd="sng" algn="ctr">
          <a:solidFill>
            <a:schemeClr val="accent2">
              <a:hueOff val="1954454"/>
              <a:satOff val="-31534"/>
              <a:lumOff val="-549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66A0B96-FD2C-4043-8CC9-1582681A773C}">
      <dsp:nvSpPr>
        <dsp:cNvPr id="0" name=""/>
        <dsp:cNvSpPr/>
      </dsp:nvSpPr>
      <dsp:spPr>
        <a:xfrm>
          <a:off x="0" y="3815493"/>
          <a:ext cx="7728267" cy="12718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ro-RO" sz="3600" b="0" kern="1200" dirty="0">
              <a:latin typeface="Tahoma" panose="020B0604030504040204" pitchFamily="34" charset="0"/>
              <a:ea typeface="Tahoma" panose="020B0604030504040204" pitchFamily="34" charset="0"/>
              <a:cs typeface="Tahoma" panose="020B0604030504040204" pitchFamily="34" charset="0"/>
            </a:rPr>
            <a:t>3.4 Extragerea cerințelor</a:t>
          </a:r>
        </a:p>
        <a:p>
          <a:pPr marL="0" lvl="0" indent="0" algn="l" defTabSz="1600200">
            <a:lnSpc>
              <a:spcPct val="90000"/>
            </a:lnSpc>
            <a:spcBef>
              <a:spcPct val="0"/>
            </a:spcBef>
            <a:spcAft>
              <a:spcPct val="35000"/>
            </a:spcAft>
            <a:buNone/>
          </a:pPr>
          <a:r>
            <a:rPr lang="ro-RO" sz="2400" b="0" kern="1200" dirty="0">
              <a:latin typeface="Tahoma" panose="020B0604030504040204" pitchFamily="34" charset="0"/>
              <a:ea typeface="Tahoma" panose="020B0604030504040204" pitchFamily="34" charset="0"/>
              <a:cs typeface="Tahoma" panose="020B0604030504040204" pitchFamily="34" charset="0"/>
            </a:rPr>
            <a:t>(proces deductiv-analitic)</a:t>
          </a:r>
          <a:endParaRPr lang="en-US" sz="2400" b="0" kern="1200" dirty="0">
            <a:latin typeface="Tahoma" panose="020B0604030504040204" pitchFamily="34" charset="0"/>
            <a:ea typeface="Tahoma" panose="020B0604030504040204" pitchFamily="34" charset="0"/>
            <a:cs typeface="Tahoma" panose="020B0604030504040204" pitchFamily="34" charset="0"/>
          </a:endParaRPr>
        </a:p>
      </dsp:txBody>
      <dsp:txXfrm>
        <a:off x="0" y="3815493"/>
        <a:ext cx="7728267" cy="1271831"/>
      </dsp:txXfrm>
    </dsp:sp>
  </dsp:spTree>
</dsp:drawing>
</file>

<file path=ppt/diagrams/layout1.xml><?xml version="1.0" encoding="utf-8"?>
<dgm:layoutDef xmlns:dgm="http://schemas.openxmlformats.org/drawingml/2006/diagram" xmlns:a="http://schemas.openxmlformats.org/drawingml/2006/main" uniqueId="urn:microsoft.com/office/officeart/2005/8/layout/cycle4">
  <dgm:title val=""/>
  <dgm:desc val=""/>
  <dgm:catLst>
    <dgm:cat type="relationship" pri="26000"/>
    <dgm:cat type="cycle" pri="13000"/>
    <dgm:cat type="matrix" pri="4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ampData>
  <dgm:style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cycleMatrixDiagram">
    <dgm:varLst>
      <dgm:chMax val="1"/>
      <dgm:dir/>
      <dgm:animLvl val="lvl"/>
      <dgm:resizeHandles val="exact"/>
    </dgm:varLst>
    <dgm:alg type="composite">
      <dgm:param type="ar" val="1.3"/>
    </dgm:alg>
    <dgm:shape xmlns:r="http://schemas.openxmlformats.org/officeDocument/2006/relationships" r:blip="">
      <dgm:adjLst/>
    </dgm:shape>
    <dgm:presOf/>
    <dgm:constrLst>
      <dgm:constr type="w" for="ch" forName="children" refType="w"/>
      <dgm:constr type="h" for="ch" forName="children" refType="w" refFor="ch" refForName="children" fact="0.77"/>
      <dgm:constr type="ctrX" for="ch" forName="children" refType="w" fact="0.5"/>
      <dgm:constr type="ctrY" for="ch" forName="children" refType="h" fact="0.5"/>
      <dgm:constr type="w" for="ch" forName="circle" refType="w"/>
      <dgm:constr type="h" for="ch" forName="circle" refType="h"/>
      <dgm:constr type="ctrX" for="ch" forName="circle" refType="w" fact="0.5"/>
      <dgm:constr type="ctrY" for="ch" forName="circle" refType="h" fact="0.5"/>
      <dgm:constr type="w" for="ch" forName="center1" refType="w" fact="0.115"/>
      <dgm:constr type="h" for="ch" forName="center1" refType="w" fact="0.1"/>
      <dgm:constr type="ctrX" for="ch" forName="center1" refType="w" fact="0.5"/>
      <dgm:constr type="ctrY" for="ch" forName="center1" refType="h" fact="0.475"/>
      <dgm:constr type="w" for="ch" forName="center2" refType="w" fact="0.115"/>
      <dgm:constr type="h" for="ch" forName="center2" refType="w" fact="0.1"/>
      <dgm:constr type="ctrX" for="ch" forName="center2" refType="w" fact="0.5"/>
      <dgm:constr type="ctrY" for="ch" forName="center2" refType="h" fact="0.525"/>
    </dgm:constrLst>
    <dgm:ruleLst/>
    <dgm:choose name="Name0">
      <dgm:if name="Name1" axis="ch" ptType="node" func="cnt" op="gte" val="1">
        <dgm:layoutNode name="children">
          <dgm:alg type="composite">
            <dgm:param type="ar" val="1.3"/>
          </dgm:alg>
          <dgm:shape xmlns:r="http://schemas.openxmlformats.org/officeDocument/2006/relationships" r:blip="">
            <dgm:adjLst/>
          </dgm:shape>
          <dgm:presOf/>
          <dgm:choose name="Name2">
            <dgm:if name="Name3" func="var" arg="dir" op="equ" val="norm">
              <dgm:constrLst>
                <dgm:constr type="primFontSz" for="des" ptType="node" op="equ" val="65"/>
                <dgm:constr type="w" for="ch" forName="child1group" refType="w" fact="0.38"/>
                <dgm:constr type="h" for="ch" forName="child1group" refType="h" fact="0.32"/>
                <dgm:constr type="t" for="ch" forName="child1group"/>
                <dgm:constr type="l" for="ch" forName="child1group"/>
                <dgm:constr type="w" for="ch" forName="child2group" refType="w" fact="0.38"/>
                <dgm:constr type="h" for="ch" forName="child2group" refType="h" fact="0.32"/>
                <dgm:constr type="t" for="ch" forName="child2group"/>
                <dgm:constr type="r" for="ch" forName="child2group" refType="w"/>
                <dgm:constr type="w" for="ch" forName="child3group" refType="w" fact="0.38"/>
                <dgm:constr type="h" for="ch" forName="child3group" refType="h" fact="0.32"/>
                <dgm:constr type="b" for="ch" forName="child3group" refType="h"/>
                <dgm:constr type="r" for="ch" forName="child3group" refType="w"/>
                <dgm:constr type="w" for="ch" forName="child4group" refType="w" fact="0.38"/>
                <dgm:constr type="h" for="ch" forName="child4group" refType="h" fact="0.32"/>
                <dgm:constr type="b" for="ch" forName="child4group" refType="h"/>
                <dgm:constr type="l" for="ch" forName="child4group"/>
              </dgm:constrLst>
            </dgm:if>
            <dgm:else name="Name4">
              <dgm:constrLst>
                <dgm:constr type="primFontSz" for="des" ptType="node" op="equ" val="65"/>
                <dgm:constr type="w" for="ch" forName="child1group" refType="w" fact="0.38"/>
                <dgm:constr type="h" for="ch" forName="child1group" refType="h" fact="0.32"/>
                <dgm:constr type="t" for="ch" forName="child1group"/>
                <dgm:constr type="r" for="ch" forName="child1group" refType="w"/>
                <dgm:constr type="w" for="ch" forName="child2group" refType="w" fact="0.38"/>
                <dgm:constr type="h" for="ch" forName="child2group" refType="h" fact="0.32"/>
                <dgm:constr type="t" for="ch" forName="child2group"/>
                <dgm:constr type="l" for="ch" forName="child2group"/>
                <dgm:constr type="w" for="ch" forName="child3group" refType="w" fact="0.38"/>
                <dgm:constr type="h" for="ch" forName="child3group" refType="h" fact="0.32"/>
                <dgm:constr type="b" for="ch" forName="child3group" refType="h"/>
                <dgm:constr type="l" for="ch" forName="child3group"/>
                <dgm:constr type="w" for="ch" forName="child4group" refType="w" fact="0.38"/>
                <dgm:constr type="h" for="ch" forName="child4group" refType="h" fact="0.32"/>
                <dgm:constr type="b" for="ch" forName="child4group" refType="h"/>
                <dgm:constr type="r" for="ch" forName="child4group" refType="w"/>
              </dgm:constrLst>
            </dgm:else>
          </dgm:choose>
          <dgm:ruleLst/>
          <dgm:choose name="Name5">
            <dgm:if name="Name6" axis="ch ch" ptType="node node" st="1 1" cnt="1 0" func="cnt" op="gte" val="1">
              <dgm:layoutNode name="child1group">
                <dgm:alg type="composite">
                  <dgm:param type="horzAlign" val="none"/>
                  <dgm:param type="vertAlign" val="none"/>
                </dgm:alg>
                <dgm:shape xmlns:r="http://schemas.openxmlformats.org/officeDocument/2006/relationships" r:blip="">
                  <dgm:adjLst/>
                </dgm:shape>
                <dgm:presOf/>
                <dgm:choose name="Name7">
                  <dgm:if name="Name8" func="var" arg="dir" op="equ" val="norm">
                    <dgm:constrLst>
                      <dgm:constr type="w" for="ch" forName="child1" refType="w"/>
                      <dgm:constr type="h" for="ch" forName="child1" refType="h"/>
                      <dgm:constr type="t" for="ch" forName="child1"/>
                      <dgm:constr type="l" for="ch" forName="child1"/>
                      <dgm:constr type="w" for="ch" forName="child1Text" refType="w" fact="0.7"/>
                      <dgm:constr type="h" for="ch" forName="child1Text" refType="h" fact="0.75"/>
                      <dgm:constr type="t" for="ch" forName="child1Text"/>
                      <dgm:constr type="l" for="ch" forName="child1Text"/>
                    </dgm:constrLst>
                  </dgm:if>
                  <dgm:else name="Name9">
                    <dgm:constrLst>
                      <dgm:constr type="w" for="ch" forName="child1" refType="w"/>
                      <dgm:constr type="h" for="ch" forName="child1" refType="h"/>
                      <dgm:constr type="t" for="ch" forName="child1"/>
                      <dgm:constr type="r" for="ch" forName="child1" refType="w"/>
                      <dgm:constr type="w" for="ch" forName="child1Text" refType="w" fact="0.7"/>
                      <dgm:constr type="h" for="ch" forName="child1Text" refType="h" fact="0.75"/>
                      <dgm:constr type="t" for="ch" forName="child1Text"/>
                      <dgm:constr type="r" for="ch" forName="child1Text" refType="w"/>
                    </dgm:constrLst>
                  </dgm:else>
                </dgm:choose>
                <dgm:ruleLst/>
                <dgm:layoutNode name="child1" styleLbl="bgAcc1">
                  <dgm:alg type="sp"/>
                  <dgm:shape xmlns:r="http://schemas.openxmlformats.org/officeDocument/2006/relationships" type="roundRect" r:blip="" zOrderOff="-2">
                    <dgm:adjLst>
                      <dgm:adj idx="1" val="0.1"/>
                    </dgm:adjLst>
                  </dgm:shape>
                  <dgm:presOf axis="ch des" ptType="node node" st="1 1" cnt="1 0"/>
                  <dgm:constrLst/>
                  <dgm:ruleLst/>
                </dgm:layoutNode>
                <dgm:layoutNode name="child1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0"/>
          </dgm:choose>
          <dgm:choose name="Name11">
            <dgm:if name="Name12" axis="ch ch" ptType="node node" st="2 1" cnt="1 0" func="cnt" op="gte" val="1">
              <dgm:layoutNode name="child2group">
                <dgm:alg type="composite">
                  <dgm:param type="horzAlign" val="none"/>
                  <dgm:param type="vertAlign" val="none"/>
                </dgm:alg>
                <dgm:shape xmlns:r="http://schemas.openxmlformats.org/officeDocument/2006/relationships" r:blip="">
                  <dgm:adjLst/>
                </dgm:shape>
                <dgm:choose name="Name13">
                  <dgm:if name="Name14" func="var" arg="dir" op="equ" val="norm">
                    <dgm:constrLst>
                      <dgm:constr type="w" for="ch" forName="child2" refType="w"/>
                      <dgm:constr type="h" for="ch" forName="child2" refType="h"/>
                      <dgm:constr type="t" for="ch" forName="child2"/>
                      <dgm:constr type="r" for="ch" forName="child2" refType="w"/>
                      <dgm:constr type="w" for="ch" forName="child2Text" refType="w" fact="0.7"/>
                      <dgm:constr type="h" for="ch" forName="child2Text" refType="h" fact="0.75"/>
                      <dgm:constr type="t" for="ch" forName="child2Text"/>
                      <dgm:constr type="r" for="ch" forName="child2Text" refType="w"/>
                    </dgm:constrLst>
                  </dgm:if>
                  <dgm:else name="Name15">
                    <dgm:constrLst>
                      <dgm:constr type="w" for="ch" forName="child2" refType="w"/>
                      <dgm:constr type="h" for="ch" forName="child2" refType="h"/>
                      <dgm:constr type="t" for="ch" forName="child2"/>
                      <dgm:constr type="l" for="ch" forName="child2"/>
                      <dgm:constr type="w" for="ch" forName="child2Text" refType="w" fact="0.7"/>
                      <dgm:constr type="h" for="ch" forName="child2Text" refType="h" fact="0.75"/>
                      <dgm:constr type="t" for="ch" forName="child2Text"/>
                      <dgm:constr type="l" for="ch" forName="child2Text"/>
                    </dgm:constrLst>
                  </dgm:else>
                </dgm:choose>
                <dgm:ruleLst/>
                <dgm:layoutNode name="child2" styleLbl="bgAcc1">
                  <dgm:alg type="sp"/>
                  <dgm:shape xmlns:r="http://schemas.openxmlformats.org/officeDocument/2006/relationships" type="roundRect" r:blip="" zOrderOff="-2">
                    <dgm:adjLst>
                      <dgm:adj idx="1" val="0.1"/>
                    </dgm:adjLst>
                  </dgm:shape>
                  <dgm:presOf axis="ch des" ptType="node node" st="2 1" cnt="1 0"/>
                  <dgm:constrLst/>
                  <dgm:ruleLst/>
                </dgm:layoutNode>
                <dgm:layoutNode name="child2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6"/>
          </dgm:choose>
          <dgm:choose name="Name17">
            <dgm:if name="Name18" axis="ch ch" ptType="node node" st="3 1" cnt="1 0" func="cnt" op="gte" val="1">
              <dgm:layoutNode name="child3group">
                <dgm:alg type="composite">
                  <dgm:param type="horzAlign" val="none"/>
                  <dgm:param type="vertAlign" val="none"/>
                </dgm:alg>
                <dgm:shape xmlns:r="http://schemas.openxmlformats.org/officeDocument/2006/relationships" r:blip="">
                  <dgm:adjLst/>
                </dgm:shape>
                <dgm:presOf/>
                <dgm:choose name="Name19">
                  <dgm:if name="Name20" func="var" arg="dir" op="equ" val="norm">
                    <dgm:constrLst>
                      <dgm:constr type="w" for="ch" forName="child3" refType="w"/>
                      <dgm:constr type="h" for="ch" forName="child3" refType="h"/>
                      <dgm:constr type="b" for="ch" forName="child3" refType="h"/>
                      <dgm:constr type="r" for="ch" forName="child3" refType="w"/>
                      <dgm:constr type="w" for="ch" forName="child3Text" refType="w" fact="0.7"/>
                      <dgm:constr type="h" for="ch" forName="child3Text" refType="h" fact="0.75"/>
                      <dgm:constr type="b" for="ch" forName="child3Text" refType="h"/>
                      <dgm:constr type="r" for="ch" forName="child3Text" refType="w"/>
                    </dgm:constrLst>
                  </dgm:if>
                  <dgm:else name="Name21">
                    <dgm:constrLst>
                      <dgm:constr type="w" for="ch" forName="child3" refType="w"/>
                      <dgm:constr type="h" for="ch" forName="child3" refType="h"/>
                      <dgm:constr type="b" for="ch" forName="child3" refType="h"/>
                      <dgm:constr type="l" for="ch" forName="child3"/>
                      <dgm:constr type="w" for="ch" forName="child3Text" refType="w" fact="0.7"/>
                      <dgm:constr type="h" for="ch" forName="child3Text" refType="h" fact="0.75"/>
                      <dgm:constr type="b" for="ch" forName="child3Text" refType="h"/>
                      <dgm:constr type="l" for="ch" forName="child3Text"/>
                    </dgm:constrLst>
                  </dgm:else>
                </dgm:choose>
                <dgm:ruleLst/>
                <dgm:layoutNode name="child3" styleLbl="bgAcc1">
                  <dgm:alg type="sp"/>
                  <dgm:shape xmlns:r="http://schemas.openxmlformats.org/officeDocument/2006/relationships" type="roundRect" r:blip="" zOrderOff="-4">
                    <dgm:adjLst>
                      <dgm:adj idx="1" val="0.1"/>
                    </dgm:adjLst>
                  </dgm:shape>
                  <dgm:presOf axis="ch des" ptType="node node" st="3 1" cnt="1 0"/>
                  <dgm:constrLst/>
                  <dgm:ruleLst/>
                </dgm:layoutNode>
                <dgm:layoutNode name="child3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2"/>
          </dgm:choose>
          <dgm:choose name="Name23">
            <dgm:if name="Name24" axis="ch ch" ptType="node node" st="4 1" cnt="1 0" func="cnt" op="gte" val="1">
              <dgm:layoutNode name="child4group">
                <dgm:alg type="composite">
                  <dgm:param type="horzAlign" val="none"/>
                  <dgm:param type="vertAlign" val="none"/>
                </dgm:alg>
                <dgm:shape xmlns:r="http://schemas.openxmlformats.org/officeDocument/2006/relationships" r:blip="">
                  <dgm:adjLst/>
                </dgm:shape>
                <dgm:presOf/>
                <dgm:choose name="Name25">
                  <dgm:if name="Name26" func="var" arg="dir" op="equ" val="norm">
                    <dgm:constrLst>
                      <dgm:constr type="w" for="ch" forName="child4" refType="w"/>
                      <dgm:constr type="h" for="ch" forName="child4" refType="h"/>
                      <dgm:constr type="b" for="ch" forName="child4" refType="h"/>
                      <dgm:constr type="l" for="ch" forName="child4"/>
                      <dgm:constr type="w" for="ch" forName="child4Text" refType="w" fact="0.7"/>
                      <dgm:constr type="h" for="ch" forName="child4Text" refType="h" fact="0.75"/>
                      <dgm:constr type="b" for="ch" forName="child4Text" refType="h"/>
                      <dgm:constr type="l" for="ch" forName="child4Text"/>
                    </dgm:constrLst>
                  </dgm:if>
                  <dgm:else name="Name27">
                    <dgm:constrLst>
                      <dgm:constr type="w" for="ch" forName="child4" refType="w"/>
                      <dgm:constr type="h" for="ch" forName="child4" refType="h"/>
                      <dgm:constr type="b" for="ch" forName="child4" refType="h"/>
                      <dgm:constr type="r" for="ch" forName="child4" refType="w"/>
                      <dgm:constr type="w" for="ch" forName="child4Text" refType="w" fact="0.7"/>
                      <dgm:constr type="h" for="ch" forName="child4Text" refType="h" fact="0.75"/>
                      <dgm:constr type="b" for="ch" forName="child4Text" refType="h"/>
                      <dgm:constr type="r" for="ch" forName="child4Text" refType="w"/>
                    </dgm:constrLst>
                  </dgm:else>
                </dgm:choose>
                <dgm:ruleLst/>
                <dgm:layoutNode name="child4" styleLbl="bgAcc1">
                  <dgm:alg type="sp"/>
                  <dgm:shape xmlns:r="http://schemas.openxmlformats.org/officeDocument/2006/relationships" type="roundRect" r:blip="" zOrderOff="-4">
                    <dgm:adjLst>
                      <dgm:adj idx="1" val="0.1"/>
                    </dgm:adjLst>
                  </dgm:shape>
                  <dgm:presOf axis="ch des" ptType="node node" st="4 1" cnt="1 0"/>
                  <dgm:constrLst/>
                  <dgm:ruleLst/>
                </dgm:layoutNode>
                <dgm:layoutNode name="child4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8"/>
          </dgm:choose>
          <dgm:layoutNode name="childPlaceholder">
            <dgm:alg type="sp"/>
            <dgm:shape xmlns:r="http://schemas.openxmlformats.org/officeDocument/2006/relationships" r:blip="">
              <dgm:adjLst/>
            </dgm:shape>
            <dgm:presOf/>
            <dgm:constrLst/>
            <dgm:ruleLst/>
          </dgm:layoutNode>
        </dgm:layoutNode>
        <dgm:layoutNode name="circle">
          <dgm:alg type="composite">
            <dgm:param type="ar" val="1"/>
          </dgm:alg>
          <dgm:shape xmlns:r="http://schemas.openxmlformats.org/officeDocument/2006/relationships" r:blip="">
            <dgm:adjLst/>
          </dgm:shape>
          <dgm:presOf/>
          <dgm:choose name="Name29">
            <dgm:if name="Name30" func="var" arg="dir" op="equ" val="norm">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r" for="ch" forName="quadrant1" refType="w" fact="0.5"/>
                <dgm:constr type="r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l" for="ch" forName="quadrant2" refType="w" fact="0.5"/>
                <dgm:constr type="l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l" for="ch" forName="quadrant3" refType="w" fact="0.5"/>
                <dgm:constr type="l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r" for="ch" forName="quadrant4" refType="w" fact="0.5"/>
                <dgm:constr type="rOff" for="ch" forName="quadrant4" refType="w" fact="-0.01"/>
              </dgm:constrLst>
            </dgm:if>
            <dgm:else name="Name31">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l" for="ch" forName="quadrant1" refType="w" fact="0.5"/>
                <dgm:constr type="l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r" for="ch" forName="quadrant2" refType="w" fact="0.5"/>
                <dgm:constr type="r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r" for="ch" forName="quadrant3" refType="w" fact="0.5"/>
                <dgm:constr type="r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l" for="ch" forName="quadrant4" refType="w" fact="0.5"/>
                <dgm:constr type="lOff" for="ch" forName="quadrant4" refType="w" fact="0.01"/>
              </dgm:constrLst>
            </dgm:else>
          </dgm:choose>
          <dgm:ruleLst/>
          <dgm:layoutNode name="quadrant1" styleLbl="node1">
            <dgm:varLst>
              <dgm:chMax val="1"/>
              <dgm:bulletEnabled val="1"/>
            </dgm:varLst>
            <dgm:alg type="tx"/>
            <dgm:choose name="Name32">
              <dgm:if name="Name33" func="var" arg="dir" op="equ" val="norm">
                <dgm:shape xmlns:r="http://schemas.openxmlformats.org/officeDocument/2006/relationships" type="pieWedge" r:blip="">
                  <dgm:adjLst/>
                </dgm:shape>
              </dgm:if>
              <dgm:else name="Name34">
                <dgm:shape xmlns:r="http://schemas.openxmlformats.org/officeDocument/2006/relationships" rot="90" type="pieWedge" r:blip="">
                  <dgm:adjLst/>
                </dgm:shape>
              </dgm:else>
            </dgm:choose>
            <dgm:presOf axis="ch" ptType="node" cnt="1"/>
            <dgm:constrLst/>
            <dgm:ruleLst>
              <dgm:rule type="primFontSz" val="5" fact="NaN" max="NaN"/>
            </dgm:ruleLst>
          </dgm:layoutNode>
          <dgm:layoutNode name="quadrant2" styleLbl="node1">
            <dgm:varLst>
              <dgm:chMax val="1"/>
              <dgm:bulletEnabled val="1"/>
            </dgm:varLst>
            <dgm:alg type="tx"/>
            <dgm:choose name="Name35">
              <dgm:if name="Name36" func="var" arg="dir" op="equ" val="norm">
                <dgm:shape xmlns:r="http://schemas.openxmlformats.org/officeDocument/2006/relationships" rot="90" type="pieWedge" r:blip="">
                  <dgm:adjLst/>
                </dgm:shape>
              </dgm:if>
              <dgm:else name="Name37">
                <dgm:shape xmlns:r="http://schemas.openxmlformats.org/officeDocument/2006/relationships" type="pieWedge" r:blip="">
                  <dgm:adjLst/>
                </dgm:shape>
              </dgm:else>
            </dgm:choose>
            <dgm:presOf axis="ch" ptType="node" st="2" cnt="1"/>
            <dgm:constrLst/>
            <dgm:ruleLst>
              <dgm:rule type="primFontSz" val="5" fact="NaN" max="NaN"/>
            </dgm:ruleLst>
          </dgm:layoutNode>
          <dgm:layoutNode name="quadrant3" styleLbl="node1">
            <dgm:varLst>
              <dgm:chMax val="1"/>
              <dgm:bulletEnabled val="1"/>
            </dgm:varLst>
            <dgm:alg type="tx"/>
            <dgm:choose name="Name38">
              <dgm:if name="Name39" func="var" arg="dir" op="equ" val="norm">
                <dgm:shape xmlns:r="http://schemas.openxmlformats.org/officeDocument/2006/relationships" rot="180" type="pieWedge" r:blip="">
                  <dgm:adjLst/>
                </dgm:shape>
              </dgm:if>
              <dgm:else name="Name40">
                <dgm:shape xmlns:r="http://schemas.openxmlformats.org/officeDocument/2006/relationships" rot="270" type="pieWedge" r:blip="">
                  <dgm:adjLst/>
                </dgm:shape>
              </dgm:else>
            </dgm:choose>
            <dgm:presOf axis="ch" ptType="node" st="3" cnt="1"/>
            <dgm:constrLst/>
            <dgm:ruleLst>
              <dgm:rule type="primFontSz" val="5" fact="NaN" max="NaN"/>
            </dgm:ruleLst>
          </dgm:layoutNode>
          <dgm:layoutNode name="quadrant4" styleLbl="node1">
            <dgm:varLst>
              <dgm:chMax val="1"/>
              <dgm:bulletEnabled val="1"/>
            </dgm:varLst>
            <dgm:alg type="tx"/>
            <dgm:choose name="Name41">
              <dgm:if name="Name42" func="var" arg="dir" op="equ" val="norm">
                <dgm:shape xmlns:r="http://schemas.openxmlformats.org/officeDocument/2006/relationships" rot="270" type="pieWedge" r:blip="">
                  <dgm:adjLst/>
                </dgm:shape>
              </dgm:if>
              <dgm:else name="Name43">
                <dgm:shape xmlns:r="http://schemas.openxmlformats.org/officeDocument/2006/relationships" rot="180" type="pieWedge" r:blip="">
                  <dgm:adjLst/>
                </dgm:shape>
              </dgm:else>
            </dgm:choose>
            <dgm:presOf axis="ch" ptType="node" st="4" cnt="1"/>
            <dgm:constrLst/>
            <dgm:ruleLst>
              <dgm:rule type="primFontSz" val="5" fact="NaN" max="NaN"/>
            </dgm:ruleLst>
          </dgm:layoutNode>
          <dgm:layoutNode name="quadrantPlaceholder">
            <dgm:alg type="sp"/>
            <dgm:shape xmlns:r="http://schemas.openxmlformats.org/officeDocument/2006/relationships" r:blip="">
              <dgm:adjLst/>
            </dgm:shape>
            <dgm:presOf/>
            <dgm:constrLst/>
            <dgm:ruleLst/>
          </dgm:layoutNode>
        </dgm:layoutNode>
        <dgm:layoutNode name="center1" styleLbl="fgShp">
          <dgm:alg type="sp"/>
          <dgm:choose name="Name44">
            <dgm:if name="Name45" func="var" arg="dir" op="equ" val="norm">
              <dgm:shape xmlns:r="http://schemas.openxmlformats.org/officeDocument/2006/relationships" type="circularArrow" r:blip="" zOrderOff="16">
                <dgm:adjLst/>
              </dgm:shape>
            </dgm:if>
            <dgm:else name="Name46">
              <dgm:shape xmlns:r="http://schemas.openxmlformats.org/officeDocument/2006/relationships" rot="180" type="leftCircularArrow" r:blip="" zOrderOff="16">
                <dgm:adjLst/>
              </dgm:shape>
            </dgm:else>
          </dgm:choose>
          <dgm:presOf/>
          <dgm:constrLst/>
          <dgm:ruleLst/>
        </dgm:layoutNode>
        <dgm:layoutNode name="center2" styleLbl="fgShp">
          <dgm:alg type="sp"/>
          <dgm:choose name="Name47">
            <dgm:if name="Name48" func="var" arg="dir" op="equ" val="norm">
              <dgm:shape xmlns:r="http://schemas.openxmlformats.org/officeDocument/2006/relationships" rot="180" type="circularArrow" r:blip="" zOrderOff="16">
                <dgm:adjLst/>
              </dgm:shape>
            </dgm:if>
            <dgm:else name="Name49">
              <dgm:shape xmlns:r="http://schemas.openxmlformats.org/officeDocument/2006/relationships" type="leftCircularArrow" r:blip="" zOrderOff="16">
                <dgm:adjLst/>
              </dgm:shape>
            </dgm:else>
          </dgm:choose>
          <dgm:presOf/>
          <dgm:constrLst/>
          <dgm:ruleLst/>
        </dgm:layoutNode>
      </dgm:if>
      <dgm:else name="Name50"/>
    </dgm:choose>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28ADED-99B5-4593-AC97-948B10095E73}" type="datetimeFigureOut">
              <a:rPr lang="en-GB" smtClean="0"/>
              <a:t>04/03/2024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907B23-44BF-4274-99EE-5A1AB3FC95D8}" type="slidenum">
              <a:rPr lang="en-GB" smtClean="0"/>
              <a:t>‹#›</a:t>
            </a:fld>
            <a:endParaRPr lang="en-GB"/>
          </a:p>
        </p:txBody>
      </p:sp>
    </p:spTree>
    <p:extLst>
      <p:ext uri="{BB962C8B-B14F-4D97-AF65-F5344CB8AC3E}">
        <p14:creationId xmlns:p14="http://schemas.microsoft.com/office/powerpoint/2010/main" val="707439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5907B23-44BF-4274-99EE-5A1AB3FC95D8}" type="slidenum">
              <a:rPr lang="en-GB" smtClean="0"/>
              <a:t>2</a:t>
            </a:fld>
            <a:endParaRPr lang="en-GB"/>
          </a:p>
        </p:txBody>
      </p:sp>
    </p:spTree>
    <p:extLst>
      <p:ext uri="{BB962C8B-B14F-4D97-AF65-F5344CB8AC3E}">
        <p14:creationId xmlns:p14="http://schemas.microsoft.com/office/powerpoint/2010/main" val="10501391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C1E1FAD-7351-4908-963A-08EA8E4AB7A0}" type="datetimeFigureOut">
              <a:rPr lang="en-US" smtClean="0"/>
              <a:t>3/4/2024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F2D47E-0AF1-4C27-801F-64E3E5BF7F72}" type="slidenum">
              <a:rPr lang="en-US" smtClean="0"/>
              <a:t>‹#›</a:t>
            </a:fld>
            <a:endParaRPr lang="en-US"/>
          </a:p>
        </p:txBody>
      </p:sp>
    </p:spTree>
    <p:extLst>
      <p:ext uri="{BB962C8B-B14F-4D97-AF65-F5344CB8AC3E}">
        <p14:creationId xmlns:p14="http://schemas.microsoft.com/office/powerpoint/2010/main" val="19157910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C1E1FAD-7351-4908-963A-08EA8E4AB7A0}" type="datetimeFigureOut">
              <a:rPr lang="en-US" smtClean="0"/>
              <a:pPr/>
              <a:t>3/4/2024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CF2D47E-0AF1-4C27-801F-64E3E5BF7F72}" type="slidenum">
              <a:rPr lang="en-US" smtClean="0"/>
              <a:t>‹#›</a:t>
            </a:fld>
            <a:endParaRPr lang="en-US" dirty="0"/>
          </a:p>
        </p:txBody>
      </p:sp>
    </p:spTree>
    <p:extLst>
      <p:ext uri="{BB962C8B-B14F-4D97-AF65-F5344CB8AC3E}">
        <p14:creationId xmlns:p14="http://schemas.microsoft.com/office/powerpoint/2010/main" val="36019471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1">
                    <a:lumMod val="65000"/>
                    <a:lumOff val="3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C1E1FAD-7351-4908-963A-08EA8E4AB7A0}" type="datetimeFigureOut">
              <a:rPr lang="en-US" smtClean="0"/>
              <a:t>3/4/2024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F2D47E-0AF1-4C27-801F-64E3E5BF7F72}" type="slidenum">
              <a:rPr lang="en-US" smtClean="0"/>
              <a:t>‹#›</a:t>
            </a:fld>
            <a:endParaRPr lang="en-US"/>
          </a:p>
        </p:txBody>
      </p:sp>
    </p:spTree>
    <p:extLst>
      <p:ext uri="{BB962C8B-B14F-4D97-AF65-F5344CB8AC3E}">
        <p14:creationId xmlns:p14="http://schemas.microsoft.com/office/powerpoint/2010/main" val="38739637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8C1E1FAD-7351-4908-963A-08EA8E4AB7A0}" type="datetimeFigureOut">
              <a:rPr lang="en-US" smtClean="0"/>
              <a:pPr/>
              <a:t>3/4/2024</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1CF2D47E-0AF1-4C27-801F-64E3E5BF7F72}" type="slidenum">
              <a:rPr lang="en-US" smtClean="0"/>
              <a:t>‹#›</a:t>
            </a:fld>
            <a:endParaRPr lang="en-US" dirty="0"/>
          </a:p>
        </p:txBody>
      </p:sp>
    </p:spTree>
    <p:extLst>
      <p:ext uri="{BB962C8B-B14F-4D97-AF65-F5344CB8AC3E}">
        <p14:creationId xmlns:p14="http://schemas.microsoft.com/office/powerpoint/2010/main" val="4582790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p:cNvSpPr>
            <a:spLocks noGrp="1"/>
          </p:cNvSpPr>
          <p:nvPr>
            <p:ph type="dt" sz="half" idx="10"/>
          </p:nvPr>
        </p:nvSpPr>
        <p:spPr/>
        <p:txBody>
          <a:bodyPr/>
          <a:lstStyle/>
          <a:p>
            <a:fld id="{8C1E1FAD-7351-4908-963A-08EA8E4AB7A0}" type="datetimeFigureOut">
              <a:rPr lang="en-US" smtClean="0"/>
              <a:pPr/>
              <a:t>3/4/2024</a:t>
            </a:fld>
            <a:endParaRPr lang="en-US" dirty="0"/>
          </a:p>
        </p:txBody>
      </p:sp>
      <p:sp>
        <p:nvSpPr>
          <p:cNvPr id="11" name="Footer Placeholder 10"/>
          <p:cNvSpPr>
            <a:spLocks noGrp="1"/>
          </p:cNvSpPr>
          <p:nvPr>
            <p:ph type="ftr" sz="quarter" idx="11"/>
          </p:nvPr>
        </p:nvSpPr>
        <p:spPr/>
        <p:txBody>
          <a:bodyPr/>
          <a:lstStyle/>
          <a:p>
            <a:endParaRPr lang="en-US" dirty="0"/>
          </a:p>
        </p:txBody>
      </p:sp>
      <p:sp>
        <p:nvSpPr>
          <p:cNvPr id="12" name="Slide Number Placeholder 11"/>
          <p:cNvSpPr>
            <a:spLocks noGrp="1"/>
          </p:cNvSpPr>
          <p:nvPr>
            <p:ph type="sldNum" sz="quarter" idx="12"/>
          </p:nvPr>
        </p:nvSpPr>
        <p:spPr/>
        <p:txBody>
          <a:bodyPr/>
          <a:lstStyle/>
          <a:p>
            <a:fld id="{1CF2D47E-0AF1-4C27-801F-64E3E5BF7F72}" type="slidenum">
              <a:rPr lang="en-US" smtClean="0"/>
              <a:t>‹#›</a:t>
            </a:fld>
            <a:endParaRPr lang="en-US" dirty="0"/>
          </a:p>
        </p:txBody>
      </p:sp>
    </p:spTree>
    <p:extLst>
      <p:ext uri="{BB962C8B-B14F-4D97-AF65-F5344CB8AC3E}">
        <p14:creationId xmlns:p14="http://schemas.microsoft.com/office/powerpoint/2010/main" val="40797968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2" name="Date Placeholder 1"/>
          <p:cNvSpPr>
            <a:spLocks noGrp="1"/>
          </p:cNvSpPr>
          <p:nvPr>
            <p:ph type="dt" sz="half" idx="10"/>
          </p:nvPr>
        </p:nvSpPr>
        <p:spPr/>
        <p:txBody>
          <a:bodyPr/>
          <a:lstStyle/>
          <a:p>
            <a:fld id="{8C1E1FAD-7351-4908-963A-08EA8E4AB7A0}" type="datetimeFigureOut">
              <a:rPr lang="en-US" smtClean="0"/>
              <a:t>3/4/2024</a:t>
            </a:fld>
            <a:endParaRPr lang="en-US"/>
          </a:p>
        </p:txBody>
      </p:sp>
      <p:sp>
        <p:nvSpPr>
          <p:cNvPr id="7" name="Footer Placeholder 6"/>
          <p:cNvSpPr>
            <a:spLocks noGrp="1"/>
          </p:cNvSpPr>
          <p:nvPr>
            <p:ph type="ftr" sz="quarter" idx="11"/>
          </p:nvPr>
        </p:nvSpPr>
        <p:spPr/>
        <p:txBody>
          <a:bodyPr/>
          <a:lstStyle/>
          <a:p>
            <a:endParaRPr lang="en-US"/>
          </a:p>
        </p:txBody>
      </p:sp>
      <p:sp>
        <p:nvSpPr>
          <p:cNvPr id="8" name="Slide Number Placeholder 7"/>
          <p:cNvSpPr>
            <a:spLocks noGrp="1"/>
          </p:cNvSpPr>
          <p:nvPr>
            <p:ph type="sldNum" sz="quarter" idx="12"/>
          </p:nvPr>
        </p:nvSpPr>
        <p:spPr/>
        <p:txBody>
          <a:bodyPr/>
          <a:lstStyle/>
          <a:p>
            <a:fld id="{1CF2D47E-0AF1-4C27-801F-64E3E5BF7F72}" type="slidenum">
              <a:rPr lang="en-US" smtClean="0"/>
              <a:t>‹#›</a:t>
            </a:fld>
            <a:endParaRPr lang="en-US"/>
          </a:p>
        </p:txBody>
      </p:sp>
    </p:spTree>
    <p:extLst>
      <p:ext uri="{BB962C8B-B14F-4D97-AF65-F5344CB8AC3E}">
        <p14:creationId xmlns:p14="http://schemas.microsoft.com/office/powerpoint/2010/main" val="31616789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8C1E1FAD-7351-4908-963A-08EA8E4AB7A0}" type="datetimeFigureOut">
              <a:rPr lang="en-US" smtClean="0"/>
              <a:t>3/4/2024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CF2D47E-0AF1-4C27-801F-64E3E5BF7F72}" type="slidenum">
              <a:rPr lang="en-US" smtClean="0"/>
              <a:t>‹#›</a:t>
            </a:fld>
            <a:endParaRPr lang="en-US"/>
          </a:p>
        </p:txBody>
      </p:sp>
    </p:spTree>
    <p:extLst>
      <p:ext uri="{BB962C8B-B14F-4D97-AF65-F5344CB8AC3E}">
        <p14:creationId xmlns:p14="http://schemas.microsoft.com/office/powerpoint/2010/main" val="28182501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8C1E1FAD-7351-4908-963A-08EA8E4AB7A0}" type="datetimeFigureOut">
              <a:rPr lang="en-US" smtClean="0"/>
              <a:pPr/>
              <a:t>3/4/2024</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1CF2D47E-0AF1-4C27-801F-64E3E5BF7F72}" type="slidenum">
              <a:rPr lang="en-US" smtClean="0"/>
              <a:t>‹#›</a:t>
            </a:fld>
            <a:endParaRPr lang="en-US" dirty="0"/>
          </a:p>
        </p:txBody>
      </p:sp>
    </p:spTree>
    <p:extLst>
      <p:ext uri="{BB962C8B-B14F-4D97-AF65-F5344CB8AC3E}">
        <p14:creationId xmlns:p14="http://schemas.microsoft.com/office/powerpoint/2010/main" val="6664791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8C1E1FAD-7351-4908-963A-08EA8E4AB7A0}" type="datetimeFigureOut">
              <a:rPr lang="en-US" smtClean="0"/>
              <a:t>3/4/2024</a:t>
            </a:fld>
            <a:endParaRPr lang="en-US"/>
          </a:p>
        </p:txBody>
      </p:sp>
      <p:sp>
        <p:nvSpPr>
          <p:cNvPr id="9" name="Footer Placeholder 8"/>
          <p:cNvSpPr>
            <a:spLocks noGrp="1"/>
          </p:cNvSpPr>
          <p:nvPr>
            <p:ph type="ftr" sz="quarter" idx="11"/>
          </p:nvPr>
        </p:nvSpPr>
        <p:spPr>
          <a:xfrm>
            <a:off x="3499101" y="6356350"/>
            <a:ext cx="5911517" cy="365125"/>
          </a:xfrm>
        </p:spPr>
        <p:txBody>
          <a:bodyPr/>
          <a:lstStyle/>
          <a:p>
            <a:endParaRPr lang="en-US"/>
          </a:p>
        </p:txBody>
      </p:sp>
      <p:sp>
        <p:nvSpPr>
          <p:cNvPr id="10" name="Slide Number Placeholder 9"/>
          <p:cNvSpPr>
            <a:spLocks noGrp="1"/>
          </p:cNvSpPr>
          <p:nvPr>
            <p:ph type="sldNum" sz="quarter" idx="12"/>
          </p:nvPr>
        </p:nvSpPr>
        <p:spPr/>
        <p:txBody>
          <a:bodyPr/>
          <a:lstStyle/>
          <a:p>
            <a:fld id="{1CF2D47E-0AF1-4C27-801F-64E3E5BF7F72}" type="slidenum">
              <a:rPr lang="en-US" smtClean="0"/>
              <a:t>‹#›</a:t>
            </a:fld>
            <a:endParaRPr lang="en-US"/>
          </a:p>
        </p:txBody>
      </p:sp>
    </p:spTree>
    <p:extLst>
      <p:ext uri="{BB962C8B-B14F-4D97-AF65-F5344CB8AC3E}">
        <p14:creationId xmlns:p14="http://schemas.microsoft.com/office/powerpoint/2010/main" val="31222993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C1E1FAD-7351-4908-963A-08EA8E4AB7A0}" type="datetimeFigureOut">
              <a:rPr lang="en-US" smtClean="0"/>
              <a:pPr/>
              <a:t>3/4/2024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1CF2D47E-0AF1-4C27-801F-64E3E5BF7F72}" type="slidenum">
              <a:rPr lang="en-US" smtClean="0"/>
              <a:t>‹#›</a:t>
            </a:fld>
            <a:endParaRPr lang="en-US" dirty="0"/>
          </a:p>
        </p:txBody>
      </p:sp>
    </p:spTree>
    <p:extLst>
      <p:ext uri="{BB962C8B-B14F-4D97-AF65-F5344CB8AC3E}">
        <p14:creationId xmlns:p14="http://schemas.microsoft.com/office/powerpoint/2010/main" val="33462181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C1E1FAD-7351-4908-963A-08EA8E4AB7A0}" type="datetimeFigureOut">
              <a:rPr lang="en-US" smtClean="0"/>
              <a:pPr/>
              <a:t>3/4/2024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1CF2D47E-0AF1-4C27-801F-64E3E5BF7F72}" type="slidenum">
              <a:rPr lang="en-US" smtClean="0"/>
              <a:t>‹#›</a:t>
            </a:fld>
            <a:endParaRPr lang="en-US" dirty="0"/>
          </a:p>
        </p:txBody>
      </p:sp>
    </p:spTree>
    <p:extLst>
      <p:ext uri="{BB962C8B-B14F-4D97-AF65-F5344CB8AC3E}">
        <p14:creationId xmlns:p14="http://schemas.microsoft.com/office/powerpoint/2010/main" val="3793265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C1E1FAD-7351-4908-963A-08EA8E4AB7A0}" type="datetimeFigureOut">
              <a:rPr lang="en-US" smtClean="0"/>
              <a:t>3/6/2023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F2D47E-0AF1-4C27-801F-64E3E5BF7F72}" type="slidenum">
              <a:rPr lang="en-US" smtClean="0"/>
              <a:t>‹#›</a:t>
            </a:fld>
            <a:endParaRPr lang="en-US"/>
          </a:p>
        </p:txBody>
      </p:sp>
    </p:spTree>
    <p:extLst>
      <p:ext uri="{BB962C8B-B14F-4D97-AF65-F5344CB8AC3E}">
        <p14:creationId xmlns:p14="http://schemas.microsoft.com/office/powerpoint/2010/main" val="191579107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C1E1FAD-7351-4908-963A-08EA8E4AB7A0}" type="datetimeFigureOut">
              <a:rPr lang="en-US" smtClean="0"/>
              <a:pPr/>
              <a:t>3/6/2023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CF2D47E-0AF1-4C27-801F-64E3E5BF7F72}" type="slidenum">
              <a:rPr lang="en-US" smtClean="0"/>
              <a:t>‹#›</a:t>
            </a:fld>
            <a:endParaRPr lang="en-US" dirty="0"/>
          </a:p>
        </p:txBody>
      </p:sp>
    </p:spTree>
    <p:extLst>
      <p:ext uri="{BB962C8B-B14F-4D97-AF65-F5344CB8AC3E}">
        <p14:creationId xmlns:p14="http://schemas.microsoft.com/office/powerpoint/2010/main" val="360194712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1">
                    <a:lumMod val="65000"/>
                    <a:lumOff val="3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C1E1FAD-7351-4908-963A-08EA8E4AB7A0}" type="datetimeFigureOut">
              <a:rPr lang="en-US" smtClean="0"/>
              <a:t>3/6/2023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F2D47E-0AF1-4C27-801F-64E3E5BF7F72}" type="slidenum">
              <a:rPr lang="en-US" smtClean="0"/>
              <a:t>‹#›</a:t>
            </a:fld>
            <a:endParaRPr lang="en-US"/>
          </a:p>
        </p:txBody>
      </p:sp>
    </p:spTree>
    <p:extLst>
      <p:ext uri="{BB962C8B-B14F-4D97-AF65-F5344CB8AC3E}">
        <p14:creationId xmlns:p14="http://schemas.microsoft.com/office/powerpoint/2010/main" val="387396379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8C1E1FAD-7351-4908-963A-08EA8E4AB7A0}" type="datetimeFigureOut">
              <a:rPr lang="en-US" smtClean="0"/>
              <a:pPr/>
              <a:t>3/6/2023</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1CF2D47E-0AF1-4C27-801F-64E3E5BF7F72}" type="slidenum">
              <a:rPr lang="en-US" smtClean="0"/>
              <a:t>‹#›</a:t>
            </a:fld>
            <a:endParaRPr lang="en-US" dirty="0"/>
          </a:p>
        </p:txBody>
      </p:sp>
    </p:spTree>
    <p:extLst>
      <p:ext uri="{BB962C8B-B14F-4D97-AF65-F5344CB8AC3E}">
        <p14:creationId xmlns:p14="http://schemas.microsoft.com/office/powerpoint/2010/main" val="45827903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p:cNvSpPr>
            <a:spLocks noGrp="1"/>
          </p:cNvSpPr>
          <p:nvPr>
            <p:ph type="dt" sz="half" idx="10"/>
          </p:nvPr>
        </p:nvSpPr>
        <p:spPr/>
        <p:txBody>
          <a:bodyPr/>
          <a:lstStyle/>
          <a:p>
            <a:fld id="{8C1E1FAD-7351-4908-963A-08EA8E4AB7A0}" type="datetimeFigureOut">
              <a:rPr lang="en-US" smtClean="0"/>
              <a:pPr/>
              <a:t>3/6/2023</a:t>
            </a:fld>
            <a:endParaRPr lang="en-US" dirty="0"/>
          </a:p>
        </p:txBody>
      </p:sp>
      <p:sp>
        <p:nvSpPr>
          <p:cNvPr id="11" name="Footer Placeholder 10"/>
          <p:cNvSpPr>
            <a:spLocks noGrp="1"/>
          </p:cNvSpPr>
          <p:nvPr>
            <p:ph type="ftr" sz="quarter" idx="11"/>
          </p:nvPr>
        </p:nvSpPr>
        <p:spPr/>
        <p:txBody>
          <a:bodyPr/>
          <a:lstStyle/>
          <a:p>
            <a:endParaRPr lang="en-US" dirty="0"/>
          </a:p>
        </p:txBody>
      </p:sp>
      <p:sp>
        <p:nvSpPr>
          <p:cNvPr id="12" name="Slide Number Placeholder 11"/>
          <p:cNvSpPr>
            <a:spLocks noGrp="1"/>
          </p:cNvSpPr>
          <p:nvPr>
            <p:ph type="sldNum" sz="quarter" idx="12"/>
          </p:nvPr>
        </p:nvSpPr>
        <p:spPr/>
        <p:txBody>
          <a:bodyPr/>
          <a:lstStyle/>
          <a:p>
            <a:fld id="{1CF2D47E-0AF1-4C27-801F-64E3E5BF7F72}" type="slidenum">
              <a:rPr lang="en-US" smtClean="0"/>
              <a:t>‹#›</a:t>
            </a:fld>
            <a:endParaRPr lang="en-US" dirty="0"/>
          </a:p>
        </p:txBody>
      </p:sp>
    </p:spTree>
    <p:extLst>
      <p:ext uri="{BB962C8B-B14F-4D97-AF65-F5344CB8AC3E}">
        <p14:creationId xmlns:p14="http://schemas.microsoft.com/office/powerpoint/2010/main" val="407979680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2" name="Date Placeholder 1"/>
          <p:cNvSpPr>
            <a:spLocks noGrp="1"/>
          </p:cNvSpPr>
          <p:nvPr>
            <p:ph type="dt" sz="half" idx="10"/>
          </p:nvPr>
        </p:nvSpPr>
        <p:spPr/>
        <p:txBody>
          <a:bodyPr/>
          <a:lstStyle/>
          <a:p>
            <a:fld id="{8C1E1FAD-7351-4908-963A-08EA8E4AB7A0}" type="datetimeFigureOut">
              <a:rPr lang="en-US" smtClean="0"/>
              <a:t>3/6/2023</a:t>
            </a:fld>
            <a:endParaRPr lang="en-US"/>
          </a:p>
        </p:txBody>
      </p:sp>
      <p:sp>
        <p:nvSpPr>
          <p:cNvPr id="7" name="Footer Placeholder 6"/>
          <p:cNvSpPr>
            <a:spLocks noGrp="1"/>
          </p:cNvSpPr>
          <p:nvPr>
            <p:ph type="ftr" sz="quarter" idx="11"/>
          </p:nvPr>
        </p:nvSpPr>
        <p:spPr/>
        <p:txBody>
          <a:bodyPr/>
          <a:lstStyle/>
          <a:p>
            <a:endParaRPr lang="en-US"/>
          </a:p>
        </p:txBody>
      </p:sp>
      <p:sp>
        <p:nvSpPr>
          <p:cNvPr id="8" name="Slide Number Placeholder 7"/>
          <p:cNvSpPr>
            <a:spLocks noGrp="1"/>
          </p:cNvSpPr>
          <p:nvPr>
            <p:ph type="sldNum" sz="quarter" idx="12"/>
          </p:nvPr>
        </p:nvSpPr>
        <p:spPr/>
        <p:txBody>
          <a:bodyPr/>
          <a:lstStyle/>
          <a:p>
            <a:fld id="{1CF2D47E-0AF1-4C27-801F-64E3E5BF7F72}" type="slidenum">
              <a:rPr lang="en-US" smtClean="0"/>
              <a:t>‹#›</a:t>
            </a:fld>
            <a:endParaRPr lang="en-US"/>
          </a:p>
        </p:txBody>
      </p:sp>
    </p:spTree>
    <p:extLst>
      <p:ext uri="{BB962C8B-B14F-4D97-AF65-F5344CB8AC3E}">
        <p14:creationId xmlns:p14="http://schemas.microsoft.com/office/powerpoint/2010/main" val="3161678987"/>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8C1E1FAD-7351-4908-963A-08EA8E4AB7A0}" type="datetimeFigureOut">
              <a:rPr lang="en-US" smtClean="0"/>
              <a:t>3/6/2023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CF2D47E-0AF1-4C27-801F-64E3E5BF7F72}" type="slidenum">
              <a:rPr lang="en-US" smtClean="0"/>
              <a:t>‹#›</a:t>
            </a:fld>
            <a:endParaRPr lang="en-US"/>
          </a:p>
        </p:txBody>
      </p:sp>
    </p:spTree>
    <p:extLst>
      <p:ext uri="{BB962C8B-B14F-4D97-AF65-F5344CB8AC3E}">
        <p14:creationId xmlns:p14="http://schemas.microsoft.com/office/powerpoint/2010/main" val="2818250178"/>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8C1E1FAD-7351-4908-963A-08EA8E4AB7A0}" type="datetimeFigureOut">
              <a:rPr lang="en-US" smtClean="0"/>
              <a:pPr/>
              <a:t>3/6/2023</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1CF2D47E-0AF1-4C27-801F-64E3E5BF7F72}" type="slidenum">
              <a:rPr lang="en-US" smtClean="0"/>
              <a:t>‹#›</a:t>
            </a:fld>
            <a:endParaRPr lang="en-US" dirty="0"/>
          </a:p>
        </p:txBody>
      </p:sp>
    </p:spTree>
    <p:extLst>
      <p:ext uri="{BB962C8B-B14F-4D97-AF65-F5344CB8AC3E}">
        <p14:creationId xmlns:p14="http://schemas.microsoft.com/office/powerpoint/2010/main" val="666479113"/>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8C1E1FAD-7351-4908-963A-08EA8E4AB7A0}" type="datetimeFigureOut">
              <a:rPr lang="en-US" smtClean="0"/>
              <a:t>3/6/2023</a:t>
            </a:fld>
            <a:endParaRPr lang="en-US"/>
          </a:p>
        </p:txBody>
      </p:sp>
      <p:sp>
        <p:nvSpPr>
          <p:cNvPr id="9" name="Footer Placeholder 8"/>
          <p:cNvSpPr>
            <a:spLocks noGrp="1"/>
          </p:cNvSpPr>
          <p:nvPr>
            <p:ph type="ftr" sz="quarter" idx="11"/>
          </p:nvPr>
        </p:nvSpPr>
        <p:spPr>
          <a:xfrm>
            <a:off x="3499101" y="6356350"/>
            <a:ext cx="5911517" cy="365125"/>
          </a:xfrm>
        </p:spPr>
        <p:txBody>
          <a:bodyPr/>
          <a:lstStyle/>
          <a:p>
            <a:endParaRPr lang="en-US"/>
          </a:p>
        </p:txBody>
      </p:sp>
      <p:sp>
        <p:nvSpPr>
          <p:cNvPr id="10" name="Slide Number Placeholder 9"/>
          <p:cNvSpPr>
            <a:spLocks noGrp="1"/>
          </p:cNvSpPr>
          <p:nvPr>
            <p:ph type="sldNum" sz="quarter" idx="12"/>
          </p:nvPr>
        </p:nvSpPr>
        <p:spPr/>
        <p:txBody>
          <a:bodyPr/>
          <a:lstStyle/>
          <a:p>
            <a:fld id="{1CF2D47E-0AF1-4C27-801F-64E3E5BF7F72}" type="slidenum">
              <a:rPr lang="en-US" smtClean="0"/>
              <a:t>‹#›</a:t>
            </a:fld>
            <a:endParaRPr lang="en-US"/>
          </a:p>
        </p:txBody>
      </p:sp>
    </p:spTree>
    <p:extLst>
      <p:ext uri="{BB962C8B-B14F-4D97-AF65-F5344CB8AC3E}">
        <p14:creationId xmlns:p14="http://schemas.microsoft.com/office/powerpoint/2010/main" val="3122299399"/>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C1E1FAD-7351-4908-963A-08EA8E4AB7A0}" type="datetimeFigureOut">
              <a:rPr lang="en-US" smtClean="0"/>
              <a:pPr/>
              <a:t>3/6/2023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1CF2D47E-0AF1-4C27-801F-64E3E5BF7F72}" type="slidenum">
              <a:rPr lang="en-US" smtClean="0"/>
              <a:t>‹#›</a:t>
            </a:fld>
            <a:endParaRPr lang="en-US" dirty="0"/>
          </a:p>
        </p:txBody>
      </p:sp>
    </p:spTree>
    <p:extLst>
      <p:ext uri="{BB962C8B-B14F-4D97-AF65-F5344CB8AC3E}">
        <p14:creationId xmlns:p14="http://schemas.microsoft.com/office/powerpoint/2010/main" val="3346218131"/>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C1E1FAD-7351-4908-963A-08EA8E4AB7A0}" type="datetimeFigureOut">
              <a:rPr lang="en-US" smtClean="0"/>
              <a:pPr/>
              <a:t>3/6/2023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1CF2D47E-0AF1-4C27-801F-64E3E5BF7F72}" type="slidenum">
              <a:rPr lang="en-US" smtClean="0"/>
              <a:t>‹#›</a:t>
            </a:fld>
            <a:endParaRPr lang="en-US" dirty="0"/>
          </a:p>
        </p:txBody>
      </p:sp>
    </p:spTree>
    <p:extLst>
      <p:ext uri="{BB962C8B-B14F-4D97-AF65-F5344CB8AC3E}">
        <p14:creationId xmlns:p14="http://schemas.microsoft.com/office/powerpoint/2010/main" val="3793265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80.xml"/><Relationship Id="rId3" Type="http://schemas.openxmlformats.org/officeDocument/2006/relationships/slideLayout" Target="../slideLayouts/slideLayout30.xml"/><Relationship Id="rId7" Type="http://schemas.openxmlformats.org/officeDocument/2006/relationships/slideLayout" Target="../slideLayouts/slideLayout70.xml"/><Relationship Id="rId12" Type="http://schemas.openxmlformats.org/officeDocument/2006/relationships/theme" Target="../theme/theme10.xml"/><Relationship Id="rId2" Type="http://schemas.openxmlformats.org/officeDocument/2006/relationships/slideLayout" Target="../slideLayouts/slideLayout20.xml"/><Relationship Id="rId1" Type="http://schemas.openxmlformats.org/officeDocument/2006/relationships/slideLayout" Target="../slideLayouts/slideLayout12.xml"/><Relationship Id="rId6" Type="http://schemas.openxmlformats.org/officeDocument/2006/relationships/slideLayout" Target="../slideLayouts/slideLayout60.xml"/><Relationship Id="rId11" Type="http://schemas.openxmlformats.org/officeDocument/2006/relationships/slideLayout" Target="../slideLayouts/slideLayout110.xml"/><Relationship Id="rId5" Type="http://schemas.openxmlformats.org/officeDocument/2006/relationships/slideLayout" Target="../slideLayouts/slideLayout50.xml"/><Relationship Id="rId10" Type="http://schemas.openxmlformats.org/officeDocument/2006/relationships/slideLayout" Target="../slideLayouts/slideLayout100.xml"/><Relationship Id="rId4" Type="http://schemas.openxmlformats.org/officeDocument/2006/relationships/slideLayout" Target="../slideLayouts/slideLayout40.xml"/><Relationship Id="rId9" Type="http://schemas.openxmlformats.org/officeDocument/2006/relationships/slideLayout" Target="../slideLayouts/slideLayout9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8C1E1FAD-7351-4908-963A-08EA8E4AB7A0}" type="datetimeFigureOut">
              <a:rPr lang="en-US" smtClean="0"/>
              <a:pPr/>
              <a:t>3/4/2024</a:t>
            </a:fld>
            <a:endParaRPr lang="en-US" dirty="0"/>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n-US" dirty="0"/>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1CF2D47E-0AF1-4C27-801F-64E3E5BF7F72}" type="slidenum">
              <a:rPr lang="en-US" smtClean="0"/>
              <a:t>‹#›</a:t>
            </a:fld>
            <a:endParaRPr lang="en-US" dirty="0"/>
          </a:p>
        </p:txBody>
      </p:sp>
    </p:spTree>
    <p:extLst>
      <p:ext uri="{BB962C8B-B14F-4D97-AF65-F5344CB8AC3E}">
        <p14:creationId xmlns:p14="http://schemas.microsoft.com/office/powerpoint/2010/main" val="4013272336"/>
      </p:ext>
    </p:extLst>
  </p:cSld>
  <p:clrMap bg1="lt1" tx1="dk1" bg2="lt2" tx2="dk2" accent1="accent1" accent2="accent2" accent3="accent3" accent4="accent4" accent5="accent5" accent6="accent6" hlink="hlink" folHlink="folHlink"/>
  <p:sldLayoutIdLst>
    <p:sldLayoutId id="2147484172" r:id="rId1"/>
    <p:sldLayoutId id="2147484173" r:id="rId2"/>
    <p:sldLayoutId id="2147484174" r:id="rId3"/>
    <p:sldLayoutId id="2147484175" r:id="rId4"/>
    <p:sldLayoutId id="2147484176" r:id="rId5"/>
    <p:sldLayoutId id="2147484177" r:id="rId6"/>
    <p:sldLayoutId id="2147484178" r:id="rId7"/>
    <p:sldLayoutId id="2147484179" r:id="rId8"/>
    <p:sldLayoutId id="2147484180" r:id="rId9"/>
    <p:sldLayoutId id="2147484181" r:id="rId10"/>
    <p:sldLayoutId id="2147484182" r:id="rId11"/>
  </p:sldLayoutIdLst>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8C1E1FAD-7351-4908-963A-08EA8E4AB7A0}" type="datetimeFigureOut">
              <a:rPr lang="en-US" smtClean="0"/>
              <a:pPr/>
              <a:t>3/6/2023</a:t>
            </a:fld>
            <a:endParaRPr lang="en-US" dirty="0"/>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n-US" dirty="0"/>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1CF2D47E-0AF1-4C27-801F-64E3E5BF7F72}" type="slidenum">
              <a:rPr lang="en-US" smtClean="0"/>
              <a:t>‹#›</a:t>
            </a:fld>
            <a:endParaRPr lang="en-US" dirty="0"/>
          </a:p>
        </p:txBody>
      </p:sp>
    </p:spTree>
    <p:extLst>
      <p:ext uri="{BB962C8B-B14F-4D97-AF65-F5344CB8AC3E}">
        <p14:creationId xmlns:p14="http://schemas.microsoft.com/office/powerpoint/2010/main" val="4013272336"/>
      </p:ext>
    </p:extLst>
  </p:cSld>
  <p:clrMap bg1="lt1" tx1="dk1" bg2="lt2" tx2="dk2" accent1="accent1" accent2="accent2" accent3="accent3" accent4="accent4" accent5="accent5" accent6="accent6" hlink="hlink" folHlink="folHlink"/>
  <p:sldLayoutIdLst>
    <p:sldLayoutId id="2147484172" r:id="rId1"/>
    <p:sldLayoutId id="2147484173" r:id="rId2"/>
    <p:sldLayoutId id="2147484174" r:id="rId3"/>
    <p:sldLayoutId id="2147484175" r:id="rId4"/>
    <p:sldLayoutId id="2147484176" r:id="rId5"/>
    <p:sldLayoutId id="2147484177" r:id="rId6"/>
    <p:sldLayoutId id="2147484178" r:id="rId7"/>
    <p:sldLayoutId id="2147484179" r:id="rId8"/>
    <p:sldLayoutId id="2147484180" r:id="rId9"/>
    <p:sldLayoutId id="2147484181" r:id="rId10"/>
    <p:sldLayoutId id="2147484182" r:id="rId11"/>
  </p:sldLayoutIdLst>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2" Type="http://schemas.openxmlformats.org/officeDocument/2006/relationships/hyperlink" Target="https://dictionary.cambridge.org/dictionary/english/elicitation"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link.springer.com/article/10.1007/s42979-020-00416-4" TargetMode="External"/><Relationship Id="rId2" Type="http://schemas.openxmlformats.org/officeDocument/2006/relationships/hyperlink" Target="https://upcommons.upc.edu/bitstream/handle/2117/118992/18CAiSE.pdf"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slide" Target="slide14.xml"/><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slide" Target="slide16.xml"/><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slide" Target="slide70.xml"/><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80.png"/></Relationships>
</file>

<file path=ppt/slides/_rels/slide27.xml.rels><?xml version="1.0" encoding="UTF-8" standalone="yes"?>
<Relationships xmlns="http://schemas.openxmlformats.org/package/2006/relationships"><Relationship Id="rId3" Type="http://schemas.openxmlformats.org/officeDocument/2006/relationships/hyperlink" Target="https://link.springer.com/chapter/10.1007/978-3-319-39510-4_13" TargetMode="External"/><Relationship Id="rId2" Type="http://schemas.openxmlformats.org/officeDocument/2006/relationships/hyperlink" Target="https://citeseerx.ist.psu.edu/document?repid=rep1&amp;type=pdf&amp;doi=4a951f61b704f2cd002e1d99e11e0090b02f6689" TargetMode="External"/><Relationship Id="rId1" Type="http://schemas.openxmlformats.org/officeDocument/2006/relationships/slideLayout" Target="../slideLayouts/slideLayout2.xml"/><Relationship Id="rId4" Type="http://schemas.openxmlformats.org/officeDocument/2006/relationships/hyperlink" Target="https://unibucro0.sharepoint.com/:f:/r/sites/UXUIDesign100/Class%20Materials/Materiale%20articole?csf=1&amp;web=1&amp;e=PxNKGt" TargetMode="External"/></Relationships>
</file>

<file path=ppt/slides/_rels/slide28.xml.rels><?xml version="1.0" encoding="UTF-8" standalone="yes"?>
<Relationships xmlns="http://schemas.openxmlformats.org/package/2006/relationships"><Relationship Id="rId3" Type="http://schemas.openxmlformats.org/officeDocument/2006/relationships/slide" Target="slide29.xml"/><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4C143-C00F-011F-D6D3-E661091ABCD1}"/>
              </a:ext>
            </a:extLst>
          </p:cNvPr>
          <p:cNvSpPr>
            <a:spLocks noGrp="1"/>
          </p:cNvSpPr>
          <p:nvPr>
            <p:ph type="ctrTitle"/>
          </p:nvPr>
        </p:nvSpPr>
        <p:spPr>
          <a:xfrm>
            <a:off x="7464612" y="1275959"/>
            <a:ext cx="4087306" cy="2889114"/>
          </a:xfrm>
        </p:spPr>
        <p:txBody>
          <a:bodyPr anchor="b">
            <a:normAutofit/>
          </a:bodyPr>
          <a:lstStyle/>
          <a:p>
            <a:pPr algn="l"/>
            <a:r>
              <a:rPr lang="en-GB" sz="3400" b="1" i="0" dirty="0" err="1">
                <a:latin typeface="Courier New" panose="02070309020205020404" pitchFamily="49" charset="0"/>
                <a:ea typeface="Tahoma" panose="020B0604030504040204" pitchFamily="34" charset="0"/>
                <a:cs typeface="Courier New" panose="02070309020205020404" pitchFamily="49" charset="0"/>
              </a:rPr>
              <a:t>Experien</a:t>
            </a:r>
            <a:r>
              <a:rPr lang="ro-RO" sz="3400" b="1" i="0" dirty="0">
                <a:latin typeface="Courier New" panose="02070309020205020404" pitchFamily="49" charset="0"/>
                <a:ea typeface="Tahoma" panose="020B0604030504040204" pitchFamily="34" charset="0"/>
                <a:cs typeface="Courier New" panose="02070309020205020404" pitchFamily="49" charset="0"/>
              </a:rPr>
              <a:t>ța de utilizare și interacțiunea cu utilizatorul</a:t>
            </a:r>
            <a:br>
              <a:rPr lang="ro-RO" sz="3400" b="1" i="0" dirty="0">
                <a:latin typeface="Courier New" panose="02070309020205020404" pitchFamily="49" charset="0"/>
                <a:ea typeface="Tahoma" panose="020B0604030504040204" pitchFamily="34" charset="0"/>
                <a:cs typeface="Courier New" panose="02070309020205020404" pitchFamily="49" charset="0"/>
              </a:rPr>
            </a:br>
            <a:r>
              <a:rPr lang="ro-RO" sz="3400" b="1" i="0" dirty="0">
                <a:latin typeface="Courier New" panose="02070309020205020404" pitchFamily="49" charset="0"/>
                <a:ea typeface="Tahoma" panose="020B0604030504040204" pitchFamily="34" charset="0"/>
                <a:cs typeface="Courier New" panose="02070309020205020404" pitchFamily="49" charset="0"/>
              </a:rPr>
              <a:t>UX/UI Design</a:t>
            </a:r>
            <a:endParaRPr lang="en-GB" sz="3400" b="1" i="0" dirty="0">
              <a:latin typeface="Courier New" panose="02070309020205020404" pitchFamily="49" charset="0"/>
              <a:ea typeface="Tahoma" panose="020B0604030504040204" pitchFamily="34" charset="0"/>
              <a:cs typeface="Courier New" panose="02070309020205020404" pitchFamily="49" charset="0"/>
            </a:endParaRPr>
          </a:p>
        </p:txBody>
      </p:sp>
      <p:sp>
        <p:nvSpPr>
          <p:cNvPr id="3" name="Subtitle 2">
            <a:extLst>
              <a:ext uri="{FF2B5EF4-FFF2-40B4-BE49-F238E27FC236}">
                <a16:creationId xmlns:a16="http://schemas.microsoft.com/office/drawing/2014/main" id="{E9CB0EF9-0780-DB11-85D8-1EED3A2A3FD0}"/>
              </a:ext>
            </a:extLst>
          </p:cNvPr>
          <p:cNvSpPr>
            <a:spLocks noGrp="1"/>
          </p:cNvSpPr>
          <p:nvPr>
            <p:ph type="subTitle" idx="1"/>
          </p:nvPr>
        </p:nvSpPr>
        <p:spPr>
          <a:xfrm>
            <a:off x="7464612" y="4750893"/>
            <a:ext cx="4087305" cy="1147863"/>
          </a:xfrm>
        </p:spPr>
        <p:txBody>
          <a:bodyPr anchor="t">
            <a:normAutofit/>
          </a:bodyPr>
          <a:lstStyle/>
          <a:p>
            <a:pPr algn="l"/>
            <a:r>
              <a:rPr lang="ro-RO" sz="2000" b="1" dirty="0">
                <a:latin typeface="Courier New" panose="02070309020205020404" pitchFamily="49" charset="0"/>
                <a:cs typeface="Courier New" panose="02070309020205020404" pitchFamily="49" charset="0"/>
              </a:rPr>
              <a:t>Mihai-Sorin Stupariu</a:t>
            </a:r>
          </a:p>
          <a:p>
            <a:pPr algn="l"/>
            <a:r>
              <a:rPr lang="ro-RO" sz="2000" b="1" dirty="0">
                <a:latin typeface="Courier New" panose="02070309020205020404" pitchFamily="49" charset="0"/>
                <a:cs typeface="Courier New" panose="02070309020205020404" pitchFamily="49" charset="0"/>
              </a:rPr>
              <a:t>202</a:t>
            </a:r>
            <a:r>
              <a:rPr lang="en-GB" sz="2000" b="1" dirty="0">
                <a:latin typeface="Courier New" panose="02070309020205020404" pitchFamily="49" charset="0"/>
                <a:cs typeface="Courier New" panose="02070309020205020404" pitchFamily="49" charset="0"/>
              </a:rPr>
              <a:t>3</a:t>
            </a:r>
            <a:r>
              <a:rPr lang="ro-RO" sz="2000" b="1" dirty="0">
                <a:latin typeface="Courier New" panose="02070309020205020404" pitchFamily="49" charset="0"/>
                <a:cs typeface="Courier New" panose="02070309020205020404" pitchFamily="49" charset="0"/>
              </a:rPr>
              <a:t>-202</a:t>
            </a:r>
            <a:r>
              <a:rPr lang="en-GB" sz="2000" b="1">
                <a:latin typeface="Courier New" panose="02070309020205020404" pitchFamily="49" charset="0"/>
                <a:cs typeface="Courier New" panose="02070309020205020404" pitchFamily="49" charset="0"/>
              </a:rPr>
              <a:t>4</a:t>
            </a:r>
            <a:endParaRPr lang="en-GB" sz="2000" b="1" dirty="0">
              <a:latin typeface="Courier New" panose="02070309020205020404" pitchFamily="49" charset="0"/>
              <a:cs typeface="Courier New" panose="02070309020205020404" pitchFamily="49" charset="0"/>
            </a:endParaRPr>
          </a:p>
        </p:txBody>
      </p:sp>
      <p:pic>
        <p:nvPicPr>
          <p:cNvPr id="20" name="Picture 3" descr="Lightbulb idea concept">
            <a:extLst>
              <a:ext uri="{FF2B5EF4-FFF2-40B4-BE49-F238E27FC236}">
                <a16:creationId xmlns:a16="http://schemas.microsoft.com/office/drawing/2014/main" id="{A636C389-5482-1FDB-2F0A-A5A010A48910}"/>
              </a:ext>
            </a:extLst>
          </p:cNvPr>
          <p:cNvPicPr>
            <a:picLocks noChangeAspect="1"/>
          </p:cNvPicPr>
          <p:nvPr/>
        </p:nvPicPr>
        <p:blipFill rotWithShape="1">
          <a:blip r:embed="rId2"/>
          <a:srcRect r="31589" b="-1"/>
          <a:stretch/>
        </p:blipFill>
        <p:spPr>
          <a:xfrm>
            <a:off x="1" y="10"/>
            <a:ext cx="7028495" cy="6857990"/>
          </a:xfrm>
          <a:custGeom>
            <a:avLst/>
            <a:gdLst/>
            <a:ahLst/>
            <a:cxnLst/>
            <a:rect l="l" t="t" r="r" b="b"/>
            <a:pathLst>
              <a:path w="7028495" h="6858000">
                <a:moveTo>
                  <a:pt x="0" y="0"/>
                </a:moveTo>
                <a:lnTo>
                  <a:pt x="6915668" y="0"/>
                </a:lnTo>
                <a:lnTo>
                  <a:pt x="6952411" y="219663"/>
                </a:lnTo>
                <a:cubicBezTo>
                  <a:pt x="7002551" y="569921"/>
                  <a:pt x="7028495" y="927986"/>
                  <a:pt x="7028495" y="1292112"/>
                </a:cubicBezTo>
                <a:cubicBezTo>
                  <a:pt x="7028495" y="3343346"/>
                  <a:pt x="6205186" y="5202289"/>
                  <a:pt x="4870994" y="6556512"/>
                </a:cubicBezTo>
                <a:lnTo>
                  <a:pt x="4556185" y="6858000"/>
                </a:lnTo>
                <a:lnTo>
                  <a:pt x="0" y="6858000"/>
                </a:lnTo>
                <a:close/>
              </a:path>
            </a:pathLst>
          </a:custGeom>
        </p:spPr>
      </p:pic>
    </p:spTree>
    <p:extLst>
      <p:ext uri="{BB962C8B-B14F-4D97-AF65-F5344CB8AC3E}">
        <p14:creationId xmlns:p14="http://schemas.microsoft.com/office/powerpoint/2010/main" val="3840909421"/>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162DF2A-64D1-4AA9-BA42-8A4063EADE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1" name="Rectangle 10">
            <a:extLst>
              <a:ext uri="{FF2B5EF4-FFF2-40B4-BE49-F238E27FC236}">
                <a16:creationId xmlns:a16="http://schemas.microsoft.com/office/drawing/2014/main" id="{5D7C1373-63AF-4A75-909E-990E053566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useBgFill="1">
        <p:nvSpPr>
          <p:cNvPr id="13" name="Rectangle 12">
            <a:extLst>
              <a:ext uri="{FF2B5EF4-FFF2-40B4-BE49-F238E27FC236}">
                <a16:creationId xmlns:a16="http://schemas.microsoft.com/office/drawing/2014/main" id="{2F4AD318-2FB6-4C6E-931E-58E404FA18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Freeform: Shape 14">
            <a:extLst>
              <a:ext uri="{FF2B5EF4-FFF2-40B4-BE49-F238E27FC236}">
                <a16:creationId xmlns:a16="http://schemas.microsoft.com/office/drawing/2014/main" id="{1A118E35-1CBF-4863-8497-F4DF1A166D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82" y="752748"/>
            <a:ext cx="1001483" cy="4744251"/>
          </a:xfrm>
          <a:custGeom>
            <a:avLst/>
            <a:gdLst>
              <a:gd name="connsiteX0" fmla="*/ 0 w 1001483"/>
              <a:gd name="connsiteY0" fmla="*/ 0 h 4744251"/>
              <a:gd name="connsiteX1" fmla="*/ 1001483 w 1001483"/>
              <a:gd name="connsiteY1" fmla="*/ 0 h 4744251"/>
              <a:gd name="connsiteX2" fmla="*/ 0 w 1001483"/>
              <a:gd name="connsiteY2" fmla="*/ 4744251 h 4744251"/>
            </a:gdLst>
            <a:ahLst/>
            <a:cxnLst>
              <a:cxn ang="0">
                <a:pos x="connsiteX0" y="connsiteY0"/>
              </a:cxn>
              <a:cxn ang="0">
                <a:pos x="connsiteX1" y="connsiteY1"/>
              </a:cxn>
              <a:cxn ang="0">
                <a:pos x="connsiteX2" y="connsiteY2"/>
              </a:cxn>
            </a:cxnLst>
            <a:rect l="l" t="t" r="r" b="b"/>
            <a:pathLst>
              <a:path w="1001483" h="4744251">
                <a:moveTo>
                  <a:pt x="0" y="0"/>
                </a:moveTo>
                <a:lnTo>
                  <a:pt x="1001483" y="0"/>
                </a:lnTo>
                <a:lnTo>
                  <a:pt x="0" y="474425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7" name="Freeform: Shape 16">
            <a:extLst>
              <a:ext uri="{FF2B5EF4-FFF2-40B4-BE49-F238E27FC236}">
                <a16:creationId xmlns:a16="http://schemas.microsoft.com/office/drawing/2014/main" id="{6E187274-5DC2-4BE0-AF99-925D6D9735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87094" y="761999"/>
            <a:ext cx="4208489" cy="5334001"/>
          </a:xfrm>
          <a:custGeom>
            <a:avLst/>
            <a:gdLst>
              <a:gd name="connsiteX0" fmla="*/ 1015642 w 4208489"/>
              <a:gd name="connsiteY0" fmla="*/ 0 h 5334001"/>
              <a:gd name="connsiteX1" fmla="*/ 4208489 w 4208489"/>
              <a:gd name="connsiteY1" fmla="*/ 0 h 5334001"/>
              <a:gd name="connsiteX2" fmla="*/ 4208489 w 4208489"/>
              <a:gd name="connsiteY2" fmla="*/ 5334001 h 5334001"/>
              <a:gd name="connsiteX3" fmla="*/ 0 w 4208489"/>
              <a:gd name="connsiteY3" fmla="*/ 5334001 h 5334001"/>
            </a:gdLst>
            <a:ahLst/>
            <a:cxnLst>
              <a:cxn ang="0">
                <a:pos x="connsiteX0" y="connsiteY0"/>
              </a:cxn>
              <a:cxn ang="0">
                <a:pos x="connsiteX1" y="connsiteY1"/>
              </a:cxn>
              <a:cxn ang="0">
                <a:pos x="connsiteX2" y="connsiteY2"/>
              </a:cxn>
              <a:cxn ang="0">
                <a:pos x="connsiteX3" y="connsiteY3"/>
              </a:cxn>
            </a:cxnLst>
            <a:rect l="l" t="t" r="r" b="b"/>
            <a:pathLst>
              <a:path w="4208489" h="5334001">
                <a:moveTo>
                  <a:pt x="1015642" y="0"/>
                </a:moveTo>
                <a:lnTo>
                  <a:pt x="4208489" y="0"/>
                </a:lnTo>
                <a:lnTo>
                  <a:pt x="4208489" y="5334001"/>
                </a:lnTo>
                <a:lnTo>
                  <a:pt x="0" y="533400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698465DE-CB0A-7BF6-610A-29B36ED20C3E}"/>
              </a:ext>
            </a:extLst>
          </p:cNvPr>
          <p:cNvSpPr>
            <a:spLocks noGrp="1"/>
          </p:cNvSpPr>
          <p:nvPr>
            <p:ph type="title"/>
          </p:nvPr>
        </p:nvSpPr>
        <p:spPr>
          <a:xfrm>
            <a:off x="1126545" y="761999"/>
            <a:ext cx="6999748" cy="3901959"/>
          </a:xfrm>
        </p:spPr>
        <p:txBody>
          <a:bodyPr vert="horz" lIns="91440" tIns="45720" rIns="91440" bIns="45720" rtlCol="0" anchor="b">
            <a:normAutofit fontScale="90000"/>
          </a:bodyPr>
          <a:lstStyle/>
          <a:p>
            <a:r>
              <a:rPr lang="ro-RO" sz="5900" spc="-100" dirty="0">
                <a:solidFill>
                  <a:schemeClr val="accent1"/>
                </a:solidFill>
                <a:latin typeface="Tahoma" panose="020B0604030504040204" pitchFamily="34" charset="0"/>
                <a:ea typeface="Tahoma" panose="020B0604030504040204" pitchFamily="34" charset="0"/>
                <a:cs typeface="Tahoma" panose="020B0604030504040204" pitchFamily="34" charset="0"/>
              </a:rPr>
              <a:t>În cursul anterior: element central </a:t>
            </a:r>
            <a:r>
              <a:rPr lang="ro-RO" sz="5900" i="1" spc="-100" dirty="0">
                <a:solidFill>
                  <a:schemeClr val="accent1"/>
                </a:solidFill>
                <a:latin typeface="Tahoma" panose="020B0604030504040204" pitchFamily="34" charset="0"/>
                <a:ea typeface="Tahoma" panose="020B0604030504040204" pitchFamily="34" charset="0"/>
                <a:cs typeface="Tahoma" panose="020B0604030504040204" pitchFamily="34" charset="0"/>
              </a:rPr>
              <a:t>the wheel</a:t>
            </a:r>
            <a:r>
              <a:rPr lang="ro-RO" sz="5900" spc="-100" dirty="0">
                <a:solidFill>
                  <a:schemeClr val="accent1"/>
                </a:solidFill>
                <a:latin typeface="Tahoma" panose="020B0604030504040204" pitchFamily="34" charset="0"/>
                <a:ea typeface="Tahoma" panose="020B0604030504040204" pitchFamily="34" charset="0"/>
                <a:cs typeface="Tahoma" panose="020B0604030504040204" pitchFamily="34" charset="0"/>
              </a:rPr>
              <a:t> (activitățile principale ale fluxului de lucru)</a:t>
            </a:r>
            <a:endParaRPr lang="en-US" sz="5900" spc="-100" dirty="0">
              <a:solidFill>
                <a:schemeClr val="accent1"/>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416500882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3" name="Rectangle 42">
            <a:extLst>
              <a:ext uri="{FF2B5EF4-FFF2-40B4-BE49-F238E27FC236}">
                <a16:creationId xmlns:a16="http://schemas.microsoft.com/office/drawing/2014/main" id="{9AAD8036-96D8-496C-8006-37ACA5AD86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24A4CBA9-3463-4C65-BF46-6B6C50E7F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42856" y="757325"/>
            <a:ext cx="3549144" cy="53293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8465DE-CB0A-7BF6-610A-29B36ED20C3E}"/>
              </a:ext>
            </a:extLst>
          </p:cNvPr>
          <p:cNvSpPr>
            <a:spLocks noGrp="1"/>
          </p:cNvSpPr>
          <p:nvPr>
            <p:ph type="title"/>
          </p:nvPr>
        </p:nvSpPr>
        <p:spPr>
          <a:xfrm>
            <a:off x="8895775" y="1123837"/>
            <a:ext cx="2947482" cy="4601183"/>
          </a:xfrm>
        </p:spPr>
        <p:txBody>
          <a:bodyPr>
            <a:normAutofit/>
          </a:bodyPr>
          <a:lstStyle/>
          <a:p>
            <a:r>
              <a:rPr lang="ro-RO">
                <a:latin typeface="Tahoma" panose="020B0604030504040204" pitchFamily="34" charset="0"/>
                <a:ea typeface="Tahoma" panose="020B0604030504040204" pitchFamily="34" charset="0"/>
                <a:cs typeface="Tahoma" panose="020B0604030504040204" pitchFamily="34" charset="0"/>
              </a:rPr>
              <a:t>De actualitate: modelul de tip </a:t>
            </a:r>
            <a:r>
              <a:rPr lang="ro-RO" i="1">
                <a:latin typeface="Tahoma" panose="020B0604030504040204" pitchFamily="34" charset="0"/>
                <a:ea typeface="Tahoma" panose="020B0604030504040204" pitchFamily="34" charset="0"/>
                <a:cs typeface="Tahoma" panose="020B0604030504040204" pitchFamily="34" charset="0"/>
              </a:rPr>
              <a:t>wheel</a:t>
            </a:r>
            <a:r>
              <a:rPr lang="ro-RO">
                <a:latin typeface="Tahoma" panose="020B0604030504040204" pitchFamily="34" charset="0"/>
                <a:ea typeface="Tahoma" panose="020B0604030504040204" pitchFamily="34" charset="0"/>
                <a:cs typeface="Tahoma" panose="020B0604030504040204" pitchFamily="34" charset="0"/>
              </a:rPr>
              <a:t> (proces ciclic)</a:t>
            </a:r>
            <a:endParaRPr lang="en-GB">
              <a:latin typeface="Tahoma" panose="020B0604030504040204" pitchFamily="34" charset="0"/>
              <a:ea typeface="Tahoma" panose="020B0604030504040204" pitchFamily="34" charset="0"/>
              <a:cs typeface="Tahoma" panose="020B0604030504040204" pitchFamily="34" charset="0"/>
            </a:endParaRPr>
          </a:p>
        </p:txBody>
      </p:sp>
      <p:sp>
        <p:nvSpPr>
          <p:cNvPr id="47" name="Rectangle 46">
            <a:extLst>
              <a:ext uri="{FF2B5EF4-FFF2-40B4-BE49-F238E27FC236}">
                <a16:creationId xmlns:a16="http://schemas.microsoft.com/office/drawing/2014/main" id="{2DCEED6C-D39C-40AA-B89E-52C3FA5A70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graphicFrame>
        <p:nvGraphicFramePr>
          <p:cNvPr id="7" name="Content Placeholder 6">
            <a:extLst>
              <a:ext uri="{FF2B5EF4-FFF2-40B4-BE49-F238E27FC236}">
                <a16:creationId xmlns:a16="http://schemas.microsoft.com/office/drawing/2014/main" id="{94476DC5-604F-93C3-FD5A-1F644B33402E}"/>
              </a:ext>
            </a:extLst>
          </p:cNvPr>
          <p:cNvGraphicFramePr>
            <a:graphicFrameLocks noGrp="1"/>
          </p:cNvGraphicFramePr>
          <p:nvPr>
            <p:ph idx="1"/>
            <p:extLst>
              <p:ext uri="{D42A27DB-BD31-4B8C-83A1-F6EECF244321}">
                <p14:modId xmlns:p14="http://schemas.microsoft.com/office/powerpoint/2010/main" val="3833021287"/>
              </p:ext>
            </p:extLst>
          </p:nvPr>
        </p:nvGraphicFramePr>
        <p:xfrm>
          <a:off x="866647" y="933854"/>
          <a:ext cx="7293610" cy="504182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2947734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B86EEAC6-011F-4499-ACFF-2FDC742DB0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5" name="Rectangle 14">
            <a:extLst>
              <a:ext uri="{FF2B5EF4-FFF2-40B4-BE49-F238E27FC236}">
                <a16:creationId xmlns:a16="http://schemas.microsoft.com/office/drawing/2014/main" id="{6970F14D-B6E6-40EA-96B4-4E18D0CF9D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7" name="Rectangle 16">
            <a:extLst>
              <a:ext uri="{FF2B5EF4-FFF2-40B4-BE49-F238E27FC236}">
                <a16:creationId xmlns:a16="http://schemas.microsoft.com/office/drawing/2014/main" id="{F13A95FF-1A75-49AA-86AE-EED61BD0E4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61999"/>
            <a:ext cx="4642228"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B1C6B366-603D-F2CB-073A-0D8BD7B9D250}"/>
              </a:ext>
            </a:extLst>
          </p:cNvPr>
          <p:cNvSpPr>
            <a:spLocks noGrp="1"/>
          </p:cNvSpPr>
          <p:nvPr>
            <p:ph type="title"/>
          </p:nvPr>
        </p:nvSpPr>
        <p:spPr>
          <a:xfrm>
            <a:off x="289249" y="1765861"/>
            <a:ext cx="4016116" cy="3370343"/>
          </a:xfrm>
        </p:spPr>
        <p:txBody>
          <a:bodyPr vert="horz" lIns="91440" tIns="45720" rIns="91440" bIns="45720" rtlCol="0" anchor="ctr">
            <a:normAutofit fontScale="90000"/>
          </a:bodyPr>
          <a:lstStyle/>
          <a:p>
            <a:r>
              <a:rPr lang="ro-RO" sz="3600" dirty="0">
                <a:latin typeface="Tahoma" panose="020B0604030504040204" pitchFamily="34" charset="0"/>
                <a:ea typeface="Tahoma" panose="020B0604030504040204" pitchFamily="34" charset="0"/>
                <a:cs typeface="Tahoma" panose="020B0604030504040204" pitchFamily="34" charset="0"/>
              </a:rPr>
              <a:t>The </a:t>
            </a:r>
            <a:r>
              <a:rPr lang="ro-RO" sz="3600" i="1" dirty="0">
                <a:latin typeface="Tahoma" panose="020B0604030504040204" pitchFamily="34" charset="0"/>
                <a:ea typeface="Tahoma" panose="020B0604030504040204" pitchFamily="34" charset="0"/>
                <a:cs typeface="Tahoma" panose="020B0604030504040204" pitchFamily="34" charset="0"/>
              </a:rPr>
              <a:t>Wheel. </a:t>
            </a:r>
            <a:br>
              <a:rPr lang="ro-RO" sz="3600" i="1" dirty="0">
                <a:latin typeface="Tahoma" panose="020B0604030504040204" pitchFamily="34" charset="0"/>
                <a:ea typeface="Tahoma" panose="020B0604030504040204" pitchFamily="34" charset="0"/>
                <a:cs typeface="Tahoma" panose="020B0604030504040204" pitchFamily="34" charset="0"/>
              </a:rPr>
            </a:br>
            <a:r>
              <a:rPr lang="ro-RO" sz="3600" dirty="0">
                <a:latin typeface="Tahoma" panose="020B0604030504040204" pitchFamily="34" charset="0"/>
                <a:ea typeface="Tahoma" panose="020B0604030504040204" pitchFamily="34" charset="0"/>
                <a:cs typeface="Tahoma" panose="020B0604030504040204" pitchFamily="34" charset="0"/>
              </a:rPr>
              <a:t>Un ciclu de lucru presupune o succesiune mai complexă de activități, permanent </a:t>
            </a:r>
            <a:r>
              <a:rPr lang="ro-RO" sz="3600" i="1" dirty="0">
                <a:latin typeface="Tahoma" panose="020B0604030504040204" pitchFamily="34" charset="0"/>
                <a:ea typeface="Tahoma" panose="020B0604030504040204" pitchFamily="34" charset="0"/>
                <a:cs typeface="Tahoma" panose="020B0604030504040204" pitchFamily="34" charset="0"/>
              </a:rPr>
              <a:t>feedback </a:t>
            </a:r>
            <a:r>
              <a:rPr lang="ro-RO" sz="3600" dirty="0">
                <a:latin typeface="Tahoma" panose="020B0604030504040204" pitchFamily="34" charset="0"/>
                <a:ea typeface="Tahoma" panose="020B0604030504040204" pitchFamily="34" charset="0"/>
                <a:cs typeface="Tahoma" panose="020B0604030504040204" pitchFamily="34" charset="0"/>
              </a:rPr>
              <a:t>și multiple iterații</a:t>
            </a:r>
            <a:endParaRPr lang="en-US" sz="3600" dirty="0">
              <a:latin typeface="Tahoma" panose="020B0604030504040204" pitchFamily="34" charset="0"/>
              <a:ea typeface="Tahoma" panose="020B0604030504040204" pitchFamily="34" charset="0"/>
              <a:cs typeface="Tahoma" panose="020B0604030504040204" pitchFamily="34" charset="0"/>
            </a:endParaRPr>
          </a:p>
        </p:txBody>
      </p:sp>
      <p:sp>
        <p:nvSpPr>
          <p:cNvPr id="4" name="Text Placeholder 3">
            <a:extLst>
              <a:ext uri="{FF2B5EF4-FFF2-40B4-BE49-F238E27FC236}">
                <a16:creationId xmlns:a16="http://schemas.microsoft.com/office/drawing/2014/main" id="{0EF18D4F-2DF6-F9AE-08E9-FEC89EDD2D9D}"/>
              </a:ext>
            </a:extLst>
          </p:cNvPr>
          <p:cNvSpPr>
            <a:spLocks noGrp="1"/>
          </p:cNvSpPr>
          <p:nvPr>
            <p:ph type="body" sz="half" idx="2"/>
          </p:nvPr>
        </p:nvSpPr>
        <p:spPr>
          <a:xfrm>
            <a:off x="289249" y="5535037"/>
            <a:ext cx="4016116" cy="249943"/>
          </a:xfrm>
        </p:spPr>
        <p:txBody>
          <a:bodyPr vert="horz" lIns="91440" tIns="45720" rIns="91440" bIns="45720" rtlCol="0" anchor="t">
            <a:normAutofit fontScale="77500" lnSpcReduction="20000"/>
          </a:bodyPr>
          <a:lstStyle/>
          <a:p>
            <a:pPr indent="-182880">
              <a:lnSpc>
                <a:spcPct val="90000"/>
              </a:lnSpc>
              <a:buFont typeface="Wingdings 2" pitchFamily="18" charset="2"/>
              <a:buChar char=""/>
            </a:pPr>
            <a:r>
              <a:rPr lang="ro-RO" sz="1800" dirty="0">
                <a:solidFill>
                  <a:schemeClr val="tx1"/>
                </a:solidFill>
                <a:latin typeface="Tahoma" panose="020B0604030504040204" pitchFamily="34" charset="0"/>
                <a:ea typeface="Tahoma" panose="020B0604030504040204" pitchFamily="34" charset="0"/>
                <a:cs typeface="Tahoma" panose="020B0604030504040204" pitchFamily="34" charset="0"/>
              </a:rPr>
              <a:t>Sursa: Hartson și Pyla, 2019</a:t>
            </a:r>
            <a:endParaRPr lang="en-US"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pic>
        <p:nvPicPr>
          <p:cNvPr id="8" name="Picture Placeholder 7">
            <a:extLst>
              <a:ext uri="{FF2B5EF4-FFF2-40B4-BE49-F238E27FC236}">
                <a16:creationId xmlns:a16="http://schemas.microsoft.com/office/drawing/2014/main" id="{69193BF6-12EC-B80A-B08D-D856C061BE84}"/>
              </a:ext>
            </a:extLst>
          </p:cNvPr>
          <p:cNvPicPr>
            <a:picLocks noGrp="1" noChangeAspect="1"/>
          </p:cNvPicPr>
          <p:nvPr>
            <p:ph type="pic" idx="1"/>
          </p:nvPr>
        </p:nvPicPr>
        <p:blipFill rotWithShape="1">
          <a:blip r:embed="rId2"/>
          <a:srcRect l="4395" r="4397" b="2"/>
          <a:stretch/>
        </p:blipFill>
        <p:spPr>
          <a:xfrm>
            <a:off x="5147190" y="763675"/>
            <a:ext cx="6193767" cy="5330650"/>
          </a:xfrm>
          <a:prstGeom prst="rect">
            <a:avLst/>
          </a:prstGeom>
        </p:spPr>
      </p:pic>
    </p:spTree>
    <p:extLst>
      <p:ext uri="{BB962C8B-B14F-4D97-AF65-F5344CB8AC3E}">
        <p14:creationId xmlns:p14="http://schemas.microsoft.com/office/powerpoint/2010/main" val="1846342621"/>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8">
            <a:extLst>
              <a:ext uri="{FF2B5EF4-FFF2-40B4-BE49-F238E27FC236}">
                <a16:creationId xmlns:a16="http://schemas.microsoft.com/office/drawing/2014/main" id="{43162304-DA60-4C31-9E2B-E22F8DA75F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2" name="Rectangle 10">
            <a:extLst>
              <a:ext uri="{FF2B5EF4-FFF2-40B4-BE49-F238E27FC236}">
                <a16:creationId xmlns:a16="http://schemas.microsoft.com/office/drawing/2014/main" id="{C4AE1EFF-264A-4A42-BEA1-0E875F40D7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useBgFill="1">
        <p:nvSpPr>
          <p:cNvPr id="23" name="Rectangle 12">
            <a:extLst>
              <a:ext uri="{FF2B5EF4-FFF2-40B4-BE49-F238E27FC236}">
                <a16:creationId xmlns:a16="http://schemas.microsoft.com/office/drawing/2014/main" id="{5DB23C2B-2054-4D8B-9E98-9190F8E05E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14">
            <a:extLst>
              <a:ext uri="{FF2B5EF4-FFF2-40B4-BE49-F238E27FC236}">
                <a16:creationId xmlns:a16="http://schemas.microsoft.com/office/drawing/2014/main" id="{665C2FCD-09A4-4B4B-AA73-F330DFE917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82" y="752748"/>
            <a:ext cx="1001483" cy="4744251"/>
          </a:xfrm>
          <a:custGeom>
            <a:avLst/>
            <a:gdLst>
              <a:gd name="connsiteX0" fmla="*/ 0 w 1001483"/>
              <a:gd name="connsiteY0" fmla="*/ 0 h 4744251"/>
              <a:gd name="connsiteX1" fmla="*/ 1001483 w 1001483"/>
              <a:gd name="connsiteY1" fmla="*/ 0 h 4744251"/>
              <a:gd name="connsiteX2" fmla="*/ 0 w 1001483"/>
              <a:gd name="connsiteY2" fmla="*/ 4744251 h 4744251"/>
            </a:gdLst>
            <a:ahLst/>
            <a:cxnLst>
              <a:cxn ang="0">
                <a:pos x="connsiteX0" y="connsiteY0"/>
              </a:cxn>
              <a:cxn ang="0">
                <a:pos x="connsiteX1" y="connsiteY1"/>
              </a:cxn>
              <a:cxn ang="0">
                <a:pos x="connsiteX2" y="connsiteY2"/>
              </a:cxn>
            </a:cxnLst>
            <a:rect l="l" t="t" r="r" b="b"/>
            <a:pathLst>
              <a:path w="1001483" h="4744251">
                <a:moveTo>
                  <a:pt x="0" y="0"/>
                </a:moveTo>
                <a:lnTo>
                  <a:pt x="1001483" y="0"/>
                </a:lnTo>
                <a:lnTo>
                  <a:pt x="0" y="474425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4" name="Text Placeholder 3">
            <a:extLst>
              <a:ext uri="{FF2B5EF4-FFF2-40B4-BE49-F238E27FC236}">
                <a16:creationId xmlns:a16="http://schemas.microsoft.com/office/drawing/2014/main" id="{55C8C9CC-E2B5-6FCC-67CA-BB1CD14D01F9}"/>
              </a:ext>
            </a:extLst>
          </p:cNvPr>
          <p:cNvSpPr>
            <a:spLocks noGrp="1"/>
          </p:cNvSpPr>
          <p:nvPr>
            <p:ph type="body" sz="half" idx="2"/>
          </p:nvPr>
        </p:nvSpPr>
        <p:spPr>
          <a:xfrm>
            <a:off x="1264150" y="1496501"/>
            <a:ext cx="6461231" cy="3864998"/>
          </a:xfrm>
        </p:spPr>
        <p:txBody>
          <a:bodyPr vert="horz" lIns="91440" tIns="45720" rIns="91440" bIns="45720" rtlCol="0" anchor="ctr">
            <a:normAutofit/>
          </a:bodyPr>
          <a:lstStyle/>
          <a:p>
            <a:pPr indent="-182880">
              <a:lnSpc>
                <a:spcPct val="90000"/>
              </a:lnSpc>
              <a:buFont typeface="Wingdings 2" pitchFamily="18" charset="2"/>
              <a:buChar char=""/>
            </a:pPr>
            <a:endParaRPr lang="en-US" dirty="0">
              <a:solidFill>
                <a:schemeClr val="tx1">
                  <a:lumMod val="65000"/>
                  <a:lumOff val="35000"/>
                </a:schemeClr>
              </a:solidFill>
            </a:endParaRPr>
          </a:p>
        </p:txBody>
      </p:sp>
      <p:sp>
        <p:nvSpPr>
          <p:cNvPr id="25" name="Freeform: Shape 16">
            <a:extLst>
              <a:ext uri="{FF2B5EF4-FFF2-40B4-BE49-F238E27FC236}">
                <a16:creationId xmlns:a16="http://schemas.microsoft.com/office/drawing/2014/main" id="{8797B5BC-9873-45F9-97D6-298FB5AF08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87094" y="761999"/>
            <a:ext cx="4208489" cy="5334001"/>
          </a:xfrm>
          <a:custGeom>
            <a:avLst/>
            <a:gdLst>
              <a:gd name="connsiteX0" fmla="*/ 1015642 w 4208489"/>
              <a:gd name="connsiteY0" fmla="*/ 0 h 5334001"/>
              <a:gd name="connsiteX1" fmla="*/ 4208489 w 4208489"/>
              <a:gd name="connsiteY1" fmla="*/ 0 h 5334001"/>
              <a:gd name="connsiteX2" fmla="*/ 4208489 w 4208489"/>
              <a:gd name="connsiteY2" fmla="*/ 5334001 h 5334001"/>
              <a:gd name="connsiteX3" fmla="*/ 0 w 4208489"/>
              <a:gd name="connsiteY3" fmla="*/ 5334001 h 5334001"/>
            </a:gdLst>
            <a:ahLst/>
            <a:cxnLst>
              <a:cxn ang="0">
                <a:pos x="connsiteX0" y="connsiteY0"/>
              </a:cxn>
              <a:cxn ang="0">
                <a:pos x="connsiteX1" y="connsiteY1"/>
              </a:cxn>
              <a:cxn ang="0">
                <a:pos x="connsiteX2" y="connsiteY2"/>
              </a:cxn>
              <a:cxn ang="0">
                <a:pos x="connsiteX3" y="connsiteY3"/>
              </a:cxn>
            </a:cxnLst>
            <a:rect l="l" t="t" r="r" b="b"/>
            <a:pathLst>
              <a:path w="4208489" h="5334001">
                <a:moveTo>
                  <a:pt x="1015642" y="0"/>
                </a:moveTo>
                <a:lnTo>
                  <a:pt x="4208489" y="0"/>
                </a:lnTo>
                <a:lnTo>
                  <a:pt x="4208489" y="5334001"/>
                </a:lnTo>
                <a:lnTo>
                  <a:pt x="0" y="533400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A78508CA-FE42-6ABD-5632-834AFEBE1A0C}"/>
              </a:ext>
            </a:extLst>
          </p:cNvPr>
          <p:cNvSpPr>
            <a:spLocks noGrp="1"/>
          </p:cNvSpPr>
          <p:nvPr>
            <p:ph type="title"/>
          </p:nvPr>
        </p:nvSpPr>
        <p:spPr>
          <a:xfrm>
            <a:off x="8982805" y="1865740"/>
            <a:ext cx="2947482" cy="3126520"/>
          </a:xfrm>
        </p:spPr>
        <p:txBody>
          <a:bodyPr vert="horz" lIns="91440" tIns="45720" rIns="91440" bIns="45720" rtlCol="0" anchor="ctr">
            <a:normAutofit/>
          </a:bodyPr>
          <a:lstStyle/>
          <a:p>
            <a:r>
              <a:rPr lang="ro-RO" sz="3600" dirty="0">
                <a:solidFill>
                  <a:schemeClr val="tx1"/>
                </a:solidFill>
                <a:latin typeface="Tahoma" panose="020B0604030504040204" pitchFamily="34" charset="0"/>
                <a:ea typeface="Tahoma" panose="020B0604030504040204" pitchFamily="34" charset="0"/>
                <a:cs typeface="Tahoma" panose="020B0604030504040204" pitchFamily="34" charset="0"/>
              </a:rPr>
              <a:t>3. Înțelegerea cerințelor</a:t>
            </a:r>
            <a:endParaRPr lang="en-US" sz="36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pic>
        <p:nvPicPr>
          <p:cNvPr id="12" name="Picture 11">
            <a:extLst>
              <a:ext uri="{FF2B5EF4-FFF2-40B4-BE49-F238E27FC236}">
                <a16:creationId xmlns:a16="http://schemas.microsoft.com/office/drawing/2014/main" id="{EC708577-8C0B-E7EF-D13D-0340F04161D6}"/>
              </a:ext>
            </a:extLst>
          </p:cNvPr>
          <p:cNvPicPr>
            <a:picLocks noChangeAspect="1"/>
          </p:cNvPicPr>
          <p:nvPr/>
        </p:nvPicPr>
        <p:blipFill>
          <a:blip r:embed="rId2"/>
          <a:stretch>
            <a:fillRect/>
          </a:stretch>
        </p:blipFill>
        <p:spPr>
          <a:xfrm>
            <a:off x="1044014" y="761999"/>
            <a:ext cx="6935168" cy="5048955"/>
          </a:xfrm>
          <a:prstGeom prst="rect">
            <a:avLst/>
          </a:prstGeom>
        </p:spPr>
      </p:pic>
    </p:spTree>
    <p:extLst>
      <p:ext uri="{BB962C8B-B14F-4D97-AF65-F5344CB8AC3E}">
        <p14:creationId xmlns:p14="http://schemas.microsoft.com/office/powerpoint/2010/main" val="290090499"/>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8">
            <a:extLst>
              <a:ext uri="{FF2B5EF4-FFF2-40B4-BE49-F238E27FC236}">
                <a16:creationId xmlns:a16="http://schemas.microsoft.com/office/drawing/2014/main" id="{43162304-DA60-4C31-9E2B-E22F8DA75F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2" name="Rectangle 10">
            <a:extLst>
              <a:ext uri="{FF2B5EF4-FFF2-40B4-BE49-F238E27FC236}">
                <a16:creationId xmlns:a16="http://schemas.microsoft.com/office/drawing/2014/main" id="{C4AE1EFF-264A-4A42-BEA1-0E875F40D7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useBgFill="1">
        <p:nvSpPr>
          <p:cNvPr id="23" name="Rectangle 12">
            <a:extLst>
              <a:ext uri="{FF2B5EF4-FFF2-40B4-BE49-F238E27FC236}">
                <a16:creationId xmlns:a16="http://schemas.microsoft.com/office/drawing/2014/main" id="{5DB23C2B-2054-4D8B-9E98-9190F8E05E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14">
            <a:extLst>
              <a:ext uri="{FF2B5EF4-FFF2-40B4-BE49-F238E27FC236}">
                <a16:creationId xmlns:a16="http://schemas.microsoft.com/office/drawing/2014/main" id="{665C2FCD-09A4-4B4B-AA73-F330DFE917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82" y="752748"/>
            <a:ext cx="1001483" cy="4744251"/>
          </a:xfrm>
          <a:custGeom>
            <a:avLst/>
            <a:gdLst>
              <a:gd name="connsiteX0" fmla="*/ 0 w 1001483"/>
              <a:gd name="connsiteY0" fmla="*/ 0 h 4744251"/>
              <a:gd name="connsiteX1" fmla="*/ 1001483 w 1001483"/>
              <a:gd name="connsiteY1" fmla="*/ 0 h 4744251"/>
              <a:gd name="connsiteX2" fmla="*/ 0 w 1001483"/>
              <a:gd name="connsiteY2" fmla="*/ 4744251 h 4744251"/>
            </a:gdLst>
            <a:ahLst/>
            <a:cxnLst>
              <a:cxn ang="0">
                <a:pos x="connsiteX0" y="connsiteY0"/>
              </a:cxn>
              <a:cxn ang="0">
                <a:pos x="connsiteX1" y="connsiteY1"/>
              </a:cxn>
              <a:cxn ang="0">
                <a:pos x="connsiteX2" y="connsiteY2"/>
              </a:cxn>
            </a:cxnLst>
            <a:rect l="l" t="t" r="r" b="b"/>
            <a:pathLst>
              <a:path w="1001483" h="4744251">
                <a:moveTo>
                  <a:pt x="0" y="0"/>
                </a:moveTo>
                <a:lnTo>
                  <a:pt x="1001483" y="0"/>
                </a:lnTo>
                <a:lnTo>
                  <a:pt x="0" y="474425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4" name="Text Placeholder 3">
            <a:extLst>
              <a:ext uri="{FF2B5EF4-FFF2-40B4-BE49-F238E27FC236}">
                <a16:creationId xmlns:a16="http://schemas.microsoft.com/office/drawing/2014/main" id="{55C8C9CC-E2B5-6FCC-67CA-BB1CD14D01F9}"/>
              </a:ext>
            </a:extLst>
          </p:cNvPr>
          <p:cNvSpPr>
            <a:spLocks noGrp="1"/>
          </p:cNvSpPr>
          <p:nvPr>
            <p:ph type="body" sz="half" idx="2"/>
          </p:nvPr>
        </p:nvSpPr>
        <p:spPr>
          <a:xfrm>
            <a:off x="1264150" y="1496501"/>
            <a:ext cx="6461231" cy="3864998"/>
          </a:xfrm>
        </p:spPr>
        <p:txBody>
          <a:bodyPr vert="horz" lIns="91440" tIns="45720" rIns="91440" bIns="45720" rtlCol="0" anchor="ctr">
            <a:normAutofit/>
          </a:bodyPr>
          <a:lstStyle/>
          <a:p>
            <a:pPr indent="-182880">
              <a:lnSpc>
                <a:spcPct val="90000"/>
              </a:lnSpc>
              <a:buFont typeface="Wingdings 2" pitchFamily="18" charset="2"/>
              <a:buChar char=""/>
            </a:pPr>
            <a:endParaRPr lang="en-US" dirty="0">
              <a:solidFill>
                <a:schemeClr val="tx1">
                  <a:lumMod val="65000"/>
                  <a:lumOff val="35000"/>
                </a:schemeClr>
              </a:solidFill>
            </a:endParaRPr>
          </a:p>
        </p:txBody>
      </p:sp>
      <p:sp>
        <p:nvSpPr>
          <p:cNvPr id="25" name="Freeform: Shape 16">
            <a:extLst>
              <a:ext uri="{FF2B5EF4-FFF2-40B4-BE49-F238E27FC236}">
                <a16:creationId xmlns:a16="http://schemas.microsoft.com/office/drawing/2014/main" id="{8797B5BC-9873-45F9-97D6-298FB5AF08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87094" y="761999"/>
            <a:ext cx="4208489" cy="5334001"/>
          </a:xfrm>
          <a:custGeom>
            <a:avLst/>
            <a:gdLst>
              <a:gd name="connsiteX0" fmla="*/ 1015642 w 4208489"/>
              <a:gd name="connsiteY0" fmla="*/ 0 h 5334001"/>
              <a:gd name="connsiteX1" fmla="*/ 4208489 w 4208489"/>
              <a:gd name="connsiteY1" fmla="*/ 0 h 5334001"/>
              <a:gd name="connsiteX2" fmla="*/ 4208489 w 4208489"/>
              <a:gd name="connsiteY2" fmla="*/ 5334001 h 5334001"/>
              <a:gd name="connsiteX3" fmla="*/ 0 w 4208489"/>
              <a:gd name="connsiteY3" fmla="*/ 5334001 h 5334001"/>
            </a:gdLst>
            <a:ahLst/>
            <a:cxnLst>
              <a:cxn ang="0">
                <a:pos x="connsiteX0" y="connsiteY0"/>
              </a:cxn>
              <a:cxn ang="0">
                <a:pos x="connsiteX1" y="connsiteY1"/>
              </a:cxn>
              <a:cxn ang="0">
                <a:pos x="connsiteX2" y="connsiteY2"/>
              </a:cxn>
              <a:cxn ang="0">
                <a:pos x="connsiteX3" y="connsiteY3"/>
              </a:cxn>
            </a:cxnLst>
            <a:rect l="l" t="t" r="r" b="b"/>
            <a:pathLst>
              <a:path w="4208489" h="5334001">
                <a:moveTo>
                  <a:pt x="1015642" y="0"/>
                </a:moveTo>
                <a:lnTo>
                  <a:pt x="4208489" y="0"/>
                </a:lnTo>
                <a:lnTo>
                  <a:pt x="4208489" y="5334001"/>
                </a:lnTo>
                <a:lnTo>
                  <a:pt x="0" y="533400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A78508CA-FE42-6ABD-5632-834AFEBE1A0C}"/>
              </a:ext>
            </a:extLst>
          </p:cNvPr>
          <p:cNvSpPr>
            <a:spLocks noGrp="1"/>
          </p:cNvSpPr>
          <p:nvPr>
            <p:ph type="title"/>
          </p:nvPr>
        </p:nvSpPr>
        <p:spPr>
          <a:xfrm>
            <a:off x="8982805" y="1865740"/>
            <a:ext cx="2947482" cy="3126520"/>
          </a:xfrm>
        </p:spPr>
        <p:txBody>
          <a:bodyPr vert="horz" lIns="91440" tIns="45720" rIns="91440" bIns="45720" rtlCol="0" anchor="ctr">
            <a:normAutofit/>
          </a:bodyPr>
          <a:lstStyle/>
          <a:p>
            <a:r>
              <a:rPr lang="ro-RO" sz="3600" dirty="0">
                <a:solidFill>
                  <a:schemeClr val="tx1"/>
                </a:solidFill>
                <a:latin typeface="Tahoma" panose="020B0604030504040204" pitchFamily="34" charset="0"/>
                <a:ea typeface="Tahoma" panose="020B0604030504040204" pitchFamily="34" charset="0"/>
                <a:cs typeface="Tahoma" panose="020B0604030504040204" pitchFamily="34" charset="0"/>
              </a:rPr>
              <a:t>3. Înțelegerea cerințelor</a:t>
            </a:r>
            <a:endParaRPr lang="en-US" sz="36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pic>
        <p:nvPicPr>
          <p:cNvPr id="12" name="Picture 11">
            <a:extLst>
              <a:ext uri="{FF2B5EF4-FFF2-40B4-BE49-F238E27FC236}">
                <a16:creationId xmlns:a16="http://schemas.microsoft.com/office/drawing/2014/main" id="{EC708577-8C0B-E7EF-D13D-0340F04161D6}"/>
              </a:ext>
            </a:extLst>
          </p:cNvPr>
          <p:cNvPicPr>
            <a:picLocks noChangeAspect="1"/>
          </p:cNvPicPr>
          <p:nvPr/>
        </p:nvPicPr>
        <p:blipFill>
          <a:blip r:embed="rId2"/>
          <a:stretch>
            <a:fillRect/>
          </a:stretch>
        </p:blipFill>
        <p:spPr>
          <a:xfrm>
            <a:off x="1044014" y="761999"/>
            <a:ext cx="6935168" cy="5048955"/>
          </a:xfrm>
          <a:prstGeom prst="rect">
            <a:avLst/>
          </a:prstGeom>
        </p:spPr>
      </p:pic>
      <p:sp>
        <p:nvSpPr>
          <p:cNvPr id="14" name="Oval 13">
            <a:extLst>
              <a:ext uri="{FF2B5EF4-FFF2-40B4-BE49-F238E27FC236}">
                <a16:creationId xmlns:a16="http://schemas.microsoft.com/office/drawing/2014/main" id="{79F7CBA0-D9B6-F221-1CE8-A4BE79B58A3F}"/>
              </a:ext>
            </a:extLst>
          </p:cNvPr>
          <p:cNvSpPr/>
          <p:nvPr/>
        </p:nvSpPr>
        <p:spPr>
          <a:xfrm>
            <a:off x="261713" y="291831"/>
            <a:ext cx="4456202" cy="3297676"/>
          </a:xfrm>
          <a:prstGeom prst="ellipse">
            <a:avLst/>
          </a:prstGeom>
          <a:noFill/>
          <a:ln w="3175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spTree>
    <p:extLst>
      <p:ext uri="{BB962C8B-B14F-4D97-AF65-F5344CB8AC3E}">
        <p14:creationId xmlns:p14="http://schemas.microsoft.com/office/powerpoint/2010/main" val="12507367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8465DE-CB0A-7BF6-610A-29B36ED20C3E}"/>
              </a:ext>
            </a:extLst>
          </p:cNvPr>
          <p:cNvSpPr>
            <a:spLocks noGrp="1"/>
          </p:cNvSpPr>
          <p:nvPr>
            <p:ph type="title"/>
          </p:nvPr>
        </p:nvSpPr>
        <p:spPr>
          <a:xfrm>
            <a:off x="252919" y="1123837"/>
            <a:ext cx="2947482" cy="4601183"/>
          </a:xfrm>
        </p:spPr>
        <p:txBody>
          <a:bodyPr>
            <a:normAutofit/>
          </a:bodyPr>
          <a:lstStyle/>
          <a:p>
            <a:r>
              <a:rPr lang="ro-RO" dirty="0">
                <a:solidFill>
                  <a:schemeClr val="tx1"/>
                </a:solidFill>
                <a:latin typeface="Tahoma" panose="020B0604030504040204" pitchFamily="34" charset="0"/>
                <a:ea typeface="Tahoma" panose="020B0604030504040204" pitchFamily="34" charset="0"/>
                <a:cs typeface="Tahoma" panose="020B0604030504040204" pitchFamily="34" charset="0"/>
              </a:rPr>
              <a:t>3. Înțelegerea cerințelor</a:t>
            </a:r>
            <a:endParaRPr lang="en-GB"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graphicFrame>
        <p:nvGraphicFramePr>
          <p:cNvPr id="5" name="Content Placeholder 2">
            <a:extLst>
              <a:ext uri="{FF2B5EF4-FFF2-40B4-BE49-F238E27FC236}">
                <a16:creationId xmlns:a16="http://schemas.microsoft.com/office/drawing/2014/main" id="{85F62BF9-959F-D7D1-E557-AA877E3CFC97}"/>
              </a:ext>
            </a:extLst>
          </p:cNvPr>
          <p:cNvGraphicFramePr>
            <a:graphicFrameLocks noGrp="1"/>
          </p:cNvGraphicFramePr>
          <p:nvPr>
            <p:ph idx="1"/>
            <p:extLst>
              <p:ext uri="{D42A27DB-BD31-4B8C-83A1-F6EECF244321}">
                <p14:modId xmlns:p14="http://schemas.microsoft.com/office/powerpoint/2010/main" val="686348640"/>
              </p:ext>
            </p:extLst>
          </p:nvPr>
        </p:nvGraphicFramePr>
        <p:xfrm>
          <a:off x="3759896" y="885459"/>
          <a:ext cx="7728267" cy="50873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1708508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 name="Rectangle 29">
            <a:extLst>
              <a:ext uri="{FF2B5EF4-FFF2-40B4-BE49-F238E27FC236}">
                <a16:creationId xmlns:a16="http://schemas.microsoft.com/office/drawing/2014/main" id="{C162DF2A-64D1-4AA9-BA42-8A4063EADE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41" name="Rectangle 31">
            <a:extLst>
              <a:ext uri="{FF2B5EF4-FFF2-40B4-BE49-F238E27FC236}">
                <a16:creationId xmlns:a16="http://schemas.microsoft.com/office/drawing/2014/main" id="{5D7C1373-63AF-4A75-909E-990E053566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useBgFill="1">
        <p:nvSpPr>
          <p:cNvPr id="42" name="Rectangle 33">
            <a:extLst>
              <a:ext uri="{FF2B5EF4-FFF2-40B4-BE49-F238E27FC236}">
                <a16:creationId xmlns:a16="http://schemas.microsoft.com/office/drawing/2014/main" id="{57F231E5-F402-49E1-82B4-C762909ED2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Freeform: Shape 35">
            <a:extLst>
              <a:ext uri="{FF2B5EF4-FFF2-40B4-BE49-F238E27FC236}">
                <a16:creationId xmlns:a16="http://schemas.microsoft.com/office/drawing/2014/main" id="{6F0BA12B-74D1-4DB1-9A3F-C9BA27B815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0" y="762000"/>
            <a:ext cx="4208489" cy="5334001"/>
          </a:xfrm>
          <a:custGeom>
            <a:avLst/>
            <a:gdLst>
              <a:gd name="connsiteX0" fmla="*/ 1015642 w 4208489"/>
              <a:gd name="connsiteY0" fmla="*/ 0 h 5334001"/>
              <a:gd name="connsiteX1" fmla="*/ 4208489 w 4208489"/>
              <a:gd name="connsiteY1" fmla="*/ 0 h 5334001"/>
              <a:gd name="connsiteX2" fmla="*/ 4208489 w 4208489"/>
              <a:gd name="connsiteY2" fmla="*/ 5334001 h 5334001"/>
              <a:gd name="connsiteX3" fmla="*/ 0 w 4208489"/>
              <a:gd name="connsiteY3" fmla="*/ 5334001 h 5334001"/>
            </a:gdLst>
            <a:ahLst/>
            <a:cxnLst>
              <a:cxn ang="0">
                <a:pos x="connsiteX0" y="connsiteY0"/>
              </a:cxn>
              <a:cxn ang="0">
                <a:pos x="connsiteX1" y="connsiteY1"/>
              </a:cxn>
              <a:cxn ang="0">
                <a:pos x="connsiteX2" y="connsiteY2"/>
              </a:cxn>
              <a:cxn ang="0">
                <a:pos x="connsiteX3" y="connsiteY3"/>
              </a:cxn>
            </a:cxnLst>
            <a:rect l="l" t="t" r="r" b="b"/>
            <a:pathLst>
              <a:path w="4208489" h="5334001">
                <a:moveTo>
                  <a:pt x="1015642" y="0"/>
                </a:moveTo>
                <a:lnTo>
                  <a:pt x="4208489" y="0"/>
                </a:lnTo>
                <a:lnTo>
                  <a:pt x="4208489" y="5334001"/>
                </a:lnTo>
                <a:lnTo>
                  <a:pt x="0" y="533400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44" name="Freeform: Shape 37">
            <a:extLst>
              <a:ext uri="{FF2B5EF4-FFF2-40B4-BE49-F238E27FC236}">
                <a16:creationId xmlns:a16="http://schemas.microsoft.com/office/drawing/2014/main" id="{515FCC40-AA93-4D3B-90D0-69BC824EAD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11190517" y="1056875"/>
            <a:ext cx="1001483" cy="4744251"/>
          </a:xfrm>
          <a:custGeom>
            <a:avLst/>
            <a:gdLst>
              <a:gd name="connsiteX0" fmla="*/ 0 w 1001483"/>
              <a:gd name="connsiteY0" fmla="*/ 0 h 4744251"/>
              <a:gd name="connsiteX1" fmla="*/ 1001483 w 1001483"/>
              <a:gd name="connsiteY1" fmla="*/ 0 h 4744251"/>
              <a:gd name="connsiteX2" fmla="*/ 0 w 1001483"/>
              <a:gd name="connsiteY2" fmla="*/ 4744251 h 4744251"/>
            </a:gdLst>
            <a:ahLst/>
            <a:cxnLst>
              <a:cxn ang="0">
                <a:pos x="connsiteX0" y="connsiteY0"/>
              </a:cxn>
              <a:cxn ang="0">
                <a:pos x="connsiteX1" y="connsiteY1"/>
              </a:cxn>
              <a:cxn ang="0">
                <a:pos x="connsiteX2" y="connsiteY2"/>
              </a:cxn>
            </a:cxnLst>
            <a:rect l="l" t="t" r="r" b="b"/>
            <a:pathLst>
              <a:path w="1001483" h="4744251">
                <a:moveTo>
                  <a:pt x="0" y="0"/>
                </a:moveTo>
                <a:lnTo>
                  <a:pt x="1001483" y="0"/>
                </a:lnTo>
                <a:lnTo>
                  <a:pt x="0" y="474425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49619B0F-31FB-7A10-49B3-D8067DB6DCFF}"/>
              </a:ext>
            </a:extLst>
          </p:cNvPr>
          <p:cNvSpPr>
            <a:spLocks noGrp="1"/>
          </p:cNvSpPr>
          <p:nvPr>
            <p:ph type="title"/>
          </p:nvPr>
        </p:nvSpPr>
        <p:spPr>
          <a:xfrm>
            <a:off x="4084398" y="1298448"/>
            <a:ext cx="7315200" cy="3255264"/>
          </a:xfrm>
        </p:spPr>
        <p:txBody>
          <a:bodyPr vert="horz" lIns="91440" tIns="45720" rIns="91440" bIns="45720" rtlCol="0" anchor="b">
            <a:normAutofit/>
          </a:bodyPr>
          <a:lstStyle/>
          <a:p>
            <a:r>
              <a:rPr lang="ro-RO" sz="5900" spc="-100" dirty="0">
                <a:solidFill>
                  <a:schemeClr val="tx2"/>
                </a:solidFill>
                <a:latin typeface="Tahoma" panose="020B0604030504040204" pitchFamily="34" charset="0"/>
                <a:ea typeface="Tahoma" panose="020B0604030504040204" pitchFamily="34" charset="0"/>
                <a:cs typeface="Tahoma" panose="020B0604030504040204" pitchFamily="34" charset="0"/>
              </a:rPr>
              <a:t>3.1 Colectarea datelor (</a:t>
            </a:r>
            <a:r>
              <a:rPr lang="ro-RO" sz="5900" i="1" spc="-100" dirty="0">
                <a:solidFill>
                  <a:schemeClr val="tx2"/>
                </a:solidFill>
                <a:latin typeface="Tahoma" panose="020B0604030504040204" pitchFamily="34" charset="0"/>
                <a:ea typeface="Tahoma" panose="020B0604030504040204" pitchFamily="34" charset="0"/>
                <a:cs typeface="Tahoma" panose="020B0604030504040204" pitchFamily="34" charset="0"/>
              </a:rPr>
              <a:t>data </a:t>
            </a:r>
            <a:r>
              <a:rPr lang="en-GB" sz="5900" i="1" spc="-100" dirty="0">
                <a:solidFill>
                  <a:schemeClr val="tx2"/>
                </a:solidFill>
                <a:latin typeface="Tahoma" panose="020B0604030504040204" pitchFamily="34" charset="0"/>
                <a:ea typeface="Tahoma" panose="020B0604030504040204" pitchFamily="34" charset="0"/>
                <a:cs typeface="Tahoma" panose="020B0604030504040204" pitchFamily="34" charset="0"/>
                <a:hlinkClick r:id="rId2"/>
              </a:rPr>
              <a:t>elicitation</a:t>
            </a:r>
            <a:r>
              <a:rPr lang="ro-RO" sz="5900" spc="-100" dirty="0">
                <a:solidFill>
                  <a:schemeClr val="tx2"/>
                </a:solidFill>
                <a:latin typeface="Tahoma" panose="020B0604030504040204" pitchFamily="34" charset="0"/>
                <a:ea typeface="Tahoma" panose="020B0604030504040204" pitchFamily="34" charset="0"/>
                <a:cs typeface="Tahoma" panose="020B0604030504040204" pitchFamily="34" charset="0"/>
              </a:rPr>
              <a:t>)</a:t>
            </a:r>
            <a:endParaRPr lang="en-US" sz="5900" spc="-100" dirty="0">
              <a:solidFill>
                <a:schemeClr val="tx2"/>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6135516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9DC5A77-10C9-4ECF-B7EB-8D917F36A9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FFE28B5-FB16-49A9-B851-3C35FAC0CA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58952"/>
            <a:ext cx="10905976" cy="165113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Title 1">
            <a:extLst>
              <a:ext uri="{FF2B5EF4-FFF2-40B4-BE49-F238E27FC236}">
                <a16:creationId xmlns:a16="http://schemas.microsoft.com/office/drawing/2014/main" id="{698465DE-CB0A-7BF6-610A-29B36ED20C3E}"/>
              </a:ext>
            </a:extLst>
          </p:cNvPr>
          <p:cNvSpPr>
            <a:spLocks noGrp="1"/>
          </p:cNvSpPr>
          <p:nvPr>
            <p:ph type="title"/>
          </p:nvPr>
        </p:nvSpPr>
        <p:spPr>
          <a:xfrm>
            <a:off x="1600754" y="1087374"/>
            <a:ext cx="8983489" cy="1000978"/>
          </a:xfrm>
        </p:spPr>
        <p:txBody>
          <a:bodyPr>
            <a:normAutofit/>
          </a:bodyPr>
          <a:lstStyle/>
          <a:p>
            <a:r>
              <a:rPr lang="ro-RO" dirty="0">
                <a:latin typeface="Tahoma" panose="020B0604030504040204" pitchFamily="34" charset="0"/>
                <a:ea typeface="Tahoma" panose="020B0604030504040204" pitchFamily="34" charset="0"/>
                <a:cs typeface="Tahoma" panose="020B0604030504040204" pitchFamily="34" charset="0"/>
              </a:rPr>
              <a:t>Colectarea datelor</a:t>
            </a:r>
            <a:endParaRPr lang="en-GB" dirty="0">
              <a:latin typeface="Tahoma" panose="020B0604030504040204" pitchFamily="34" charset="0"/>
              <a:ea typeface="Tahoma" panose="020B0604030504040204" pitchFamily="34" charset="0"/>
              <a:cs typeface="Tahoma" panose="020B0604030504040204" pitchFamily="34" charset="0"/>
            </a:endParaRPr>
          </a:p>
        </p:txBody>
      </p:sp>
      <p:sp>
        <p:nvSpPr>
          <p:cNvPr id="12" name="Rectangle 11">
            <a:extLst>
              <a:ext uri="{FF2B5EF4-FFF2-40B4-BE49-F238E27FC236}">
                <a16:creationId xmlns:a16="http://schemas.microsoft.com/office/drawing/2014/main" id="{01014442-855A-4E0F-8D09-C314661A48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14533" y="758952"/>
            <a:ext cx="1185379" cy="1651133"/>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4" name="Rectangle 13">
            <a:extLst>
              <a:ext uri="{FF2B5EF4-FFF2-40B4-BE49-F238E27FC236}">
                <a16:creationId xmlns:a16="http://schemas.microsoft.com/office/drawing/2014/main" id="{9B1ABF09-86CF-414E-88A5-2B84CC7232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3" y="2526526"/>
            <a:ext cx="1169701" cy="3563378"/>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6" name="Rectangle 15">
            <a:extLst>
              <a:ext uri="{FF2B5EF4-FFF2-40B4-BE49-F238E27FC236}">
                <a16:creationId xmlns:a16="http://schemas.microsoft.com/office/drawing/2014/main" id="{3FE91770-CDBB-4D24-94E5-AD484F36CE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79019" y="2526526"/>
            <a:ext cx="10920893" cy="3563377"/>
          </a:xfrm>
          <a:prstGeom prst="rect">
            <a:avLst/>
          </a:prstGeom>
          <a:solidFill>
            <a:schemeClr val="bg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3" name="Content Placeholder 2">
            <a:extLst>
              <a:ext uri="{FF2B5EF4-FFF2-40B4-BE49-F238E27FC236}">
                <a16:creationId xmlns:a16="http://schemas.microsoft.com/office/drawing/2014/main" id="{BD5A9A93-C719-E337-C777-F504C34F1E8E}"/>
              </a:ext>
            </a:extLst>
          </p:cNvPr>
          <p:cNvSpPr>
            <a:spLocks noGrp="1"/>
          </p:cNvSpPr>
          <p:nvPr>
            <p:ph idx="1"/>
          </p:nvPr>
        </p:nvSpPr>
        <p:spPr>
          <a:xfrm>
            <a:off x="1600753" y="2535446"/>
            <a:ext cx="8983489" cy="3554457"/>
          </a:xfrm>
        </p:spPr>
        <p:txBody>
          <a:bodyPr>
            <a:normAutofit/>
          </a:bodyPr>
          <a:lstStyle/>
          <a:p>
            <a:r>
              <a:rPr lang="ro-RO" sz="2400" dirty="0">
                <a:solidFill>
                  <a:schemeClr val="tx1"/>
                </a:solidFill>
                <a:latin typeface="Tahoma" panose="020B0604030504040204" pitchFamily="34" charset="0"/>
                <a:ea typeface="Tahoma" panose="020B0604030504040204" pitchFamily="34" charset="0"/>
                <a:cs typeface="Tahoma" panose="020B0604030504040204" pitchFamily="34" charset="0"/>
              </a:rPr>
              <a:t>Este despre </a:t>
            </a:r>
            <a:r>
              <a:rPr lang="ro-RO" sz="2400" i="1" dirty="0">
                <a:solidFill>
                  <a:schemeClr val="tx1"/>
                </a:solidFill>
                <a:latin typeface="Tahoma" panose="020B0604030504040204" pitchFamily="34" charset="0"/>
                <a:ea typeface="Tahoma" panose="020B0604030504040204" pitchFamily="34" charset="0"/>
                <a:cs typeface="Tahoma" panose="020B0604030504040204" pitchFamily="34" charset="0"/>
              </a:rPr>
              <a:t>usage research.</a:t>
            </a:r>
            <a:endParaRPr lang="ro-RO" sz="2400" dirty="0">
              <a:solidFill>
                <a:schemeClr val="tx1"/>
              </a:solidFill>
              <a:latin typeface="Tahoma" panose="020B0604030504040204" pitchFamily="34" charset="0"/>
              <a:ea typeface="Tahoma" panose="020B0604030504040204" pitchFamily="34" charset="0"/>
              <a:cs typeface="Tahoma" panose="020B0604030504040204" pitchFamily="34" charset="0"/>
            </a:endParaRPr>
          </a:p>
          <a:p>
            <a:r>
              <a:rPr lang="ro-RO" sz="2400" dirty="0">
                <a:solidFill>
                  <a:schemeClr val="tx1"/>
                </a:solidFill>
                <a:latin typeface="Tahoma" panose="020B0604030504040204" pitchFamily="34" charset="0"/>
                <a:ea typeface="Tahoma" panose="020B0604030504040204" pitchFamily="34" charset="0"/>
                <a:cs typeface="Tahoma" panose="020B0604030504040204" pitchFamily="34" charset="0"/>
              </a:rPr>
              <a:t>Include observarea și intervievarea clientului</a:t>
            </a:r>
            <a:r>
              <a:rPr lang="en-GB" sz="24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GB" sz="2400" dirty="0" err="1">
                <a:solidFill>
                  <a:schemeClr val="tx1"/>
                </a:solidFill>
                <a:latin typeface="Tahoma" panose="020B0604030504040204" pitchFamily="34" charset="0"/>
                <a:ea typeface="Tahoma" panose="020B0604030504040204" pitchFamily="34" charset="0"/>
                <a:cs typeface="Tahoma" panose="020B0604030504040204" pitchFamily="34" charset="0"/>
              </a:rPr>
              <a:t>orientat</a:t>
            </a:r>
            <a:r>
              <a:rPr lang="ro-RO" sz="2400" dirty="0">
                <a:solidFill>
                  <a:schemeClr val="tx1"/>
                </a:solidFill>
                <a:latin typeface="Tahoma" panose="020B0604030504040204" pitchFamily="34" charset="0"/>
                <a:ea typeface="Tahoma" panose="020B0604030504040204" pitchFamily="34" charset="0"/>
                <a:cs typeface="Tahoma" panose="020B0604030504040204" pitchFamily="34" charset="0"/>
              </a:rPr>
              <a:t>ă spre client). Recent (în contextul dezvoltării software, NU </a:t>
            </a:r>
            <a:r>
              <a:rPr lang="ro-RO" sz="2400" i="1" dirty="0">
                <a:solidFill>
                  <a:schemeClr val="tx1"/>
                </a:solidFill>
                <a:latin typeface="Tahoma" panose="020B0604030504040204" pitchFamily="34" charset="0"/>
                <a:ea typeface="Tahoma" panose="020B0604030504040204" pitchFamily="34" charset="0"/>
                <a:cs typeface="Tahoma" panose="020B0604030504040204" pitchFamily="34" charset="0"/>
              </a:rPr>
              <a:t>design</a:t>
            </a:r>
            <a:r>
              <a:rPr lang="ro-RO" sz="24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ro-RO" sz="2400" i="1" dirty="0">
                <a:solidFill>
                  <a:schemeClr val="tx1"/>
                </a:solidFill>
                <a:latin typeface="Tahoma" panose="020B0604030504040204" pitchFamily="34" charset="0"/>
                <a:ea typeface="Tahoma" panose="020B0604030504040204" pitchFamily="34" charset="0"/>
                <a:cs typeface="Tahoma" panose="020B0604030504040204" pitchFamily="34" charset="0"/>
              </a:rPr>
              <a:t>data-driven elicitation</a:t>
            </a:r>
            <a:r>
              <a:rPr lang="ro-RO" sz="2400" dirty="0">
                <a:solidFill>
                  <a:schemeClr val="tx1"/>
                </a:solidFill>
                <a:latin typeface="Tahoma" panose="020B0604030504040204" pitchFamily="34" charset="0"/>
                <a:ea typeface="Tahoma" panose="020B0604030504040204" pitchFamily="34" charset="0"/>
                <a:cs typeface="Tahoma" panose="020B0604030504040204" pitchFamily="34" charset="0"/>
              </a:rPr>
              <a:t>, e.g. </a:t>
            </a:r>
            <a:r>
              <a:rPr lang="ro-RO" sz="2400" dirty="0">
                <a:solidFill>
                  <a:srgbClr val="0070C0"/>
                </a:solidFill>
                <a:latin typeface="Tahoma" panose="020B0604030504040204" pitchFamily="34" charset="0"/>
                <a:ea typeface="Tahoma" panose="020B0604030504040204" pitchFamily="34" charset="0"/>
                <a:cs typeface="Tahoma" panose="020B0604030504040204" pitchFamily="34" charset="0"/>
                <a:hlinkClick r:id="rId2">
                  <a:extLst>
                    <a:ext uri="{A12FA001-AC4F-418D-AE19-62706E023703}">
                      <ahyp:hlinkClr xmlns:ahyp="http://schemas.microsoft.com/office/drawing/2018/hyperlinkcolor" val="tx"/>
                    </a:ext>
                  </a:extLst>
                </a:hlinkClick>
              </a:rPr>
              <a:t>Franch et al., 2018</a:t>
            </a:r>
            <a:r>
              <a:rPr lang="ro-RO" sz="24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ro-RO" sz="2400" dirty="0">
                <a:solidFill>
                  <a:srgbClr val="0070C0"/>
                </a:solidFill>
                <a:latin typeface="Tahoma" panose="020B0604030504040204" pitchFamily="34" charset="0"/>
                <a:ea typeface="Tahoma" panose="020B0604030504040204" pitchFamily="34" charset="0"/>
                <a:cs typeface="Tahoma" panose="020B0604030504040204" pitchFamily="34" charset="0"/>
                <a:hlinkClick r:id="rId3">
                  <a:extLst>
                    <a:ext uri="{A12FA001-AC4F-418D-AE19-62706E023703}">
                      <ahyp:hlinkClr xmlns:ahyp="http://schemas.microsoft.com/office/drawing/2018/hyperlinkcolor" val="tx"/>
                    </a:ext>
                  </a:extLst>
                </a:hlinkClick>
              </a:rPr>
              <a:t>Lim et al., 2021</a:t>
            </a:r>
            <a:r>
              <a:rPr lang="ro-RO" sz="2400" dirty="0">
                <a:solidFill>
                  <a:schemeClr val="tx1"/>
                </a:solidFill>
                <a:latin typeface="Tahoma" panose="020B0604030504040204" pitchFamily="34" charset="0"/>
                <a:ea typeface="Tahoma" panose="020B0604030504040204" pitchFamily="34" charset="0"/>
                <a:cs typeface="Tahoma" panose="020B0604030504040204" pitchFamily="34" charset="0"/>
              </a:rPr>
              <a:t>)</a:t>
            </a:r>
          </a:p>
          <a:p>
            <a:r>
              <a:rPr lang="ro-RO" sz="2400" dirty="0">
                <a:solidFill>
                  <a:schemeClr val="tx1"/>
                </a:solidFill>
                <a:latin typeface="Tahoma" panose="020B0604030504040204" pitchFamily="34" charset="0"/>
                <a:ea typeface="Tahoma" panose="020B0604030504040204" pitchFamily="34" charset="0"/>
                <a:cs typeface="Tahoma" panose="020B0604030504040204" pitchFamily="34" charset="0"/>
              </a:rPr>
              <a:t>Nu este vorba despre a întreba (direct) clientul ce dorește. Rolul designer-ului este de a înțelege necesitățile și de a deduce/propune soluții de design. </a:t>
            </a:r>
            <a:r>
              <a:rPr lang="ro-RO" sz="2400" i="1" dirty="0">
                <a:solidFill>
                  <a:schemeClr val="tx1"/>
                </a:solidFill>
                <a:latin typeface="Tahoma" panose="020B0604030504040204" pitchFamily="34" charset="0"/>
                <a:ea typeface="Tahoma" panose="020B0604030504040204" pitchFamily="34" charset="0"/>
                <a:cs typeface="Tahoma" panose="020B0604030504040204" pitchFamily="34" charset="0"/>
              </a:rPr>
              <a:t>Designer-ul </a:t>
            </a:r>
            <a:r>
              <a:rPr lang="ro-RO" sz="2400" dirty="0">
                <a:solidFill>
                  <a:schemeClr val="tx1"/>
                </a:solidFill>
                <a:latin typeface="Tahoma" panose="020B0604030504040204" pitchFamily="34" charset="0"/>
                <a:ea typeface="Tahoma" panose="020B0604030504040204" pitchFamily="34" charset="0"/>
                <a:cs typeface="Tahoma" panose="020B0604030504040204" pitchFamily="34" charset="0"/>
              </a:rPr>
              <a:t>trebuie să depună efortul </a:t>
            </a:r>
            <a:r>
              <a:rPr lang="ro-RO" sz="2400" dirty="0">
                <a:solidFill>
                  <a:schemeClr val="tx1"/>
                </a:solidFill>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 </a:t>
            </a:r>
            <a:endParaRPr lang="ro-RO" sz="24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582680428"/>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58DD7-DE8E-9A83-8271-BD81CF5B858A}"/>
              </a:ext>
            </a:extLst>
          </p:cNvPr>
          <p:cNvSpPr>
            <a:spLocks noGrp="1"/>
          </p:cNvSpPr>
          <p:nvPr>
            <p:ph type="title"/>
          </p:nvPr>
        </p:nvSpPr>
        <p:spPr/>
        <p:txBody>
          <a:bodyPr>
            <a:normAutofit/>
          </a:bodyPr>
          <a:lstStyle/>
          <a:p>
            <a:r>
              <a:rPr lang="ro-RO" sz="4000" dirty="0">
                <a:latin typeface="Tahoma" panose="020B0604030504040204" pitchFamily="34" charset="0"/>
                <a:ea typeface="Tahoma" panose="020B0604030504040204" pitchFamily="34" charset="0"/>
                <a:cs typeface="Tahoma" panose="020B0604030504040204" pitchFamily="34" charset="0"/>
              </a:rPr>
              <a:t>O serie de aspecte importante</a:t>
            </a:r>
            <a:endParaRPr lang="en-GB" sz="4000" dirty="0">
              <a:latin typeface="Tahoma" panose="020B0604030504040204" pitchFamily="34" charset="0"/>
              <a:ea typeface="Tahoma" panose="020B0604030504040204" pitchFamily="34" charset="0"/>
              <a:cs typeface="Tahoma" panose="020B0604030504040204" pitchFamily="34" charset="0"/>
            </a:endParaRPr>
          </a:p>
        </p:txBody>
      </p:sp>
      <p:sp>
        <p:nvSpPr>
          <p:cNvPr id="3" name="Content Placeholder 2">
            <a:extLst>
              <a:ext uri="{FF2B5EF4-FFF2-40B4-BE49-F238E27FC236}">
                <a16:creationId xmlns:a16="http://schemas.microsoft.com/office/drawing/2014/main" id="{12F22D53-79F7-79FE-86E8-389A345FB568}"/>
              </a:ext>
            </a:extLst>
          </p:cNvPr>
          <p:cNvSpPr>
            <a:spLocks noGrp="1"/>
          </p:cNvSpPr>
          <p:nvPr>
            <p:ph idx="1"/>
          </p:nvPr>
        </p:nvSpPr>
        <p:spPr/>
        <p:txBody>
          <a:bodyPr>
            <a:normAutofit/>
          </a:bodyPr>
          <a:lstStyle/>
          <a:p>
            <a:r>
              <a:rPr lang="ro-RO" dirty="0">
                <a:latin typeface="Tahoma" panose="020B0604030504040204" pitchFamily="34" charset="0"/>
                <a:ea typeface="Tahoma" panose="020B0604030504040204" pitchFamily="34" charset="0"/>
                <a:cs typeface="Tahoma" panose="020B0604030504040204" pitchFamily="34" charset="0"/>
              </a:rPr>
              <a:t>De înțeles / diferențiat </a:t>
            </a:r>
          </a:p>
          <a:p>
            <a:pPr lvl="1">
              <a:buFont typeface="Courier New" panose="02070309020205020404" pitchFamily="49" charset="0"/>
              <a:buChar char="o"/>
            </a:pPr>
            <a:r>
              <a:rPr lang="ro-RO" i="1" dirty="0">
                <a:latin typeface="Tahoma" panose="020B0604030504040204" pitchFamily="34" charset="0"/>
                <a:ea typeface="Tahoma" panose="020B0604030504040204" pitchFamily="34" charset="0"/>
                <a:cs typeface="Tahoma" panose="020B0604030504040204" pitchFamily="34" charset="0"/>
              </a:rPr>
              <a:t>domeniul de activitate </a:t>
            </a:r>
            <a:r>
              <a:rPr lang="ro-RO" dirty="0">
                <a:latin typeface="Tahoma" panose="020B0604030504040204" pitchFamily="34" charset="0"/>
                <a:ea typeface="Tahoma" panose="020B0604030504040204" pitchFamily="34" charset="0"/>
                <a:cs typeface="Tahoma" panose="020B0604030504040204" pitchFamily="34" charset="0"/>
              </a:rPr>
              <a:t>(contextul general), pot fi considerate două perspective (produs-consumator, sistem de întreprindere-organizație mai largă): </a:t>
            </a:r>
            <a:r>
              <a:rPr lang="ro-RO" b="1" dirty="0">
                <a:latin typeface="Tahoma" panose="020B0604030504040204" pitchFamily="34" charset="0"/>
                <a:ea typeface="Tahoma" panose="020B0604030504040204" pitchFamily="34" charset="0"/>
                <a:cs typeface="Tahoma" panose="020B0604030504040204" pitchFamily="34" charset="0"/>
              </a:rPr>
              <a:t>important din punctul de vedere al design-ului</a:t>
            </a:r>
            <a:r>
              <a:rPr lang="ro-RO" dirty="0">
                <a:latin typeface="Tahoma" panose="020B0604030504040204" pitchFamily="34" charset="0"/>
                <a:ea typeface="Tahoma" panose="020B0604030504040204" pitchFamily="34" charset="0"/>
                <a:cs typeface="Tahoma" panose="020B0604030504040204" pitchFamily="34" charset="0"/>
              </a:rPr>
              <a:t>,</a:t>
            </a:r>
          </a:p>
          <a:p>
            <a:pPr lvl="1">
              <a:buFont typeface="Courier New" panose="02070309020205020404" pitchFamily="49" charset="0"/>
              <a:buChar char="o"/>
            </a:pPr>
            <a:r>
              <a:rPr lang="ro-RO" i="1" dirty="0">
                <a:latin typeface="Tahoma" panose="020B0604030504040204" pitchFamily="34" charset="0"/>
                <a:ea typeface="Tahoma" panose="020B0604030504040204" pitchFamily="34" charset="0"/>
                <a:cs typeface="Tahoma" panose="020B0604030504040204" pitchFamily="34" charset="0"/>
              </a:rPr>
              <a:t>practicile de lucru </a:t>
            </a:r>
            <a:r>
              <a:rPr lang="ro-RO" dirty="0">
                <a:latin typeface="Tahoma" panose="020B0604030504040204" pitchFamily="34" charset="0"/>
                <a:ea typeface="Tahoma" panose="020B0604030504040204" pitchFamily="34" charset="0"/>
                <a:cs typeface="Tahoma" panose="020B0604030504040204" pitchFamily="34" charset="0"/>
              </a:rPr>
              <a:t>(</a:t>
            </a:r>
            <a:r>
              <a:rPr lang="ro-RO" i="1" dirty="0">
                <a:latin typeface="Tahoma" panose="020B0604030504040204" pitchFamily="34" charset="0"/>
                <a:ea typeface="Tahoma" panose="020B0604030504040204" pitchFamily="34" charset="0"/>
                <a:cs typeface="Tahoma" panose="020B0604030504040204" pitchFamily="34" charset="0"/>
              </a:rPr>
              <a:t>cum</a:t>
            </a:r>
            <a:r>
              <a:rPr lang="ro-RO" dirty="0">
                <a:latin typeface="Tahoma" panose="020B0604030504040204" pitchFamily="34" charset="0"/>
                <a:ea typeface="Tahoma" panose="020B0604030504040204" pitchFamily="34" charset="0"/>
                <a:cs typeface="Tahoma" panose="020B0604030504040204" pitchFamily="34" charset="0"/>
              </a:rPr>
              <a:t> se efectuează activitățile – proceduri, cutume, reguli, protocoale, etc.) - premisă pentru înțelegerea necesităților,</a:t>
            </a:r>
          </a:p>
          <a:p>
            <a:pPr lvl="1">
              <a:buFont typeface="Courier New" panose="02070309020205020404" pitchFamily="49" charset="0"/>
              <a:buChar char="o"/>
            </a:pPr>
            <a:r>
              <a:rPr lang="ro-RO" i="1" dirty="0">
                <a:latin typeface="Tahoma" panose="020B0604030504040204" pitchFamily="34" charset="0"/>
                <a:ea typeface="Tahoma" panose="020B0604030504040204" pitchFamily="34" charset="0"/>
                <a:cs typeface="Tahoma" panose="020B0604030504040204" pitchFamily="34" charset="0"/>
              </a:rPr>
              <a:t>lucrul / activitățile </a:t>
            </a:r>
            <a:r>
              <a:rPr lang="ro-RO" dirty="0">
                <a:latin typeface="Tahoma" panose="020B0604030504040204" pitchFamily="34" charset="0"/>
                <a:ea typeface="Tahoma" panose="020B0604030504040204" pitchFamily="34" charset="0"/>
                <a:cs typeface="Tahoma" panose="020B0604030504040204" pitchFamily="34" charset="0"/>
              </a:rPr>
              <a:t>(necesități, scopuri, fluxul de lucru propriu-zis).</a:t>
            </a:r>
          </a:p>
          <a:p>
            <a:pPr>
              <a:buFont typeface="Arial" panose="020B0604020202020204" pitchFamily="34" charset="0"/>
              <a:buChar char="•"/>
            </a:pPr>
            <a:r>
              <a:rPr lang="ro-RO" dirty="0">
                <a:latin typeface="Tahoma" panose="020B0604030504040204" pitchFamily="34" charset="0"/>
                <a:ea typeface="Tahoma" panose="020B0604030504040204" pitchFamily="34" charset="0"/>
                <a:cs typeface="Tahoma" panose="020B0604030504040204" pitchFamily="34" charset="0"/>
              </a:rPr>
              <a:t>De respectat confidențialitatea datelor / surselor și, în general, a regulilor de etică.</a:t>
            </a:r>
          </a:p>
          <a:p>
            <a:pPr>
              <a:buFont typeface="Arial" panose="020B0604020202020204" pitchFamily="34" charset="0"/>
              <a:buChar char="•"/>
            </a:pPr>
            <a:r>
              <a:rPr lang="ro-RO" dirty="0">
                <a:latin typeface="Tahoma" panose="020B0604030504040204" pitchFamily="34" charset="0"/>
                <a:ea typeface="Tahoma" panose="020B0604030504040204" pitchFamily="34" charset="0"/>
                <a:cs typeface="Tahoma" panose="020B0604030504040204" pitchFamily="34" charset="0"/>
              </a:rPr>
              <a:t>Nu este vorba de analiza cerințelor sau de o cercetare de piață.</a:t>
            </a:r>
          </a:p>
          <a:p>
            <a:pPr>
              <a:buFont typeface="Arial" panose="020B0604020202020204" pitchFamily="34" charset="0"/>
              <a:buChar char="•"/>
            </a:pPr>
            <a:r>
              <a:rPr lang="ro-RO" dirty="0">
                <a:latin typeface="Tahoma" panose="020B0604030504040204" pitchFamily="34" charset="0"/>
                <a:ea typeface="Tahoma" panose="020B0604030504040204" pitchFamily="34" charset="0"/>
                <a:cs typeface="Tahoma" panose="020B0604030504040204" pitchFamily="34" charset="0"/>
              </a:rPr>
              <a:t>Este vorba de un produs / sistem existent sau de unul nou?</a:t>
            </a:r>
            <a:r>
              <a:rPr lang="ro-RO" i="1" dirty="0">
                <a:latin typeface="Tahoma" panose="020B0604030504040204" pitchFamily="34" charset="0"/>
                <a:ea typeface="Tahoma" panose="020B0604030504040204" pitchFamily="34" charset="0"/>
                <a:cs typeface="Tahoma" panose="020B0604030504040204" pitchFamily="34" charset="0"/>
              </a:rPr>
              <a:t> </a:t>
            </a:r>
            <a:endParaRPr lang="en-GB" i="1"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57401645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 name="Rectangle 50">
            <a:extLst>
              <a:ext uri="{FF2B5EF4-FFF2-40B4-BE49-F238E27FC236}">
                <a16:creationId xmlns:a16="http://schemas.microsoft.com/office/drawing/2014/main" id="{80516254-1D9F-4F3A-9870-3A3280BE2B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698465DE-CB0A-7BF6-610A-29B36ED20C3E}"/>
              </a:ext>
            </a:extLst>
          </p:cNvPr>
          <p:cNvSpPr>
            <a:spLocks noGrp="1"/>
          </p:cNvSpPr>
          <p:nvPr>
            <p:ph type="title"/>
          </p:nvPr>
        </p:nvSpPr>
        <p:spPr>
          <a:xfrm>
            <a:off x="1539116" y="864108"/>
            <a:ext cx="3073914" cy="5120639"/>
          </a:xfrm>
        </p:spPr>
        <p:txBody>
          <a:bodyPr>
            <a:normAutofit/>
          </a:bodyPr>
          <a:lstStyle/>
          <a:p>
            <a:pPr algn="r"/>
            <a:r>
              <a:rPr lang="ro-RO">
                <a:solidFill>
                  <a:schemeClr val="tx1">
                    <a:lumMod val="85000"/>
                    <a:lumOff val="15000"/>
                  </a:schemeClr>
                </a:solidFill>
                <a:latin typeface="Tahoma" panose="020B0604030504040204" pitchFamily="34" charset="0"/>
                <a:ea typeface="Tahoma" panose="020B0604030504040204" pitchFamily="34" charset="0"/>
                <a:cs typeface="Tahoma" panose="020B0604030504040204" pitchFamily="34" charset="0"/>
              </a:rPr>
              <a:t>Înainte de vizita la client</a:t>
            </a:r>
            <a:endParaRPr lang="en-GB">
              <a:solidFill>
                <a:schemeClr val="tx1">
                  <a:lumMod val="85000"/>
                  <a:lumOff val="15000"/>
                </a:schemeClr>
              </a:solidFill>
              <a:latin typeface="Tahoma" panose="020B0604030504040204" pitchFamily="34" charset="0"/>
              <a:ea typeface="Tahoma" panose="020B0604030504040204" pitchFamily="34" charset="0"/>
              <a:cs typeface="Tahoma" panose="020B0604030504040204" pitchFamily="34" charset="0"/>
            </a:endParaRPr>
          </a:p>
        </p:txBody>
      </p:sp>
      <p:sp>
        <p:nvSpPr>
          <p:cNvPr id="62" name="Rectangle 52">
            <a:extLst>
              <a:ext uri="{FF2B5EF4-FFF2-40B4-BE49-F238E27FC236}">
                <a16:creationId xmlns:a16="http://schemas.microsoft.com/office/drawing/2014/main" id="{FC14672B-27A5-4CDA-ABAF-5E4CF4B41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1286934"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cxnSp>
        <p:nvCxnSpPr>
          <p:cNvPr id="63" name="Straight Connector 54">
            <a:extLst>
              <a:ext uri="{FF2B5EF4-FFF2-40B4-BE49-F238E27FC236}">
                <a16:creationId xmlns:a16="http://schemas.microsoft.com/office/drawing/2014/main" id="{8D89589C-2C90-4407-A995-05EC3DD7AB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51129" y="2085681"/>
            <a:ext cx="0" cy="2686639"/>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64" name="Content Placeholder 2">
            <a:extLst>
              <a:ext uri="{FF2B5EF4-FFF2-40B4-BE49-F238E27FC236}">
                <a16:creationId xmlns:a16="http://schemas.microsoft.com/office/drawing/2014/main" id="{BD5A9A93-C719-E337-C777-F504C34F1E8E}"/>
              </a:ext>
            </a:extLst>
          </p:cNvPr>
          <p:cNvSpPr>
            <a:spLocks noGrp="1"/>
          </p:cNvSpPr>
          <p:nvPr>
            <p:ph idx="1"/>
          </p:nvPr>
        </p:nvSpPr>
        <p:spPr>
          <a:xfrm>
            <a:off x="5289229" y="864108"/>
            <a:ext cx="5910677" cy="5120640"/>
          </a:xfrm>
        </p:spPr>
        <p:txBody>
          <a:bodyPr>
            <a:normAutofit/>
          </a:bodyPr>
          <a:lstStyle/>
          <a:p>
            <a:endParaRPr lang="ro-RO" sz="1700" dirty="0">
              <a:latin typeface="Tahoma" panose="020B0604030504040204" pitchFamily="34" charset="0"/>
              <a:ea typeface="Tahoma" panose="020B0604030504040204" pitchFamily="34" charset="0"/>
              <a:cs typeface="Tahoma" panose="020B0604030504040204" pitchFamily="34" charset="0"/>
            </a:endParaRPr>
          </a:p>
        </p:txBody>
      </p:sp>
      <p:sp>
        <p:nvSpPr>
          <p:cNvPr id="65" name="Rectangle 56">
            <a:extLst>
              <a:ext uri="{FF2B5EF4-FFF2-40B4-BE49-F238E27FC236}">
                <a16:creationId xmlns:a16="http://schemas.microsoft.com/office/drawing/2014/main" id="{9A206779-5C74-4555-94BC-5845C92EC3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683988" y="767825"/>
            <a:ext cx="508012"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209680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8FA48FC-7D22-DE71-6125-81F68A6B1FCC}"/>
            </a:ext>
          </a:extLst>
        </p:cNvPr>
        <p:cNvGrpSpPr/>
        <p:nvPr/>
      </p:nvGrpSpPr>
      <p:grpSpPr>
        <a:xfrm>
          <a:off x="0" y="0"/>
          <a:ext cx="0" cy="0"/>
          <a:chOff x="0" y="0"/>
          <a:chExt cx="0" cy="0"/>
        </a:xfrm>
      </p:grpSpPr>
      <p:sp useBgFill="1">
        <p:nvSpPr>
          <p:cNvPr id="61" name="Rectangle 50">
            <a:extLst>
              <a:ext uri="{FF2B5EF4-FFF2-40B4-BE49-F238E27FC236}">
                <a16:creationId xmlns:a16="http://schemas.microsoft.com/office/drawing/2014/main" id="{9142973B-AA71-BFA2-A9DD-6448609F8E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C580F4D8-7E1C-2CD6-5A2A-CFFFE3D774CA}"/>
              </a:ext>
            </a:extLst>
          </p:cNvPr>
          <p:cNvSpPr>
            <a:spLocks noGrp="1"/>
          </p:cNvSpPr>
          <p:nvPr>
            <p:ph type="title"/>
          </p:nvPr>
        </p:nvSpPr>
        <p:spPr>
          <a:xfrm>
            <a:off x="1539116" y="864108"/>
            <a:ext cx="3073914" cy="5120639"/>
          </a:xfrm>
        </p:spPr>
        <p:txBody>
          <a:bodyPr>
            <a:normAutofit/>
          </a:bodyPr>
          <a:lstStyle/>
          <a:p>
            <a:pPr algn="r"/>
            <a:r>
              <a:rPr lang="ro-RO">
                <a:solidFill>
                  <a:schemeClr val="tx1">
                    <a:lumMod val="85000"/>
                    <a:lumOff val="15000"/>
                  </a:schemeClr>
                </a:solidFill>
                <a:latin typeface="Tahoma" panose="020B0604030504040204" pitchFamily="34" charset="0"/>
                <a:ea typeface="Tahoma" panose="020B0604030504040204" pitchFamily="34" charset="0"/>
                <a:cs typeface="Tahoma" panose="020B0604030504040204" pitchFamily="34" charset="0"/>
              </a:rPr>
              <a:t>Înainte de vizita la client</a:t>
            </a:r>
            <a:endParaRPr lang="en-GB">
              <a:solidFill>
                <a:schemeClr val="tx1">
                  <a:lumMod val="85000"/>
                  <a:lumOff val="15000"/>
                </a:schemeClr>
              </a:solidFill>
              <a:latin typeface="Tahoma" panose="020B0604030504040204" pitchFamily="34" charset="0"/>
              <a:ea typeface="Tahoma" panose="020B0604030504040204" pitchFamily="34" charset="0"/>
              <a:cs typeface="Tahoma" panose="020B0604030504040204" pitchFamily="34" charset="0"/>
            </a:endParaRPr>
          </a:p>
        </p:txBody>
      </p:sp>
      <p:sp>
        <p:nvSpPr>
          <p:cNvPr id="62" name="Rectangle 52">
            <a:extLst>
              <a:ext uri="{FF2B5EF4-FFF2-40B4-BE49-F238E27FC236}">
                <a16:creationId xmlns:a16="http://schemas.microsoft.com/office/drawing/2014/main" id="{77706156-916B-47DA-0539-0419E470C3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1286934"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cxnSp>
        <p:nvCxnSpPr>
          <p:cNvPr id="63" name="Straight Connector 54">
            <a:extLst>
              <a:ext uri="{FF2B5EF4-FFF2-40B4-BE49-F238E27FC236}">
                <a16:creationId xmlns:a16="http://schemas.microsoft.com/office/drawing/2014/main" id="{B911FDCE-A461-1C09-2596-51F048EB700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51129" y="2085681"/>
            <a:ext cx="0" cy="2686639"/>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64" name="Content Placeholder 2">
            <a:extLst>
              <a:ext uri="{FF2B5EF4-FFF2-40B4-BE49-F238E27FC236}">
                <a16:creationId xmlns:a16="http://schemas.microsoft.com/office/drawing/2014/main" id="{ACCBFC26-CDAC-E38E-54C0-32D56670F0BE}"/>
              </a:ext>
            </a:extLst>
          </p:cNvPr>
          <p:cNvSpPr>
            <a:spLocks noGrp="1"/>
          </p:cNvSpPr>
          <p:nvPr>
            <p:ph idx="1"/>
          </p:nvPr>
        </p:nvSpPr>
        <p:spPr>
          <a:xfrm>
            <a:off x="5289229" y="864108"/>
            <a:ext cx="5910677" cy="5120640"/>
          </a:xfrm>
        </p:spPr>
        <p:txBody>
          <a:bodyPr>
            <a:normAutofit lnSpcReduction="10000"/>
          </a:bodyPr>
          <a:lstStyle/>
          <a:p>
            <a:r>
              <a:rPr lang="ro-RO" sz="1700" dirty="0">
                <a:latin typeface="Tahoma" panose="020B0604030504040204" pitchFamily="34" charset="0"/>
                <a:ea typeface="Tahoma" panose="020B0604030504040204" pitchFamily="34" charset="0"/>
                <a:cs typeface="Tahoma" panose="020B0604030504040204" pitchFamily="34" charset="0"/>
              </a:rPr>
              <a:t>Documentare / învățare despre domeniu, client (companie), produsul/sistemul propus. Poate fi un domeniu nefamiliar, caz în care vizitele pot să nu fie foarte informative.</a:t>
            </a:r>
          </a:p>
          <a:p>
            <a:r>
              <a:rPr lang="ro-RO" sz="1700" dirty="0">
                <a:latin typeface="Tahoma" panose="020B0604030504040204" pitchFamily="34" charset="0"/>
                <a:ea typeface="Tahoma" panose="020B0604030504040204" pitchFamily="34" charset="0"/>
                <a:cs typeface="Tahoma" panose="020B0604030504040204" pitchFamily="34" charset="0"/>
              </a:rPr>
              <a:t>Decizii referitoare la sursele datelor (utilizatori, dar și experți în domeniu, experți duali, focus-grupuri, </a:t>
            </a:r>
            <a:r>
              <a:rPr lang="ro-RO" sz="1700" i="1" dirty="0">
                <a:latin typeface="Tahoma" panose="020B0604030504040204" pitchFamily="34" charset="0"/>
                <a:ea typeface="Tahoma" panose="020B0604030504040204" pitchFamily="34" charset="0"/>
                <a:cs typeface="Tahoma" panose="020B0604030504040204" pitchFamily="34" charset="0"/>
              </a:rPr>
              <a:t>survey</a:t>
            </a:r>
            <a:r>
              <a:rPr lang="ro-RO" sz="1700" dirty="0">
                <a:latin typeface="Tahoma" panose="020B0604030504040204" pitchFamily="34" charset="0"/>
                <a:ea typeface="Tahoma" panose="020B0604030504040204" pitchFamily="34" charset="0"/>
                <a:cs typeface="Tahoma" panose="020B0604030504040204" pitchFamily="34" charset="0"/>
              </a:rPr>
              <a:t>-uri, analiză competitivă, propria experiență, etc.).</a:t>
            </a:r>
          </a:p>
          <a:p>
            <a:r>
              <a:rPr lang="ro-RO" sz="1700" dirty="0">
                <a:latin typeface="Tahoma" panose="020B0604030504040204" pitchFamily="34" charset="0"/>
                <a:ea typeface="Tahoma" panose="020B0604030504040204" pitchFamily="34" charset="0"/>
                <a:cs typeface="Tahoma" panose="020B0604030504040204" pitchFamily="34" charset="0"/>
              </a:rPr>
              <a:t>Stabilirea parametrilor vizitelor (numărul de vizite, interviuri, etc.) – depind de complexitate, scop, nivel de rigoare, etc. </a:t>
            </a:r>
          </a:p>
          <a:p>
            <a:r>
              <a:rPr lang="ro-RO" sz="1700" dirty="0">
                <a:latin typeface="Tahoma" panose="020B0604030504040204" pitchFamily="34" charset="0"/>
                <a:ea typeface="Tahoma" panose="020B0604030504040204" pitchFamily="34" charset="0"/>
                <a:cs typeface="Tahoma" panose="020B0604030504040204" pitchFamily="34" charset="0"/>
              </a:rPr>
              <a:t>Organizarea echipei. Stabilirea / recrutarea participanților (ideal: utilizatori-cheie, eventual </a:t>
            </a:r>
            <a:r>
              <a:rPr lang="ro-RO" sz="1700" i="1" dirty="0">
                <a:latin typeface="Tahoma" panose="020B0604030504040204" pitchFamily="34" charset="0"/>
                <a:ea typeface="Tahoma" panose="020B0604030504040204" pitchFamily="34" charset="0"/>
                <a:cs typeface="Tahoma" panose="020B0604030504040204" pitchFamily="34" charset="0"/>
              </a:rPr>
              <a:t>rol </a:t>
            </a:r>
            <a:r>
              <a:rPr lang="ro-RO" sz="1700" dirty="0">
                <a:latin typeface="Tahoma" panose="020B0604030504040204" pitchFamily="34" charset="0"/>
                <a:ea typeface="Tahoma" panose="020B0604030504040204" pitchFamily="34" charset="0"/>
                <a:cs typeface="Tahoma" panose="020B0604030504040204" pitchFamily="34" charset="0"/>
              </a:rPr>
              <a:t>de utilizator).  </a:t>
            </a:r>
          </a:p>
          <a:p>
            <a:r>
              <a:rPr lang="ro-RO" sz="1700" dirty="0">
                <a:latin typeface="Tahoma" panose="020B0604030504040204" pitchFamily="34" charset="0"/>
                <a:ea typeface="Tahoma" panose="020B0604030504040204" pitchFamily="34" charset="0"/>
                <a:cs typeface="Tahoma" panose="020B0604030504040204" pitchFamily="34" charset="0"/>
              </a:rPr>
              <a:t>Stabilit contextul de utilizare (inclusiv observarea modului în care beneficiarii lucrează, organizarea vizitei astfel încât să fie evitate presiunile asupra celor intervievați). </a:t>
            </a:r>
          </a:p>
          <a:p>
            <a:r>
              <a:rPr lang="ro-RO" sz="1700" dirty="0">
                <a:latin typeface="Tahoma" panose="020B0604030504040204" pitchFamily="34" charset="0"/>
                <a:ea typeface="Tahoma" panose="020B0604030504040204" pitchFamily="34" charset="0"/>
                <a:cs typeface="Tahoma" panose="020B0604030504040204" pitchFamily="34" charset="0"/>
              </a:rPr>
              <a:t>Scopurile colectării de date depind de domeniul / momentul aplicării și de etapa de lucru.</a:t>
            </a:r>
          </a:p>
          <a:p>
            <a:r>
              <a:rPr lang="ro-RO" sz="1700" dirty="0">
                <a:latin typeface="Tahoma" panose="020B0604030504040204" pitchFamily="34" charset="0"/>
                <a:ea typeface="Tahoma" panose="020B0604030504040204" pitchFamily="34" charset="0"/>
                <a:cs typeface="Tahoma" panose="020B0604030504040204" pitchFamily="34" charset="0"/>
              </a:rPr>
              <a:t>Pregătirea întrebărilor inițiale.</a:t>
            </a:r>
          </a:p>
          <a:p>
            <a:endParaRPr lang="ro-RO" sz="1700" dirty="0">
              <a:latin typeface="Tahoma" panose="020B0604030504040204" pitchFamily="34" charset="0"/>
              <a:ea typeface="Tahoma" panose="020B0604030504040204" pitchFamily="34" charset="0"/>
              <a:cs typeface="Tahoma" panose="020B0604030504040204" pitchFamily="34" charset="0"/>
            </a:endParaRPr>
          </a:p>
        </p:txBody>
      </p:sp>
      <p:sp>
        <p:nvSpPr>
          <p:cNvPr id="65" name="Rectangle 56">
            <a:extLst>
              <a:ext uri="{FF2B5EF4-FFF2-40B4-BE49-F238E27FC236}">
                <a16:creationId xmlns:a16="http://schemas.microsoft.com/office/drawing/2014/main" id="{59D46158-A4BC-3849-63CB-812AC6F40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683988" y="767825"/>
            <a:ext cx="508012"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691558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9DC5A77-10C9-4ECF-B7EB-8D917F36A9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FFE28B5-FB16-49A9-B851-3C35FAC0CA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58952"/>
            <a:ext cx="10905976" cy="165113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Title 1">
            <a:extLst>
              <a:ext uri="{FF2B5EF4-FFF2-40B4-BE49-F238E27FC236}">
                <a16:creationId xmlns:a16="http://schemas.microsoft.com/office/drawing/2014/main" id="{698465DE-CB0A-7BF6-610A-29B36ED20C3E}"/>
              </a:ext>
            </a:extLst>
          </p:cNvPr>
          <p:cNvSpPr>
            <a:spLocks noGrp="1"/>
          </p:cNvSpPr>
          <p:nvPr>
            <p:ph type="title"/>
          </p:nvPr>
        </p:nvSpPr>
        <p:spPr>
          <a:xfrm>
            <a:off x="1600754" y="1087374"/>
            <a:ext cx="8983489" cy="1000978"/>
          </a:xfrm>
        </p:spPr>
        <p:txBody>
          <a:bodyPr>
            <a:normAutofit/>
          </a:bodyPr>
          <a:lstStyle/>
          <a:p>
            <a:r>
              <a:rPr lang="ro-RO" sz="4000" dirty="0">
                <a:latin typeface="Tahoma" panose="020B0604030504040204" pitchFamily="34" charset="0"/>
                <a:ea typeface="Tahoma" panose="020B0604030504040204" pitchFamily="34" charset="0"/>
                <a:cs typeface="Tahoma" panose="020B0604030504040204" pitchFamily="34" charset="0"/>
              </a:rPr>
              <a:t>În timpul vizitei la client</a:t>
            </a:r>
            <a:endParaRPr lang="en-GB" sz="4000" dirty="0">
              <a:latin typeface="Tahoma" panose="020B0604030504040204" pitchFamily="34" charset="0"/>
              <a:ea typeface="Tahoma" panose="020B0604030504040204" pitchFamily="34" charset="0"/>
              <a:cs typeface="Tahoma" panose="020B0604030504040204" pitchFamily="34" charset="0"/>
            </a:endParaRPr>
          </a:p>
        </p:txBody>
      </p:sp>
      <p:sp>
        <p:nvSpPr>
          <p:cNvPr id="12" name="Rectangle 11">
            <a:extLst>
              <a:ext uri="{FF2B5EF4-FFF2-40B4-BE49-F238E27FC236}">
                <a16:creationId xmlns:a16="http://schemas.microsoft.com/office/drawing/2014/main" id="{01014442-855A-4E0F-8D09-C314661A48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14533" y="758952"/>
            <a:ext cx="1185379" cy="1651133"/>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4" name="Rectangle 13">
            <a:extLst>
              <a:ext uri="{FF2B5EF4-FFF2-40B4-BE49-F238E27FC236}">
                <a16:creationId xmlns:a16="http://schemas.microsoft.com/office/drawing/2014/main" id="{9B1ABF09-86CF-414E-88A5-2B84CC7232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3" y="2526526"/>
            <a:ext cx="1169701" cy="3563378"/>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6" name="Rectangle 15">
            <a:extLst>
              <a:ext uri="{FF2B5EF4-FFF2-40B4-BE49-F238E27FC236}">
                <a16:creationId xmlns:a16="http://schemas.microsoft.com/office/drawing/2014/main" id="{3FE91770-CDBB-4D24-94E5-AD484F36CE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79019" y="2526526"/>
            <a:ext cx="10920893" cy="3563377"/>
          </a:xfrm>
          <a:prstGeom prst="rect">
            <a:avLst/>
          </a:prstGeom>
          <a:solidFill>
            <a:schemeClr val="bg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3" name="Content Placeholder 2">
            <a:extLst>
              <a:ext uri="{FF2B5EF4-FFF2-40B4-BE49-F238E27FC236}">
                <a16:creationId xmlns:a16="http://schemas.microsoft.com/office/drawing/2014/main" id="{BD5A9A93-C719-E337-C777-F504C34F1E8E}"/>
              </a:ext>
            </a:extLst>
          </p:cNvPr>
          <p:cNvSpPr>
            <a:spLocks noGrp="1"/>
          </p:cNvSpPr>
          <p:nvPr>
            <p:ph idx="1"/>
          </p:nvPr>
        </p:nvSpPr>
        <p:spPr>
          <a:xfrm>
            <a:off x="1600753" y="2535446"/>
            <a:ext cx="8983489" cy="3554457"/>
          </a:xfrm>
        </p:spPr>
        <p:txBody>
          <a:bodyPr>
            <a:normAutofit/>
          </a:bodyPr>
          <a:lstStyle/>
          <a:p>
            <a:endParaRPr lang="ro-RO" dirty="0">
              <a:solidFill>
                <a:schemeClr val="tx1"/>
              </a:solidFill>
              <a:latin typeface="Tahoma" panose="020B0604030504040204" pitchFamily="34" charset="0"/>
              <a:ea typeface="Tahoma" panose="020B0604030504040204" pitchFamily="34" charset="0"/>
              <a:cs typeface="Tahoma" panose="020B0604030504040204" pitchFamily="34" charset="0"/>
            </a:endParaRPr>
          </a:p>
          <a:p>
            <a:r>
              <a:rPr lang="ro-RO" dirty="0">
                <a:solidFill>
                  <a:schemeClr val="tx1"/>
                </a:solidFill>
                <a:latin typeface="Tahoma" panose="020B0604030504040204" pitchFamily="34" charset="0"/>
                <a:ea typeface="Tahoma" panose="020B0604030504040204" pitchFamily="34" charset="0"/>
                <a:cs typeface="Tahoma" panose="020B0604030504040204" pitchFamily="34" charset="0"/>
              </a:rPr>
              <a:t>Pregătirea activităților, parte introductivă.</a:t>
            </a:r>
          </a:p>
          <a:p>
            <a:r>
              <a:rPr lang="ro-RO" dirty="0">
                <a:solidFill>
                  <a:schemeClr val="tx1"/>
                </a:solidFill>
                <a:latin typeface="Tahoma" panose="020B0604030504040204" pitchFamily="34" charset="0"/>
                <a:ea typeface="Tahoma" panose="020B0604030504040204" pitchFamily="34" charset="0"/>
                <a:cs typeface="Tahoma" panose="020B0604030504040204" pitchFamily="34" charset="0"/>
              </a:rPr>
              <a:t>Interviuri și observare (</a:t>
            </a:r>
            <a:r>
              <a:rPr lang="ro-RO" i="1" dirty="0">
                <a:solidFill>
                  <a:schemeClr val="tx1"/>
                </a:solidFill>
                <a:latin typeface="Tahoma" panose="020B0604030504040204" pitchFamily="34" charset="0"/>
                <a:ea typeface="Tahoma" panose="020B0604030504040204" pitchFamily="34" charset="0"/>
                <a:cs typeface="Tahoma" panose="020B0604030504040204" pitchFamily="34" charset="0"/>
              </a:rPr>
              <a:t>ce spun și ce fac: </a:t>
            </a:r>
            <a:r>
              <a:rPr lang="en-GB" i="1" dirty="0">
                <a:solidFill>
                  <a:schemeClr val="tx1"/>
                </a:solidFill>
                <a:latin typeface="Tahoma" panose="020B0604030504040204" pitchFamily="34" charset="0"/>
                <a:ea typeface="Tahoma" panose="020B0604030504040204" pitchFamily="34" charset="0"/>
                <a:cs typeface="Tahoma" panose="020B0604030504040204" pitchFamily="34" charset="0"/>
              </a:rPr>
              <a:t>”A major point in ethnographically inspired approaches is that</a:t>
            </a:r>
            <a:r>
              <a:rPr lang="ro-RO" i="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GB" i="1" dirty="0">
                <a:solidFill>
                  <a:schemeClr val="tx1"/>
                </a:solidFill>
                <a:latin typeface="Tahoma" panose="020B0604030504040204" pitchFamily="34" charset="0"/>
                <a:ea typeface="Tahoma" panose="020B0604030504040204" pitchFamily="34" charset="0"/>
                <a:cs typeface="Tahoma" panose="020B0604030504040204" pitchFamily="34" charset="0"/>
              </a:rPr>
              <a:t>work is a socially organized activity where the actual </a:t>
            </a:r>
            <a:r>
              <a:rPr lang="en-GB" i="1" dirty="0" err="1">
                <a:solidFill>
                  <a:schemeClr val="tx1"/>
                </a:solidFill>
                <a:latin typeface="Tahoma" panose="020B0604030504040204" pitchFamily="34" charset="0"/>
                <a:ea typeface="Tahoma" panose="020B0604030504040204" pitchFamily="34" charset="0"/>
                <a:cs typeface="Tahoma" panose="020B0604030504040204" pitchFamily="34" charset="0"/>
              </a:rPr>
              <a:t>behavior</a:t>
            </a:r>
            <a:r>
              <a:rPr lang="en-GB" i="1" dirty="0">
                <a:solidFill>
                  <a:schemeClr val="tx1"/>
                </a:solidFill>
                <a:latin typeface="Tahoma" panose="020B0604030504040204" pitchFamily="34" charset="0"/>
                <a:ea typeface="Tahoma" panose="020B0604030504040204" pitchFamily="34" charset="0"/>
                <a:cs typeface="Tahoma" panose="020B0604030504040204" pitchFamily="34" charset="0"/>
              </a:rPr>
              <a:t> differs from how it is</a:t>
            </a:r>
            <a:r>
              <a:rPr lang="ro-RO" i="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GB" i="1" dirty="0">
                <a:solidFill>
                  <a:schemeClr val="tx1"/>
                </a:solidFill>
                <a:latin typeface="Tahoma" panose="020B0604030504040204" pitchFamily="34" charset="0"/>
                <a:ea typeface="Tahoma" panose="020B0604030504040204" pitchFamily="34" charset="0"/>
                <a:cs typeface="Tahoma" panose="020B0604030504040204" pitchFamily="34" charset="0"/>
              </a:rPr>
              <a:t>described by those who do it” – </a:t>
            </a:r>
            <a:r>
              <a:rPr lang="en-GB" dirty="0">
                <a:solidFill>
                  <a:schemeClr val="tx1"/>
                </a:solidFill>
                <a:latin typeface="Tahoma" panose="020B0604030504040204" pitchFamily="34" charset="0"/>
                <a:ea typeface="Tahoma" panose="020B0604030504040204" pitchFamily="34" charset="0"/>
                <a:cs typeface="Tahoma" panose="020B0604030504040204" pitchFamily="34" charset="0"/>
              </a:rPr>
              <a:t>Simonsen &amp; Kensing, 1997</a:t>
            </a:r>
            <a:r>
              <a:rPr lang="ro-RO" dirty="0">
                <a:solidFill>
                  <a:schemeClr val="tx1"/>
                </a:solidFill>
                <a:latin typeface="Tahoma" panose="020B0604030504040204" pitchFamily="34" charset="0"/>
                <a:ea typeface="Tahoma" panose="020B0604030504040204" pitchFamily="34" charset="0"/>
                <a:cs typeface="Tahoma" panose="020B0604030504040204" pitchFamily="34" charset="0"/>
              </a:rPr>
              <a:t>). Tehnica </a:t>
            </a:r>
            <a:r>
              <a:rPr lang="ro-RO" i="1" dirty="0">
                <a:solidFill>
                  <a:schemeClr val="tx1"/>
                </a:solidFill>
                <a:latin typeface="Tahoma" panose="020B0604030504040204" pitchFamily="34" charset="0"/>
                <a:ea typeface="Tahoma" panose="020B0604030504040204" pitchFamily="34" charset="0"/>
                <a:cs typeface="Tahoma" panose="020B0604030504040204" pitchFamily="34" charset="0"/>
              </a:rPr>
              <a:t>shadowing.</a:t>
            </a:r>
            <a:endParaRPr lang="ro-RO" dirty="0">
              <a:solidFill>
                <a:schemeClr val="tx1"/>
              </a:solidFill>
              <a:latin typeface="Tahoma" panose="020B0604030504040204" pitchFamily="34" charset="0"/>
              <a:ea typeface="Tahoma" panose="020B0604030504040204" pitchFamily="34" charset="0"/>
              <a:cs typeface="Tahoma" panose="020B0604030504040204" pitchFamily="34" charset="0"/>
            </a:endParaRPr>
          </a:p>
          <a:p>
            <a:r>
              <a:rPr lang="ro-RO" dirty="0">
                <a:solidFill>
                  <a:schemeClr val="tx1"/>
                </a:solidFill>
                <a:latin typeface="Tahoma" panose="020B0604030504040204" pitchFamily="34" charset="0"/>
                <a:ea typeface="Tahoma" panose="020B0604030504040204" pitchFamily="34" charset="0"/>
                <a:cs typeface="Tahoma" panose="020B0604030504040204" pitchFamily="34" charset="0"/>
              </a:rPr>
              <a:t>Recomandări.</a:t>
            </a:r>
          </a:p>
          <a:p>
            <a:r>
              <a:rPr lang="ro-RO" dirty="0">
                <a:solidFill>
                  <a:schemeClr val="tx1"/>
                </a:solidFill>
                <a:latin typeface="Tahoma" panose="020B0604030504040204" pitchFamily="34" charset="0"/>
                <a:ea typeface="Tahoma" panose="020B0604030504040204" pitchFamily="34" charset="0"/>
                <a:cs typeface="Tahoma" panose="020B0604030504040204" pitchFamily="34" charset="0"/>
              </a:rPr>
              <a:t>Ce categorii de informații caută să afle un UX designer?</a:t>
            </a:r>
          </a:p>
          <a:p>
            <a:r>
              <a:rPr lang="ro-RO" dirty="0">
                <a:solidFill>
                  <a:schemeClr val="tx1"/>
                </a:solidFill>
                <a:latin typeface="Tahoma" panose="020B0604030504040204" pitchFamily="34" charset="0"/>
                <a:ea typeface="Tahoma" panose="020B0604030504040204" pitchFamily="34" charset="0"/>
                <a:cs typeface="Tahoma" panose="020B0604030504040204" pitchFamily="34" charset="0"/>
              </a:rPr>
              <a:t>Extragerea datelor relevante. Eficientizare. </a:t>
            </a:r>
          </a:p>
          <a:p>
            <a:endParaRPr lang="ro-RO"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mc:AlternateContent xmlns:mc="http://schemas.openxmlformats.org/markup-compatibility/2006" xmlns:pslz="http://schemas.microsoft.com/office/powerpoint/2016/slidezoom">
        <mc:Choice Requires="pslz">
          <p:graphicFrame>
            <p:nvGraphicFramePr>
              <p:cNvPr id="4" name="Slide Zoom 3">
                <a:extLst>
                  <a:ext uri="{FF2B5EF4-FFF2-40B4-BE49-F238E27FC236}">
                    <a16:creationId xmlns:a16="http://schemas.microsoft.com/office/drawing/2014/main" id="{FBCC4A5E-EBA7-5E67-9AB5-CA3F2D6649E2}"/>
                  </a:ext>
                </a:extLst>
              </p:cNvPr>
              <p:cNvGraphicFramePr>
                <a:graphicFrameLocks noChangeAspect="1"/>
              </p:cNvGraphicFramePr>
              <p:nvPr>
                <p:extLst>
                  <p:ext uri="{D42A27DB-BD31-4B8C-83A1-F6EECF244321}">
                    <p14:modId xmlns:p14="http://schemas.microsoft.com/office/powerpoint/2010/main" val="4223786577"/>
                  </p:ext>
                </p:extLst>
              </p:nvPr>
            </p:nvGraphicFramePr>
            <p:xfrm>
              <a:off x="3803514" y="4614878"/>
              <a:ext cx="452822" cy="254712"/>
            </p:xfrm>
            <a:graphic>
              <a:graphicData uri="http://schemas.microsoft.com/office/powerpoint/2016/slidezoom">
                <pslz:sldZm>
                  <pslz:sldZmObj sldId="264" cId="1437584669">
                    <pslz:zmPr id="{402144DC-D0E2-4764-991D-07067130D95F}" returnToParent="0" transitionDur="1000">
                      <p166:blipFill xmlns:p166="http://schemas.microsoft.com/office/powerpoint/2016/6/main">
                        <a:blip r:embed="rId2"/>
                        <a:stretch>
                          <a:fillRect/>
                        </a:stretch>
                      </p166:blipFill>
                      <p166:spPr xmlns:p166="http://schemas.microsoft.com/office/powerpoint/2016/6/main">
                        <a:xfrm>
                          <a:off x="0" y="0"/>
                          <a:ext cx="452822" cy="254712"/>
                        </a:xfrm>
                        <a:prstGeom prst="rect">
                          <a:avLst/>
                        </a:prstGeom>
                        <a:ln w="3175">
                          <a:solidFill>
                            <a:prstClr val="ltGray"/>
                          </a:solidFill>
                        </a:ln>
                      </p166:spPr>
                    </pslz:zmPr>
                  </pslz:sldZmObj>
                </pslz:sldZm>
              </a:graphicData>
            </a:graphic>
          </p:graphicFrame>
        </mc:Choice>
        <mc:Fallback xmlns="">
          <p:pic>
            <p:nvPicPr>
              <p:cNvPr id="4" name="Slide Zoom 3">
                <a:hlinkClick r:id="rId3" action="ppaction://hlinksldjump"/>
                <a:extLst>
                  <a:ext uri="{FF2B5EF4-FFF2-40B4-BE49-F238E27FC236}">
                    <a16:creationId xmlns:a16="http://schemas.microsoft.com/office/drawing/2014/main" id="{FBCC4A5E-EBA7-5E67-9AB5-CA3F2D6649E2}"/>
                  </a:ext>
                </a:extLst>
              </p:cNvPr>
              <p:cNvPicPr>
                <a:picLocks noGrp="1" noRot="1" noChangeAspect="1" noMove="1" noResize="1" noEditPoints="1" noAdjustHandles="1" noChangeArrowheads="1" noChangeShapeType="1"/>
              </p:cNvPicPr>
              <p:nvPr/>
            </p:nvPicPr>
            <p:blipFill>
              <a:blip r:embed="rId4"/>
              <a:stretch>
                <a:fillRect/>
              </a:stretch>
            </p:blipFill>
            <p:spPr>
              <a:xfrm>
                <a:off x="3803514" y="4614878"/>
                <a:ext cx="452822" cy="254712"/>
              </a:xfrm>
              <a:prstGeom prst="rect">
                <a:avLst/>
              </a:prstGeom>
              <a:ln w="3175">
                <a:solidFill>
                  <a:prstClr val="ltGray"/>
                </a:solidFill>
              </a:ln>
            </p:spPr>
          </p:pic>
        </mc:Fallback>
      </mc:AlternateContent>
    </p:spTree>
    <p:extLst>
      <p:ext uri="{BB962C8B-B14F-4D97-AF65-F5344CB8AC3E}">
        <p14:creationId xmlns:p14="http://schemas.microsoft.com/office/powerpoint/2010/main" val="292610468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2">
            <a:extLst>
              <a:ext uri="{FF2B5EF4-FFF2-40B4-BE49-F238E27FC236}">
                <a16:creationId xmlns:a16="http://schemas.microsoft.com/office/drawing/2014/main" id="{80516254-1D9F-4F3A-9870-3A3280BE2B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698465DE-CB0A-7BF6-610A-29B36ED20C3E}"/>
              </a:ext>
            </a:extLst>
          </p:cNvPr>
          <p:cNvSpPr>
            <a:spLocks noGrp="1"/>
          </p:cNvSpPr>
          <p:nvPr>
            <p:ph type="title"/>
          </p:nvPr>
        </p:nvSpPr>
        <p:spPr>
          <a:xfrm>
            <a:off x="1539116" y="864108"/>
            <a:ext cx="3073914" cy="5120639"/>
          </a:xfrm>
        </p:spPr>
        <p:txBody>
          <a:bodyPr>
            <a:normAutofit/>
          </a:bodyPr>
          <a:lstStyle/>
          <a:p>
            <a:pPr algn="r"/>
            <a:r>
              <a:rPr lang="ro-RO">
                <a:solidFill>
                  <a:schemeClr val="tx1">
                    <a:lumMod val="85000"/>
                    <a:lumOff val="15000"/>
                  </a:schemeClr>
                </a:solidFill>
                <a:latin typeface="Tahoma" panose="020B0604030504040204" pitchFamily="34" charset="0"/>
                <a:ea typeface="Tahoma" panose="020B0604030504040204" pitchFamily="34" charset="0"/>
                <a:cs typeface="Tahoma" panose="020B0604030504040204" pitchFamily="34" charset="0"/>
              </a:rPr>
              <a:t>Recomandări</a:t>
            </a:r>
            <a:endParaRPr lang="en-GB">
              <a:solidFill>
                <a:schemeClr val="tx1">
                  <a:lumMod val="85000"/>
                  <a:lumOff val="15000"/>
                </a:schemeClr>
              </a:solidFill>
              <a:latin typeface="Tahoma" panose="020B0604030504040204" pitchFamily="34" charset="0"/>
              <a:ea typeface="Tahoma" panose="020B0604030504040204" pitchFamily="34" charset="0"/>
              <a:cs typeface="Tahoma" panose="020B0604030504040204" pitchFamily="34" charset="0"/>
            </a:endParaRPr>
          </a:p>
        </p:txBody>
      </p:sp>
      <p:sp>
        <p:nvSpPr>
          <p:cNvPr id="31" name="Rectangle 24">
            <a:extLst>
              <a:ext uri="{FF2B5EF4-FFF2-40B4-BE49-F238E27FC236}">
                <a16:creationId xmlns:a16="http://schemas.microsoft.com/office/drawing/2014/main" id="{FC14672B-27A5-4CDA-ABAF-5E4CF4B41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1286934"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cxnSp>
        <p:nvCxnSpPr>
          <p:cNvPr id="32" name="Straight Connector 26">
            <a:extLst>
              <a:ext uri="{FF2B5EF4-FFF2-40B4-BE49-F238E27FC236}">
                <a16:creationId xmlns:a16="http://schemas.microsoft.com/office/drawing/2014/main" id="{8D89589C-2C90-4407-A995-05EC3DD7AB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51129" y="2085681"/>
            <a:ext cx="0" cy="2686639"/>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BD5A9A93-C719-E337-C777-F504C34F1E8E}"/>
              </a:ext>
            </a:extLst>
          </p:cNvPr>
          <p:cNvSpPr>
            <a:spLocks noGrp="1"/>
          </p:cNvSpPr>
          <p:nvPr>
            <p:ph idx="1"/>
          </p:nvPr>
        </p:nvSpPr>
        <p:spPr>
          <a:xfrm>
            <a:off x="5289229" y="864108"/>
            <a:ext cx="5910677" cy="5120640"/>
          </a:xfrm>
        </p:spPr>
        <p:txBody>
          <a:bodyPr>
            <a:normAutofit/>
          </a:bodyPr>
          <a:lstStyle/>
          <a:p>
            <a:r>
              <a:rPr lang="en-GB" dirty="0">
                <a:latin typeface="Tahoma" panose="020B0604030504040204" pitchFamily="34" charset="0"/>
                <a:ea typeface="Tahoma" panose="020B0604030504040204" pitchFamily="34" charset="0"/>
                <a:cs typeface="Tahoma" panose="020B0604030504040204" pitchFamily="34" charset="0"/>
              </a:rPr>
              <a:t>E</a:t>
            </a:r>
            <a:r>
              <a:rPr lang="ro-RO" dirty="0">
                <a:latin typeface="Tahoma" panose="020B0604030504040204" pitchFamily="34" charset="0"/>
                <a:ea typeface="Tahoma" panose="020B0604030504040204" pitchFamily="34" charset="0"/>
                <a:cs typeface="Tahoma" panose="020B0604030504040204" pitchFamily="34" charset="0"/>
              </a:rPr>
              <a:t>sențială: buna comunicare cu clientul (diverse fațete – ascultat, parteneriat, întrebări adecvate, flexibilitate).</a:t>
            </a:r>
          </a:p>
          <a:p>
            <a:r>
              <a:rPr lang="ro-RO" dirty="0">
                <a:latin typeface="Tahoma" panose="020B0604030504040204" pitchFamily="34" charset="0"/>
                <a:ea typeface="Tahoma" panose="020B0604030504040204" pitchFamily="34" charset="0"/>
                <a:cs typeface="Tahoma" panose="020B0604030504040204" pitchFamily="34" charset="0"/>
              </a:rPr>
              <a:t>Pot exista păreri variate ale utilizatorilor – diferențele dintre ele pot fi valorificate. </a:t>
            </a:r>
          </a:p>
          <a:p>
            <a:r>
              <a:rPr lang="ro-RO" dirty="0">
                <a:latin typeface="Tahoma" panose="020B0604030504040204" pitchFamily="34" charset="0"/>
                <a:ea typeface="Tahoma" panose="020B0604030504040204" pitchFamily="34" charset="0"/>
                <a:cs typeface="Tahoma" panose="020B0604030504040204" pitchFamily="34" charset="0"/>
              </a:rPr>
              <a:t>De evitat: prezentarea / comentarea / impunerea propriilor păreri.</a:t>
            </a:r>
            <a:endParaRPr lang="en-GB" dirty="0">
              <a:latin typeface="Tahoma" panose="020B0604030504040204" pitchFamily="34" charset="0"/>
              <a:ea typeface="Tahoma" panose="020B0604030504040204" pitchFamily="34" charset="0"/>
              <a:cs typeface="Tahoma" panose="020B0604030504040204" pitchFamily="34" charset="0"/>
            </a:endParaRPr>
          </a:p>
        </p:txBody>
      </p:sp>
      <p:sp>
        <p:nvSpPr>
          <p:cNvPr id="29" name="Rectangle 28">
            <a:extLst>
              <a:ext uri="{FF2B5EF4-FFF2-40B4-BE49-F238E27FC236}">
                <a16:creationId xmlns:a16="http://schemas.microsoft.com/office/drawing/2014/main" id="{9A206779-5C74-4555-94BC-5845C92EC3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683988" y="767825"/>
            <a:ext cx="508012"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3758466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9DC5A77-10C9-4ECF-B7EB-8D917F36A9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FFE28B5-FB16-49A9-B851-3C35FAC0CA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58952"/>
            <a:ext cx="10905976" cy="165113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Title 1">
            <a:extLst>
              <a:ext uri="{FF2B5EF4-FFF2-40B4-BE49-F238E27FC236}">
                <a16:creationId xmlns:a16="http://schemas.microsoft.com/office/drawing/2014/main" id="{698465DE-CB0A-7BF6-610A-29B36ED20C3E}"/>
              </a:ext>
            </a:extLst>
          </p:cNvPr>
          <p:cNvSpPr>
            <a:spLocks noGrp="1"/>
          </p:cNvSpPr>
          <p:nvPr>
            <p:ph type="title"/>
          </p:nvPr>
        </p:nvSpPr>
        <p:spPr>
          <a:xfrm>
            <a:off x="1600754" y="1087374"/>
            <a:ext cx="8983489" cy="1000978"/>
          </a:xfrm>
        </p:spPr>
        <p:txBody>
          <a:bodyPr>
            <a:normAutofit/>
          </a:bodyPr>
          <a:lstStyle/>
          <a:p>
            <a:r>
              <a:rPr lang="ro-RO" dirty="0">
                <a:latin typeface="Tahoma" panose="020B0604030504040204" pitchFamily="34" charset="0"/>
                <a:ea typeface="Tahoma" panose="020B0604030504040204" pitchFamily="34" charset="0"/>
                <a:cs typeface="Tahoma" panose="020B0604030504040204" pitchFamily="34" charset="0"/>
              </a:rPr>
              <a:t>În timpul vizitei la client</a:t>
            </a:r>
            <a:endParaRPr lang="en-GB" dirty="0">
              <a:latin typeface="Tahoma" panose="020B0604030504040204" pitchFamily="34" charset="0"/>
              <a:ea typeface="Tahoma" panose="020B0604030504040204" pitchFamily="34" charset="0"/>
              <a:cs typeface="Tahoma" panose="020B0604030504040204" pitchFamily="34" charset="0"/>
            </a:endParaRPr>
          </a:p>
        </p:txBody>
      </p:sp>
      <p:sp>
        <p:nvSpPr>
          <p:cNvPr id="12" name="Rectangle 11">
            <a:extLst>
              <a:ext uri="{FF2B5EF4-FFF2-40B4-BE49-F238E27FC236}">
                <a16:creationId xmlns:a16="http://schemas.microsoft.com/office/drawing/2014/main" id="{01014442-855A-4E0F-8D09-C314661A48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14533" y="758952"/>
            <a:ext cx="1185379" cy="1651133"/>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4" name="Rectangle 13">
            <a:extLst>
              <a:ext uri="{FF2B5EF4-FFF2-40B4-BE49-F238E27FC236}">
                <a16:creationId xmlns:a16="http://schemas.microsoft.com/office/drawing/2014/main" id="{9B1ABF09-86CF-414E-88A5-2B84CC7232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3" y="2526526"/>
            <a:ext cx="1169701" cy="3563378"/>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6" name="Rectangle 15">
            <a:extLst>
              <a:ext uri="{FF2B5EF4-FFF2-40B4-BE49-F238E27FC236}">
                <a16:creationId xmlns:a16="http://schemas.microsoft.com/office/drawing/2014/main" id="{3FE91770-CDBB-4D24-94E5-AD484F36CE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79019" y="2526526"/>
            <a:ext cx="10920893" cy="3563377"/>
          </a:xfrm>
          <a:prstGeom prst="rect">
            <a:avLst/>
          </a:prstGeom>
          <a:solidFill>
            <a:schemeClr val="bg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3" name="Content Placeholder 2">
            <a:extLst>
              <a:ext uri="{FF2B5EF4-FFF2-40B4-BE49-F238E27FC236}">
                <a16:creationId xmlns:a16="http://schemas.microsoft.com/office/drawing/2014/main" id="{BD5A9A93-C719-E337-C777-F504C34F1E8E}"/>
              </a:ext>
            </a:extLst>
          </p:cNvPr>
          <p:cNvSpPr>
            <a:spLocks noGrp="1"/>
          </p:cNvSpPr>
          <p:nvPr>
            <p:ph idx="1"/>
          </p:nvPr>
        </p:nvSpPr>
        <p:spPr>
          <a:xfrm>
            <a:off x="1600753" y="2535446"/>
            <a:ext cx="8983489" cy="3554457"/>
          </a:xfrm>
        </p:spPr>
        <p:txBody>
          <a:bodyPr>
            <a:normAutofit/>
          </a:bodyPr>
          <a:lstStyle/>
          <a:p>
            <a:endParaRPr lang="ro-RO" dirty="0">
              <a:solidFill>
                <a:schemeClr val="tx1"/>
              </a:solidFill>
              <a:latin typeface="Tahoma" panose="020B0604030504040204" pitchFamily="34" charset="0"/>
              <a:ea typeface="Tahoma" panose="020B0604030504040204" pitchFamily="34" charset="0"/>
              <a:cs typeface="Tahoma" panose="020B0604030504040204" pitchFamily="34" charset="0"/>
            </a:endParaRPr>
          </a:p>
          <a:p>
            <a:r>
              <a:rPr lang="ro-RO" dirty="0">
                <a:solidFill>
                  <a:schemeClr val="tx1"/>
                </a:solidFill>
                <a:latin typeface="Tahoma" panose="020B0604030504040204" pitchFamily="34" charset="0"/>
                <a:ea typeface="Tahoma" panose="020B0604030504040204" pitchFamily="34" charset="0"/>
                <a:cs typeface="Tahoma" panose="020B0604030504040204" pitchFamily="34" charset="0"/>
              </a:rPr>
              <a:t>Pregătirea activităților, parte introductivă.</a:t>
            </a:r>
          </a:p>
          <a:p>
            <a:r>
              <a:rPr lang="ro-RO" dirty="0">
                <a:solidFill>
                  <a:schemeClr val="tx1"/>
                </a:solidFill>
                <a:latin typeface="Tahoma" panose="020B0604030504040204" pitchFamily="34" charset="0"/>
                <a:ea typeface="Tahoma" panose="020B0604030504040204" pitchFamily="34" charset="0"/>
                <a:cs typeface="Tahoma" panose="020B0604030504040204" pitchFamily="34" charset="0"/>
              </a:rPr>
              <a:t>Interviuri și observare (</a:t>
            </a:r>
            <a:r>
              <a:rPr lang="ro-RO" i="1" dirty="0">
                <a:solidFill>
                  <a:schemeClr val="tx1"/>
                </a:solidFill>
                <a:latin typeface="Tahoma" panose="020B0604030504040204" pitchFamily="34" charset="0"/>
                <a:ea typeface="Tahoma" panose="020B0604030504040204" pitchFamily="34" charset="0"/>
                <a:cs typeface="Tahoma" panose="020B0604030504040204" pitchFamily="34" charset="0"/>
              </a:rPr>
              <a:t>ce spun și ce fac</a:t>
            </a:r>
            <a:r>
              <a:rPr lang="ro-RO" dirty="0">
                <a:solidFill>
                  <a:schemeClr val="tx1"/>
                </a:solidFill>
                <a:latin typeface="Tahoma" panose="020B0604030504040204" pitchFamily="34" charset="0"/>
                <a:ea typeface="Tahoma" panose="020B0604030504040204" pitchFamily="34" charset="0"/>
                <a:cs typeface="Tahoma" panose="020B0604030504040204" pitchFamily="34" charset="0"/>
              </a:rPr>
              <a:t>).</a:t>
            </a:r>
            <a:r>
              <a:rPr lang="en-GB"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ro-RO" dirty="0">
                <a:solidFill>
                  <a:schemeClr val="tx1"/>
                </a:solidFill>
                <a:latin typeface="Tahoma" panose="020B0604030504040204" pitchFamily="34" charset="0"/>
                <a:ea typeface="Tahoma" panose="020B0604030504040204" pitchFamily="34" charset="0"/>
                <a:cs typeface="Tahoma" panose="020B0604030504040204" pitchFamily="34" charset="0"/>
              </a:rPr>
              <a:t>Tehnica </a:t>
            </a:r>
            <a:r>
              <a:rPr lang="ro-RO" i="1" dirty="0">
                <a:solidFill>
                  <a:schemeClr val="tx1"/>
                </a:solidFill>
                <a:latin typeface="Tahoma" panose="020B0604030504040204" pitchFamily="34" charset="0"/>
                <a:ea typeface="Tahoma" panose="020B0604030504040204" pitchFamily="34" charset="0"/>
                <a:cs typeface="Tahoma" panose="020B0604030504040204" pitchFamily="34" charset="0"/>
              </a:rPr>
              <a:t>shadowing.</a:t>
            </a:r>
            <a:endParaRPr lang="ro-RO" dirty="0">
              <a:solidFill>
                <a:schemeClr val="tx1"/>
              </a:solidFill>
              <a:latin typeface="Tahoma" panose="020B0604030504040204" pitchFamily="34" charset="0"/>
              <a:ea typeface="Tahoma" panose="020B0604030504040204" pitchFamily="34" charset="0"/>
              <a:cs typeface="Tahoma" panose="020B0604030504040204" pitchFamily="34" charset="0"/>
            </a:endParaRPr>
          </a:p>
          <a:p>
            <a:r>
              <a:rPr lang="ro-RO" dirty="0">
                <a:solidFill>
                  <a:schemeClr val="tx1"/>
                </a:solidFill>
                <a:latin typeface="Tahoma" panose="020B0604030504040204" pitchFamily="34" charset="0"/>
                <a:ea typeface="Tahoma" panose="020B0604030504040204" pitchFamily="34" charset="0"/>
                <a:cs typeface="Tahoma" panose="020B0604030504040204" pitchFamily="34" charset="0"/>
              </a:rPr>
              <a:t>Recomandări.</a:t>
            </a:r>
          </a:p>
          <a:p>
            <a:r>
              <a:rPr lang="ro-RO" dirty="0">
                <a:solidFill>
                  <a:schemeClr val="tx1"/>
                </a:solidFill>
                <a:latin typeface="Tahoma" panose="020B0604030504040204" pitchFamily="34" charset="0"/>
                <a:ea typeface="Tahoma" panose="020B0604030504040204" pitchFamily="34" charset="0"/>
                <a:cs typeface="Tahoma" panose="020B0604030504040204" pitchFamily="34" charset="0"/>
              </a:rPr>
              <a:t>Ce categorii de informații caută să afle un UX designer? </a:t>
            </a:r>
          </a:p>
          <a:p>
            <a:r>
              <a:rPr lang="ro-RO" dirty="0">
                <a:solidFill>
                  <a:schemeClr val="tx1"/>
                </a:solidFill>
                <a:latin typeface="Tahoma" panose="020B0604030504040204" pitchFamily="34" charset="0"/>
                <a:ea typeface="Tahoma" panose="020B0604030504040204" pitchFamily="34" charset="0"/>
                <a:cs typeface="Tahoma" panose="020B0604030504040204" pitchFamily="34" charset="0"/>
              </a:rPr>
              <a:t>Extragerea datelor relevante.</a:t>
            </a:r>
            <a:r>
              <a:rPr lang="en-GB"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ro-RO" dirty="0">
                <a:solidFill>
                  <a:schemeClr val="tx1"/>
                </a:solidFill>
                <a:latin typeface="Tahoma" panose="020B0604030504040204" pitchFamily="34" charset="0"/>
                <a:ea typeface="Tahoma" panose="020B0604030504040204" pitchFamily="34" charset="0"/>
                <a:cs typeface="Tahoma" panose="020B0604030504040204" pitchFamily="34" charset="0"/>
              </a:rPr>
              <a:t>Eficientizare. </a:t>
            </a:r>
          </a:p>
          <a:p>
            <a:endParaRPr lang="ro-RO"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mc:AlternateContent xmlns:mc="http://schemas.openxmlformats.org/markup-compatibility/2006" xmlns:pslz="http://schemas.microsoft.com/office/powerpoint/2016/slidezoom">
        <mc:Choice Requires="pslz">
          <p:graphicFrame>
            <p:nvGraphicFramePr>
              <p:cNvPr id="5" name="Slide Zoom 4">
                <a:extLst>
                  <a:ext uri="{FF2B5EF4-FFF2-40B4-BE49-F238E27FC236}">
                    <a16:creationId xmlns:a16="http://schemas.microsoft.com/office/drawing/2014/main" id="{6BD4E940-3D6C-FC80-3B86-538B700122E2}"/>
                  </a:ext>
                </a:extLst>
              </p:cNvPr>
              <p:cNvGraphicFramePr>
                <a:graphicFrameLocks noChangeAspect="1"/>
              </p:cNvGraphicFramePr>
              <p:nvPr>
                <p:extLst>
                  <p:ext uri="{D42A27DB-BD31-4B8C-83A1-F6EECF244321}">
                    <p14:modId xmlns:p14="http://schemas.microsoft.com/office/powerpoint/2010/main" val="3935810495"/>
                  </p:ext>
                </p:extLst>
              </p:nvPr>
            </p:nvGraphicFramePr>
            <p:xfrm>
              <a:off x="8190688" y="4454129"/>
              <a:ext cx="1001949" cy="563596"/>
            </p:xfrm>
            <a:graphic>
              <a:graphicData uri="http://schemas.microsoft.com/office/powerpoint/2016/slidezoom">
                <pslz:sldZm>
                  <pslz:sldZmObj sldId="304" cId="3525917350">
                    <pslz:zmPr id="{820826CA-B43A-458A-8A23-B2A5FD33322A}" returnToParent="0" transitionDur="1000">
                      <p166:blipFill xmlns:p166="http://schemas.microsoft.com/office/powerpoint/2016/6/main">
                        <a:blip r:embed="rId2"/>
                        <a:stretch>
                          <a:fillRect/>
                        </a:stretch>
                      </p166:blipFill>
                      <p166:spPr xmlns:p166="http://schemas.microsoft.com/office/powerpoint/2016/6/main">
                        <a:xfrm>
                          <a:off x="0" y="0"/>
                          <a:ext cx="1001949" cy="563596"/>
                        </a:xfrm>
                        <a:prstGeom prst="rect">
                          <a:avLst/>
                        </a:prstGeom>
                        <a:ln w="3175">
                          <a:solidFill>
                            <a:prstClr val="ltGray"/>
                          </a:solidFill>
                        </a:ln>
                      </p166:spPr>
                    </pslz:zmPr>
                  </pslz:sldZmObj>
                </pslz:sldZm>
              </a:graphicData>
            </a:graphic>
          </p:graphicFrame>
        </mc:Choice>
        <mc:Fallback xmlns="">
          <p:pic>
            <p:nvPicPr>
              <p:cNvPr id="5" name="Slide Zoom 4">
                <a:hlinkClick r:id="rId3" action="ppaction://hlinksldjump"/>
                <a:extLst>
                  <a:ext uri="{FF2B5EF4-FFF2-40B4-BE49-F238E27FC236}">
                    <a16:creationId xmlns:a16="http://schemas.microsoft.com/office/drawing/2014/main" id="{6BD4E940-3D6C-FC80-3B86-538B700122E2}"/>
                  </a:ext>
                </a:extLst>
              </p:cNvPr>
              <p:cNvPicPr>
                <a:picLocks noGrp="1" noRot="1" noChangeAspect="1" noMove="1" noResize="1" noEditPoints="1" noAdjustHandles="1" noChangeArrowheads="1" noChangeShapeType="1"/>
              </p:cNvPicPr>
              <p:nvPr/>
            </p:nvPicPr>
            <p:blipFill>
              <a:blip r:embed="rId4"/>
              <a:stretch>
                <a:fillRect/>
              </a:stretch>
            </p:blipFill>
            <p:spPr>
              <a:xfrm>
                <a:off x="8190688" y="4454129"/>
                <a:ext cx="1001949" cy="563596"/>
              </a:xfrm>
              <a:prstGeom prst="rect">
                <a:avLst/>
              </a:prstGeom>
              <a:ln w="3175">
                <a:solidFill>
                  <a:prstClr val="ltGray"/>
                </a:solidFill>
              </a:ln>
            </p:spPr>
          </p:pic>
        </mc:Fallback>
      </mc:AlternateContent>
    </p:spTree>
    <p:extLst>
      <p:ext uri="{BB962C8B-B14F-4D97-AF65-F5344CB8AC3E}">
        <p14:creationId xmlns:p14="http://schemas.microsoft.com/office/powerpoint/2010/main" val="348375961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2">
            <a:extLst>
              <a:ext uri="{FF2B5EF4-FFF2-40B4-BE49-F238E27FC236}">
                <a16:creationId xmlns:a16="http://schemas.microsoft.com/office/drawing/2014/main" id="{80516254-1D9F-4F3A-9870-3A3280BE2B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698465DE-CB0A-7BF6-610A-29B36ED20C3E}"/>
              </a:ext>
            </a:extLst>
          </p:cNvPr>
          <p:cNvSpPr>
            <a:spLocks noGrp="1"/>
          </p:cNvSpPr>
          <p:nvPr>
            <p:ph type="title"/>
          </p:nvPr>
        </p:nvSpPr>
        <p:spPr>
          <a:xfrm>
            <a:off x="1539116" y="864108"/>
            <a:ext cx="3073914" cy="5120639"/>
          </a:xfrm>
        </p:spPr>
        <p:txBody>
          <a:bodyPr>
            <a:normAutofit/>
          </a:bodyPr>
          <a:lstStyle/>
          <a:p>
            <a:pPr algn="r"/>
            <a:r>
              <a:rPr lang="fr-FR" dirty="0">
                <a:solidFill>
                  <a:schemeClr val="tx1">
                    <a:lumMod val="85000"/>
                    <a:lumOff val="15000"/>
                  </a:schemeClr>
                </a:solidFill>
                <a:latin typeface="Tahoma" panose="020B0604030504040204" pitchFamily="34" charset="0"/>
                <a:ea typeface="Tahoma" panose="020B0604030504040204" pitchFamily="34" charset="0"/>
                <a:cs typeface="Tahoma" panose="020B0604030504040204" pitchFamily="34" charset="0"/>
              </a:rPr>
              <a:t>Ce</a:t>
            </a:r>
            <a:r>
              <a:rPr lang="ro-RO" dirty="0">
                <a:solidFill>
                  <a:schemeClr val="tx1">
                    <a:lumMod val="85000"/>
                    <a:lumOff val="15000"/>
                  </a:schemeClr>
                </a:solidFill>
                <a:latin typeface="Tahoma" panose="020B0604030504040204" pitchFamily="34" charset="0"/>
                <a:ea typeface="Tahoma" panose="020B0604030504040204" pitchFamily="34" charset="0"/>
                <a:cs typeface="Tahoma" panose="020B0604030504040204" pitchFamily="34" charset="0"/>
              </a:rPr>
              <a:t> categorii de </a:t>
            </a:r>
            <a:r>
              <a:rPr lang="fr-FR" dirty="0" err="1">
                <a:solidFill>
                  <a:schemeClr val="tx1">
                    <a:lumMod val="85000"/>
                    <a:lumOff val="15000"/>
                  </a:schemeClr>
                </a:solidFill>
                <a:latin typeface="Tahoma" panose="020B0604030504040204" pitchFamily="34" charset="0"/>
                <a:ea typeface="Tahoma" panose="020B0604030504040204" pitchFamily="34" charset="0"/>
                <a:cs typeface="Tahoma" panose="020B0604030504040204" pitchFamily="34" charset="0"/>
              </a:rPr>
              <a:t>informații</a:t>
            </a:r>
            <a:r>
              <a:rPr lang="fr-FR" dirty="0">
                <a:solidFill>
                  <a:schemeClr val="tx1">
                    <a:lumMod val="85000"/>
                    <a:lumOff val="15000"/>
                  </a:schemeClr>
                </a:solidFill>
                <a:latin typeface="Tahoma" panose="020B0604030504040204" pitchFamily="34" charset="0"/>
                <a:ea typeface="Tahoma" panose="020B0604030504040204" pitchFamily="34" charset="0"/>
                <a:cs typeface="Tahoma" panose="020B0604030504040204" pitchFamily="34" charset="0"/>
              </a:rPr>
              <a:t> </a:t>
            </a:r>
            <a:r>
              <a:rPr lang="fr-FR" dirty="0" err="1">
                <a:solidFill>
                  <a:schemeClr val="tx1">
                    <a:lumMod val="85000"/>
                    <a:lumOff val="15000"/>
                  </a:schemeClr>
                </a:solidFill>
                <a:latin typeface="Tahoma" panose="020B0604030504040204" pitchFamily="34" charset="0"/>
                <a:ea typeface="Tahoma" panose="020B0604030504040204" pitchFamily="34" charset="0"/>
                <a:cs typeface="Tahoma" panose="020B0604030504040204" pitchFamily="34" charset="0"/>
              </a:rPr>
              <a:t>caută</a:t>
            </a:r>
            <a:r>
              <a:rPr lang="fr-FR" dirty="0">
                <a:solidFill>
                  <a:schemeClr val="tx1">
                    <a:lumMod val="85000"/>
                    <a:lumOff val="15000"/>
                  </a:schemeClr>
                </a:solidFill>
                <a:latin typeface="Tahoma" panose="020B0604030504040204" pitchFamily="34" charset="0"/>
                <a:ea typeface="Tahoma" panose="020B0604030504040204" pitchFamily="34" charset="0"/>
                <a:cs typeface="Tahoma" panose="020B0604030504040204" pitchFamily="34" charset="0"/>
              </a:rPr>
              <a:t> </a:t>
            </a:r>
            <a:r>
              <a:rPr lang="fr-FR" dirty="0" err="1">
                <a:solidFill>
                  <a:schemeClr val="tx1">
                    <a:lumMod val="85000"/>
                    <a:lumOff val="15000"/>
                  </a:schemeClr>
                </a:solidFill>
                <a:latin typeface="Tahoma" panose="020B0604030504040204" pitchFamily="34" charset="0"/>
                <a:ea typeface="Tahoma" panose="020B0604030504040204" pitchFamily="34" charset="0"/>
                <a:cs typeface="Tahoma" panose="020B0604030504040204" pitchFamily="34" charset="0"/>
              </a:rPr>
              <a:t>să</a:t>
            </a:r>
            <a:r>
              <a:rPr lang="fr-FR" dirty="0">
                <a:solidFill>
                  <a:schemeClr val="tx1">
                    <a:lumMod val="85000"/>
                    <a:lumOff val="15000"/>
                  </a:schemeClr>
                </a:solidFill>
                <a:latin typeface="Tahoma" panose="020B0604030504040204" pitchFamily="34" charset="0"/>
                <a:ea typeface="Tahoma" panose="020B0604030504040204" pitchFamily="34" charset="0"/>
                <a:cs typeface="Tahoma" panose="020B0604030504040204" pitchFamily="34" charset="0"/>
              </a:rPr>
              <a:t> </a:t>
            </a:r>
            <a:r>
              <a:rPr lang="fr-FR" dirty="0" err="1">
                <a:solidFill>
                  <a:schemeClr val="tx1">
                    <a:lumMod val="85000"/>
                    <a:lumOff val="15000"/>
                  </a:schemeClr>
                </a:solidFill>
                <a:latin typeface="Tahoma" panose="020B0604030504040204" pitchFamily="34" charset="0"/>
                <a:ea typeface="Tahoma" panose="020B0604030504040204" pitchFamily="34" charset="0"/>
                <a:cs typeface="Tahoma" panose="020B0604030504040204" pitchFamily="34" charset="0"/>
              </a:rPr>
              <a:t>afle</a:t>
            </a:r>
            <a:r>
              <a:rPr lang="fr-FR" dirty="0">
                <a:solidFill>
                  <a:schemeClr val="tx1">
                    <a:lumMod val="85000"/>
                    <a:lumOff val="15000"/>
                  </a:schemeClr>
                </a:solidFill>
                <a:latin typeface="Tahoma" panose="020B0604030504040204" pitchFamily="34" charset="0"/>
                <a:ea typeface="Tahoma" panose="020B0604030504040204" pitchFamily="34" charset="0"/>
                <a:cs typeface="Tahoma" panose="020B0604030504040204" pitchFamily="34" charset="0"/>
              </a:rPr>
              <a:t> un UX designer?</a:t>
            </a:r>
            <a:endParaRPr lang="en-GB" dirty="0">
              <a:solidFill>
                <a:schemeClr val="tx1">
                  <a:lumMod val="85000"/>
                  <a:lumOff val="15000"/>
                </a:schemeClr>
              </a:solidFill>
              <a:latin typeface="Tahoma" panose="020B0604030504040204" pitchFamily="34" charset="0"/>
              <a:ea typeface="Tahoma" panose="020B0604030504040204" pitchFamily="34" charset="0"/>
              <a:cs typeface="Tahoma" panose="020B0604030504040204" pitchFamily="34" charset="0"/>
            </a:endParaRPr>
          </a:p>
        </p:txBody>
      </p:sp>
      <p:sp>
        <p:nvSpPr>
          <p:cNvPr id="31" name="Rectangle 24">
            <a:extLst>
              <a:ext uri="{FF2B5EF4-FFF2-40B4-BE49-F238E27FC236}">
                <a16:creationId xmlns:a16="http://schemas.microsoft.com/office/drawing/2014/main" id="{FC14672B-27A5-4CDA-ABAF-5E4CF4B41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1286934"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cxnSp>
        <p:nvCxnSpPr>
          <p:cNvPr id="32" name="Straight Connector 26">
            <a:extLst>
              <a:ext uri="{FF2B5EF4-FFF2-40B4-BE49-F238E27FC236}">
                <a16:creationId xmlns:a16="http://schemas.microsoft.com/office/drawing/2014/main" id="{8D89589C-2C90-4407-A995-05EC3DD7AB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51129" y="2085681"/>
            <a:ext cx="0" cy="2686639"/>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BD5A9A93-C719-E337-C777-F504C34F1E8E}"/>
              </a:ext>
            </a:extLst>
          </p:cNvPr>
          <p:cNvSpPr>
            <a:spLocks noGrp="1"/>
          </p:cNvSpPr>
          <p:nvPr>
            <p:ph idx="1"/>
          </p:nvPr>
        </p:nvSpPr>
        <p:spPr>
          <a:xfrm>
            <a:off x="5289229" y="864108"/>
            <a:ext cx="5910677" cy="5120640"/>
          </a:xfrm>
        </p:spPr>
        <p:txBody>
          <a:bodyPr>
            <a:normAutofit/>
          </a:bodyPr>
          <a:lstStyle/>
          <a:p>
            <a:pPr marL="0" indent="0">
              <a:buNone/>
            </a:pPr>
            <a:endParaRPr lang="en-GB" dirty="0">
              <a:latin typeface="Tahoma" panose="020B0604030504040204" pitchFamily="34" charset="0"/>
              <a:ea typeface="Tahoma" panose="020B0604030504040204" pitchFamily="34" charset="0"/>
              <a:cs typeface="Tahoma" panose="020B0604030504040204" pitchFamily="34" charset="0"/>
            </a:endParaRPr>
          </a:p>
        </p:txBody>
      </p:sp>
      <p:sp>
        <p:nvSpPr>
          <p:cNvPr id="29" name="Rectangle 28">
            <a:extLst>
              <a:ext uri="{FF2B5EF4-FFF2-40B4-BE49-F238E27FC236}">
                <a16:creationId xmlns:a16="http://schemas.microsoft.com/office/drawing/2014/main" id="{9A206779-5C74-4555-94BC-5845C92EC3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683988" y="767825"/>
            <a:ext cx="508012"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2591735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411974C-A289-E931-B32B-B9FAE438A711}"/>
            </a:ext>
          </a:extLst>
        </p:cNvPr>
        <p:cNvGrpSpPr/>
        <p:nvPr/>
      </p:nvGrpSpPr>
      <p:grpSpPr>
        <a:xfrm>
          <a:off x="0" y="0"/>
          <a:ext cx="0" cy="0"/>
          <a:chOff x="0" y="0"/>
          <a:chExt cx="0" cy="0"/>
        </a:xfrm>
      </p:grpSpPr>
      <p:sp useBgFill="1">
        <p:nvSpPr>
          <p:cNvPr id="30" name="Rectangle 22">
            <a:extLst>
              <a:ext uri="{FF2B5EF4-FFF2-40B4-BE49-F238E27FC236}">
                <a16:creationId xmlns:a16="http://schemas.microsoft.com/office/drawing/2014/main" id="{18B5475E-DCBE-1F1E-57D5-09A409BD63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280D4086-431E-4277-A5A2-77274D48A906}"/>
              </a:ext>
            </a:extLst>
          </p:cNvPr>
          <p:cNvSpPr>
            <a:spLocks noGrp="1"/>
          </p:cNvSpPr>
          <p:nvPr>
            <p:ph type="title"/>
          </p:nvPr>
        </p:nvSpPr>
        <p:spPr>
          <a:xfrm>
            <a:off x="1539116" y="864108"/>
            <a:ext cx="3073914" cy="5120639"/>
          </a:xfrm>
        </p:spPr>
        <p:txBody>
          <a:bodyPr>
            <a:normAutofit/>
          </a:bodyPr>
          <a:lstStyle/>
          <a:p>
            <a:pPr algn="r"/>
            <a:r>
              <a:rPr lang="fr-FR" dirty="0">
                <a:solidFill>
                  <a:schemeClr val="tx1">
                    <a:lumMod val="85000"/>
                    <a:lumOff val="15000"/>
                  </a:schemeClr>
                </a:solidFill>
                <a:latin typeface="Tahoma" panose="020B0604030504040204" pitchFamily="34" charset="0"/>
                <a:ea typeface="Tahoma" panose="020B0604030504040204" pitchFamily="34" charset="0"/>
                <a:cs typeface="Tahoma" panose="020B0604030504040204" pitchFamily="34" charset="0"/>
              </a:rPr>
              <a:t>Ce</a:t>
            </a:r>
            <a:r>
              <a:rPr lang="ro-RO" dirty="0">
                <a:solidFill>
                  <a:schemeClr val="tx1">
                    <a:lumMod val="85000"/>
                    <a:lumOff val="15000"/>
                  </a:schemeClr>
                </a:solidFill>
                <a:latin typeface="Tahoma" panose="020B0604030504040204" pitchFamily="34" charset="0"/>
                <a:ea typeface="Tahoma" panose="020B0604030504040204" pitchFamily="34" charset="0"/>
                <a:cs typeface="Tahoma" panose="020B0604030504040204" pitchFamily="34" charset="0"/>
              </a:rPr>
              <a:t> categorii de </a:t>
            </a:r>
            <a:r>
              <a:rPr lang="fr-FR" dirty="0" err="1">
                <a:solidFill>
                  <a:schemeClr val="tx1">
                    <a:lumMod val="85000"/>
                    <a:lumOff val="15000"/>
                  </a:schemeClr>
                </a:solidFill>
                <a:latin typeface="Tahoma" panose="020B0604030504040204" pitchFamily="34" charset="0"/>
                <a:ea typeface="Tahoma" panose="020B0604030504040204" pitchFamily="34" charset="0"/>
                <a:cs typeface="Tahoma" panose="020B0604030504040204" pitchFamily="34" charset="0"/>
              </a:rPr>
              <a:t>informații</a:t>
            </a:r>
            <a:r>
              <a:rPr lang="fr-FR" dirty="0">
                <a:solidFill>
                  <a:schemeClr val="tx1">
                    <a:lumMod val="85000"/>
                    <a:lumOff val="15000"/>
                  </a:schemeClr>
                </a:solidFill>
                <a:latin typeface="Tahoma" panose="020B0604030504040204" pitchFamily="34" charset="0"/>
                <a:ea typeface="Tahoma" panose="020B0604030504040204" pitchFamily="34" charset="0"/>
                <a:cs typeface="Tahoma" panose="020B0604030504040204" pitchFamily="34" charset="0"/>
              </a:rPr>
              <a:t> </a:t>
            </a:r>
            <a:r>
              <a:rPr lang="fr-FR" dirty="0" err="1">
                <a:solidFill>
                  <a:schemeClr val="tx1">
                    <a:lumMod val="85000"/>
                    <a:lumOff val="15000"/>
                  </a:schemeClr>
                </a:solidFill>
                <a:latin typeface="Tahoma" panose="020B0604030504040204" pitchFamily="34" charset="0"/>
                <a:ea typeface="Tahoma" panose="020B0604030504040204" pitchFamily="34" charset="0"/>
                <a:cs typeface="Tahoma" panose="020B0604030504040204" pitchFamily="34" charset="0"/>
              </a:rPr>
              <a:t>caută</a:t>
            </a:r>
            <a:r>
              <a:rPr lang="fr-FR" dirty="0">
                <a:solidFill>
                  <a:schemeClr val="tx1">
                    <a:lumMod val="85000"/>
                    <a:lumOff val="15000"/>
                  </a:schemeClr>
                </a:solidFill>
                <a:latin typeface="Tahoma" panose="020B0604030504040204" pitchFamily="34" charset="0"/>
                <a:ea typeface="Tahoma" panose="020B0604030504040204" pitchFamily="34" charset="0"/>
                <a:cs typeface="Tahoma" panose="020B0604030504040204" pitchFamily="34" charset="0"/>
              </a:rPr>
              <a:t> </a:t>
            </a:r>
            <a:r>
              <a:rPr lang="fr-FR" dirty="0" err="1">
                <a:solidFill>
                  <a:schemeClr val="tx1">
                    <a:lumMod val="85000"/>
                    <a:lumOff val="15000"/>
                  </a:schemeClr>
                </a:solidFill>
                <a:latin typeface="Tahoma" panose="020B0604030504040204" pitchFamily="34" charset="0"/>
                <a:ea typeface="Tahoma" panose="020B0604030504040204" pitchFamily="34" charset="0"/>
                <a:cs typeface="Tahoma" panose="020B0604030504040204" pitchFamily="34" charset="0"/>
              </a:rPr>
              <a:t>să</a:t>
            </a:r>
            <a:r>
              <a:rPr lang="fr-FR" dirty="0">
                <a:solidFill>
                  <a:schemeClr val="tx1">
                    <a:lumMod val="85000"/>
                    <a:lumOff val="15000"/>
                  </a:schemeClr>
                </a:solidFill>
                <a:latin typeface="Tahoma" panose="020B0604030504040204" pitchFamily="34" charset="0"/>
                <a:ea typeface="Tahoma" panose="020B0604030504040204" pitchFamily="34" charset="0"/>
                <a:cs typeface="Tahoma" panose="020B0604030504040204" pitchFamily="34" charset="0"/>
              </a:rPr>
              <a:t> </a:t>
            </a:r>
            <a:r>
              <a:rPr lang="fr-FR" dirty="0" err="1">
                <a:solidFill>
                  <a:schemeClr val="tx1">
                    <a:lumMod val="85000"/>
                    <a:lumOff val="15000"/>
                  </a:schemeClr>
                </a:solidFill>
                <a:latin typeface="Tahoma" panose="020B0604030504040204" pitchFamily="34" charset="0"/>
                <a:ea typeface="Tahoma" panose="020B0604030504040204" pitchFamily="34" charset="0"/>
                <a:cs typeface="Tahoma" panose="020B0604030504040204" pitchFamily="34" charset="0"/>
              </a:rPr>
              <a:t>afle</a:t>
            </a:r>
            <a:r>
              <a:rPr lang="fr-FR" dirty="0">
                <a:solidFill>
                  <a:schemeClr val="tx1">
                    <a:lumMod val="85000"/>
                    <a:lumOff val="15000"/>
                  </a:schemeClr>
                </a:solidFill>
                <a:latin typeface="Tahoma" panose="020B0604030504040204" pitchFamily="34" charset="0"/>
                <a:ea typeface="Tahoma" panose="020B0604030504040204" pitchFamily="34" charset="0"/>
                <a:cs typeface="Tahoma" panose="020B0604030504040204" pitchFamily="34" charset="0"/>
              </a:rPr>
              <a:t> un UX designer?</a:t>
            </a:r>
            <a:endParaRPr lang="en-GB" dirty="0">
              <a:solidFill>
                <a:schemeClr val="tx1">
                  <a:lumMod val="85000"/>
                  <a:lumOff val="15000"/>
                </a:schemeClr>
              </a:solidFill>
              <a:latin typeface="Tahoma" panose="020B0604030504040204" pitchFamily="34" charset="0"/>
              <a:ea typeface="Tahoma" panose="020B0604030504040204" pitchFamily="34" charset="0"/>
              <a:cs typeface="Tahoma" panose="020B0604030504040204" pitchFamily="34" charset="0"/>
            </a:endParaRPr>
          </a:p>
        </p:txBody>
      </p:sp>
      <p:sp>
        <p:nvSpPr>
          <p:cNvPr id="31" name="Rectangle 24">
            <a:extLst>
              <a:ext uri="{FF2B5EF4-FFF2-40B4-BE49-F238E27FC236}">
                <a16:creationId xmlns:a16="http://schemas.microsoft.com/office/drawing/2014/main" id="{4E8B1403-6846-7958-E142-FC5D820EBE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1286934"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cxnSp>
        <p:nvCxnSpPr>
          <p:cNvPr id="32" name="Straight Connector 26">
            <a:extLst>
              <a:ext uri="{FF2B5EF4-FFF2-40B4-BE49-F238E27FC236}">
                <a16:creationId xmlns:a16="http://schemas.microsoft.com/office/drawing/2014/main" id="{CCD5B97C-B7C8-7164-8452-64FD20916E6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51129" y="2085681"/>
            <a:ext cx="0" cy="2686639"/>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72BA6C81-34F9-6DF3-F82A-46B6F9E74F74}"/>
              </a:ext>
            </a:extLst>
          </p:cNvPr>
          <p:cNvSpPr>
            <a:spLocks noGrp="1"/>
          </p:cNvSpPr>
          <p:nvPr>
            <p:ph idx="1"/>
          </p:nvPr>
        </p:nvSpPr>
        <p:spPr>
          <a:xfrm>
            <a:off x="5289229" y="864108"/>
            <a:ext cx="5910677" cy="5120640"/>
          </a:xfrm>
        </p:spPr>
        <p:txBody>
          <a:bodyPr>
            <a:normAutofit/>
          </a:bodyPr>
          <a:lstStyle/>
          <a:p>
            <a:pPr marL="0" indent="0">
              <a:buNone/>
            </a:pPr>
            <a:r>
              <a:rPr lang="en-GB" b="1" dirty="0" err="1">
                <a:latin typeface="Tahoma" panose="020B0604030504040204" pitchFamily="34" charset="0"/>
                <a:ea typeface="Tahoma" panose="020B0604030504040204" pitchFamily="34" charset="0"/>
                <a:cs typeface="Tahoma" panose="020B0604030504040204" pitchFamily="34" charset="0"/>
              </a:rPr>
              <a:t>Elemente</a:t>
            </a:r>
            <a:r>
              <a:rPr lang="en-GB" b="1" dirty="0">
                <a:latin typeface="Tahoma" panose="020B0604030504040204" pitchFamily="34" charset="0"/>
                <a:ea typeface="Tahoma" panose="020B0604030504040204" pitchFamily="34" charset="0"/>
                <a:cs typeface="Tahoma" panose="020B0604030504040204" pitchFamily="34" charset="0"/>
              </a:rPr>
              <a:t> </a:t>
            </a:r>
            <a:r>
              <a:rPr lang="en-GB" b="1" dirty="0" err="1">
                <a:latin typeface="Tahoma" panose="020B0604030504040204" pitchFamily="34" charset="0"/>
                <a:ea typeface="Tahoma" panose="020B0604030504040204" pitchFamily="34" charset="0"/>
                <a:cs typeface="Tahoma" panose="020B0604030504040204" pitchFamily="34" charset="0"/>
              </a:rPr>
              <a:t>specifice</a:t>
            </a:r>
            <a:r>
              <a:rPr lang="en-GB" b="1" dirty="0">
                <a:latin typeface="Tahoma" panose="020B0604030504040204" pitchFamily="34" charset="0"/>
                <a:ea typeface="Tahoma" panose="020B0604030504040204" pitchFamily="34" charset="0"/>
                <a:cs typeface="Tahoma" panose="020B0604030504040204" pitchFamily="34" charset="0"/>
              </a:rPr>
              <a:t>/</a:t>
            </a:r>
            <a:r>
              <a:rPr lang="en-GB" b="1" dirty="0" err="1">
                <a:latin typeface="Tahoma" panose="020B0604030504040204" pitchFamily="34" charset="0"/>
                <a:ea typeface="Tahoma" panose="020B0604030504040204" pitchFamily="34" charset="0"/>
                <a:cs typeface="Tahoma" panose="020B0604030504040204" pitchFamily="34" charset="0"/>
              </a:rPr>
              <a:t>explicite</a:t>
            </a:r>
            <a:endParaRPr lang="en-GB" b="1" dirty="0">
              <a:latin typeface="Tahoma" panose="020B0604030504040204" pitchFamily="34" charset="0"/>
              <a:ea typeface="Tahoma" panose="020B0604030504040204" pitchFamily="34" charset="0"/>
              <a:cs typeface="Tahoma" panose="020B0604030504040204" pitchFamily="34" charset="0"/>
            </a:endParaRPr>
          </a:p>
          <a:p>
            <a:r>
              <a:rPr lang="ro-RO" dirty="0">
                <a:latin typeface="Tahoma" panose="020B0604030504040204" pitchFamily="34" charset="0"/>
                <a:ea typeface="Tahoma" panose="020B0604030504040204" pitchFamily="34" charset="0"/>
                <a:cs typeface="Tahoma" panose="020B0604030504040204" pitchFamily="34" charset="0"/>
              </a:rPr>
              <a:t>Roluri ale utilizatorilor (Ce sarcini / activități sunt executate? Cine le execută? Cum interacționează diverse persoane?)</a:t>
            </a:r>
          </a:p>
          <a:p>
            <a:r>
              <a:rPr lang="ro-RO" dirty="0">
                <a:latin typeface="Tahoma" panose="020B0604030504040204" pitchFamily="34" charset="0"/>
                <a:ea typeface="Tahoma" panose="020B0604030504040204" pitchFamily="34" charset="0"/>
                <a:cs typeface="Tahoma" panose="020B0604030504040204" pitchFamily="34" charset="0"/>
              </a:rPr>
              <a:t>Utilizatori – perspective personale </a:t>
            </a:r>
            <a:r>
              <a:rPr lang="en-GB" dirty="0">
                <a:latin typeface="Tahoma" panose="020B0604030504040204" pitchFamily="34" charset="0"/>
                <a:ea typeface="Tahoma" panose="020B0604030504040204" pitchFamily="34" charset="0"/>
                <a:cs typeface="Tahoma" panose="020B0604030504040204" pitchFamily="34" charset="0"/>
              </a:rPr>
              <a:t>(</a:t>
            </a:r>
            <a:r>
              <a:rPr lang="en-GB" i="1" dirty="0">
                <a:latin typeface="Tahoma" panose="020B0604030504040204" pitchFamily="34" charset="0"/>
                <a:ea typeface="Tahoma" panose="020B0604030504040204" pitchFamily="34" charset="0"/>
                <a:cs typeface="Tahoma" panose="020B0604030504040204" pitchFamily="34" charset="0"/>
              </a:rPr>
              <a:t>user personas</a:t>
            </a:r>
            <a:r>
              <a:rPr lang="en-GB" dirty="0">
                <a:latin typeface="Tahoma" panose="020B0604030504040204" pitchFamily="34" charset="0"/>
                <a:ea typeface="Tahoma" panose="020B0604030504040204" pitchFamily="34" charset="0"/>
                <a:cs typeface="Tahoma" panose="020B0604030504040204" pitchFamily="34" charset="0"/>
              </a:rPr>
              <a:t>) </a:t>
            </a:r>
            <a:r>
              <a:rPr lang="ro-RO" dirty="0">
                <a:latin typeface="Tahoma" panose="020B0604030504040204" pitchFamily="34" charset="0"/>
                <a:ea typeface="Tahoma" panose="020B0604030504040204" pitchFamily="34" charset="0"/>
                <a:cs typeface="Tahoma" panose="020B0604030504040204" pitchFamily="34" charset="0"/>
              </a:rPr>
              <a:t>și aspecte specifice. </a:t>
            </a:r>
          </a:p>
          <a:p>
            <a:r>
              <a:rPr lang="ro-RO" i="1" dirty="0">
                <a:latin typeface="Tahoma" panose="020B0604030504040204" pitchFamily="34" charset="0"/>
                <a:ea typeface="Tahoma" panose="020B0604030504040204" pitchFamily="34" charset="0"/>
                <a:cs typeface="Tahoma" panose="020B0604030504040204" pitchFamily="34" charset="0"/>
              </a:rPr>
              <a:t>User stories for UX design / User stories </a:t>
            </a:r>
            <a:r>
              <a:rPr lang="ro-RO" dirty="0">
                <a:latin typeface="Tahoma" panose="020B0604030504040204" pitchFamily="34" charset="0"/>
                <a:ea typeface="Tahoma" panose="020B0604030504040204" pitchFamily="34" charset="0"/>
                <a:cs typeface="Tahoma" panose="020B0604030504040204" pitchFamily="34" charset="0"/>
              </a:rPr>
              <a:t>(cerințe și așteptări concrete, motivații).</a:t>
            </a:r>
            <a:endParaRPr lang="ro-RO" i="1" dirty="0">
              <a:latin typeface="Tahoma" panose="020B0604030504040204" pitchFamily="34" charset="0"/>
              <a:ea typeface="Tahoma" panose="020B0604030504040204" pitchFamily="34" charset="0"/>
              <a:cs typeface="Tahoma" panose="020B0604030504040204" pitchFamily="34" charset="0"/>
            </a:endParaRPr>
          </a:p>
          <a:p>
            <a:r>
              <a:rPr lang="ro-RO" dirty="0">
                <a:latin typeface="Tahoma" panose="020B0604030504040204" pitchFamily="34" charset="0"/>
                <a:ea typeface="Tahoma" panose="020B0604030504040204" pitchFamily="34" charset="0"/>
                <a:cs typeface="Tahoma" panose="020B0604030504040204" pitchFamily="34" charset="0"/>
              </a:rPr>
              <a:t>Sarcini de lucru ale utilizatorilor (listă ierarhică). </a:t>
            </a:r>
          </a:p>
          <a:p>
            <a:r>
              <a:rPr lang="ro-RO" dirty="0">
                <a:latin typeface="Tahoma" panose="020B0604030504040204" pitchFamily="34" charset="0"/>
                <a:ea typeface="Tahoma" panose="020B0604030504040204" pitchFamily="34" charset="0"/>
                <a:cs typeface="Tahoma" panose="020B0604030504040204" pitchFamily="34" charset="0"/>
              </a:rPr>
              <a:t>Fluxul de informații, </a:t>
            </a:r>
            <a:r>
              <a:rPr lang="en-GB" dirty="0" err="1">
                <a:latin typeface="Tahoma" panose="020B0604030504040204" pitchFamily="34" charset="0"/>
                <a:ea typeface="Tahoma" panose="020B0604030504040204" pitchFamily="34" charset="0"/>
                <a:cs typeface="Tahoma" panose="020B0604030504040204" pitchFamily="34" charset="0"/>
              </a:rPr>
              <a:t>elemente</a:t>
            </a:r>
            <a:r>
              <a:rPr lang="en-GB" dirty="0">
                <a:latin typeface="Tahoma" panose="020B0604030504040204" pitchFamily="34" charset="0"/>
                <a:ea typeface="Tahoma" panose="020B0604030504040204" pitchFamily="34" charset="0"/>
                <a:cs typeface="Tahoma" panose="020B0604030504040204" pitchFamily="34" charset="0"/>
              </a:rPr>
              <a:t> </a:t>
            </a:r>
            <a:r>
              <a:rPr lang="en-GB" dirty="0" err="1">
                <a:latin typeface="Tahoma" panose="020B0604030504040204" pitchFamily="34" charset="0"/>
                <a:ea typeface="Tahoma" panose="020B0604030504040204" pitchFamily="34" charset="0"/>
                <a:cs typeface="Tahoma" panose="020B0604030504040204" pitchFamily="34" charset="0"/>
              </a:rPr>
              <a:t>tangibile</a:t>
            </a:r>
            <a:r>
              <a:rPr lang="en-GB" dirty="0">
                <a:latin typeface="Tahoma" panose="020B0604030504040204" pitchFamily="34" charset="0"/>
                <a:ea typeface="Tahoma" panose="020B0604030504040204" pitchFamily="34" charset="0"/>
                <a:cs typeface="Tahoma" panose="020B0604030504040204" pitchFamily="34" charset="0"/>
              </a:rPr>
              <a:t>/</a:t>
            </a:r>
            <a:r>
              <a:rPr lang="en-GB" dirty="0" err="1">
                <a:latin typeface="Tahoma" panose="020B0604030504040204" pitchFamily="34" charset="0"/>
                <a:ea typeface="Tahoma" panose="020B0604030504040204" pitchFamily="34" charset="0"/>
                <a:cs typeface="Tahoma" panose="020B0604030504040204" pitchFamily="34" charset="0"/>
              </a:rPr>
              <a:t>electronice</a:t>
            </a:r>
            <a:r>
              <a:rPr lang="ro-RO" dirty="0">
                <a:latin typeface="Tahoma" panose="020B0604030504040204" pitchFamily="34" charset="0"/>
                <a:ea typeface="Tahoma" panose="020B0604030504040204" pitchFamily="34" charset="0"/>
                <a:cs typeface="Tahoma" panose="020B0604030504040204" pitchFamily="34" charset="0"/>
              </a:rPr>
              <a:t> utilizate</a:t>
            </a:r>
            <a:r>
              <a:rPr lang="en-GB" dirty="0">
                <a:latin typeface="Tahoma" panose="020B0604030504040204" pitchFamily="34" charset="0"/>
                <a:ea typeface="Tahoma" panose="020B0604030504040204" pitchFamily="34" charset="0"/>
                <a:cs typeface="Tahoma" panose="020B0604030504040204" pitchFamily="34" charset="0"/>
              </a:rPr>
              <a:t>, </a:t>
            </a:r>
            <a:r>
              <a:rPr lang="ro-RO" dirty="0">
                <a:latin typeface="Tahoma" panose="020B0604030504040204" pitchFamily="34" charset="0"/>
                <a:ea typeface="Tahoma" panose="020B0604030504040204" pitchFamily="34" charset="0"/>
                <a:cs typeface="Tahoma" panose="020B0604030504040204" pitchFamily="34" charset="0"/>
              </a:rPr>
              <a:t>practici specifice.</a:t>
            </a:r>
          </a:p>
          <a:p>
            <a:r>
              <a:rPr lang="ro-RO" dirty="0">
                <a:latin typeface="Tahoma" panose="020B0604030504040204" pitchFamily="34" charset="0"/>
                <a:ea typeface="Tahoma" panose="020B0604030504040204" pitchFamily="34" charset="0"/>
                <a:cs typeface="Tahoma" panose="020B0604030504040204" pitchFamily="34" charset="0"/>
              </a:rPr>
              <a:t>Mediul de lucru (eventual fotografii).</a:t>
            </a:r>
            <a:endParaRPr lang="en-GB" dirty="0">
              <a:latin typeface="Tahoma" panose="020B0604030504040204" pitchFamily="34" charset="0"/>
              <a:ea typeface="Tahoma" panose="020B0604030504040204" pitchFamily="34" charset="0"/>
              <a:cs typeface="Tahoma" panose="020B0604030504040204" pitchFamily="34" charset="0"/>
            </a:endParaRPr>
          </a:p>
        </p:txBody>
      </p:sp>
      <p:sp>
        <p:nvSpPr>
          <p:cNvPr id="29" name="Rectangle 28">
            <a:extLst>
              <a:ext uri="{FF2B5EF4-FFF2-40B4-BE49-F238E27FC236}">
                <a16:creationId xmlns:a16="http://schemas.microsoft.com/office/drawing/2014/main" id="{F27B6484-7090-164C-B0EC-2E1BDE6B3C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683988" y="767825"/>
            <a:ext cx="508012"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4095460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2">
            <a:extLst>
              <a:ext uri="{FF2B5EF4-FFF2-40B4-BE49-F238E27FC236}">
                <a16:creationId xmlns:a16="http://schemas.microsoft.com/office/drawing/2014/main" id="{80516254-1D9F-4F3A-9870-3A3280BE2B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698465DE-CB0A-7BF6-610A-29B36ED20C3E}"/>
              </a:ext>
            </a:extLst>
          </p:cNvPr>
          <p:cNvSpPr>
            <a:spLocks noGrp="1"/>
          </p:cNvSpPr>
          <p:nvPr>
            <p:ph type="title"/>
          </p:nvPr>
        </p:nvSpPr>
        <p:spPr>
          <a:xfrm>
            <a:off x="1539116" y="864108"/>
            <a:ext cx="3073914" cy="5120639"/>
          </a:xfrm>
        </p:spPr>
        <p:txBody>
          <a:bodyPr>
            <a:normAutofit/>
          </a:bodyPr>
          <a:lstStyle/>
          <a:p>
            <a:pPr algn="r"/>
            <a:r>
              <a:rPr lang="fr-FR" dirty="0">
                <a:solidFill>
                  <a:schemeClr val="tx1">
                    <a:lumMod val="85000"/>
                    <a:lumOff val="15000"/>
                  </a:schemeClr>
                </a:solidFill>
                <a:latin typeface="Tahoma" panose="020B0604030504040204" pitchFamily="34" charset="0"/>
                <a:ea typeface="Tahoma" panose="020B0604030504040204" pitchFamily="34" charset="0"/>
                <a:cs typeface="Tahoma" panose="020B0604030504040204" pitchFamily="34" charset="0"/>
              </a:rPr>
              <a:t>Ce</a:t>
            </a:r>
            <a:r>
              <a:rPr lang="ro-RO" dirty="0">
                <a:solidFill>
                  <a:schemeClr val="tx1">
                    <a:lumMod val="85000"/>
                    <a:lumOff val="15000"/>
                  </a:schemeClr>
                </a:solidFill>
                <a:latin typeface="Tahoma" panose="020B0604030504040204" pitchFamily="34" charset="0"/>
                <a:ea typeface="Tahoma" panose="020B0604030504040204" pitchFamily="34" charset="0"/>
                <a:cs typeface="Tahoma" panose="020B0604030504040204" pitchFamily="34" charset="0"/>
              </a:rPr>
              <a:t> categorii de </a:t>
            </a:r>
            <a:r>
              <a:rPr lang="fr-FR" dirty="0" err="1">
                <a:solidFill>
                  <a:schemeClr val="tx1">
                    <a:lumMod val="85000"/>
                    <a:lumOff val="15000"/>
                  </a:schemeClr>
                </a:solidFill>
                <a:latin typeface="Tahoma" panose="020B0604030504040204" pitchFamily="34" charset="0"/>
                <a:ea typeface="Tahoma" panose="020B0604030504040204" pitchFamily="34" charset="0"/>
                <a:cs typeface="Tahoma" panose="020B0604030504040204" pitchFamily="34" charset="0"/>
              </a:rPr>
              <a:t>informații</a:t>
            </a:r>
            <a:r>
              <a:rPr lang="fr-FR" dirty="0">
                <a:solidFill>
                  <a:schemeClr val="tx1">
                    <a:lumMod val="85000"/>
                    <a:lumOff val="15000"/>
                  </a:schemeClr>
                </a:solidFill>
                <a:latin typeface="Tahoma" panose="020B0604030504040204" pitchFamily="34" charset="0"/>
                <a:ea typeface="Tahoma" panose="020B0604030504040204" pitchFamily="34" charset="0"/>
                <a:cs typeface="Tahoma" panose="020B0604030504040204" pitchFamily="34" charset="0"/>
              </a:rPr>
              <a:t> </a:t>
            </a:r>
            <a:r>
              <a:rPr lang="fr-FR" dirty="0" err="1">
                <a:solidFill>
                  <a:schemeClr val="tx1">
                    <a:lumMod val="85000"/>
                    <a:lumOff val="15000"/>
                  </a:schemeClr>
                </a:solidFill>
                <a:latin typeface="Tahoma" panose="020B0604030504040204" pitchFamily="34" charset="0"/>
                <a:ea typeface="Tahoma" panose="020B0604030504040204" pitchFamily="34" charset="0"/>
                <a:cs typeface="Tahoma" panose="020B0604030504040204" pitchFamily="34" charset="0"/>
              </a:rPr>
              <a:t>caută</a:t>
            </a:r>
            <a:r>
              <a:rPr lang="fr-FR" dirty="0">
                <a:solidFill>
                  <a:schemeClr val="tx1">
                    <a:lumMod val="85000"/>
                    <a:lumOff val="15000"/>
                  </a:schemeClr>
                </a:solidFill>
                <a:latin typeface="Tahoma" panose="020B0604030504040204" pitchFamily="34" charset="0"/>
                <a:ea typeface="Tahoma" panose="020B0604030504040204" pitchFamily="34" charset="0"/>
                <a:cs typeface="Tahoma" panose="020B0604030504040204" pitchFamily="34" charset="0"/>
              </a:rPr>
              <a:t> </a:t>
            </a:r>
            <a:r>
              <a:rPr lang="fr-FR" dirty="0" err="1">
                <a:solidFill>
                  <a:schemeClr val="tx1">
                    <a:lumMod val="85000"/>
                    <a:lumOff val="15000"/>
                  </a:schemeClr>
                </a:solidFill>
                <a:latin typeface="Tahoma" panose="020B0604030504040204" pitchFamily="34" charset="0"/>
                <a:ea typeface="Tahoma" panose="020B0604030504040204" pitchFamily="34" charset="0"/>
                <a:cs typeface="Tahoma" panose="020B0604030504040204" pitchFamily="34" charset="0"/>
              </a:rPr>
              <a:t>să</a:t>
            </a:r>
            <a:r>
              <a:rPr lang="fr-FR" dirty="0">
                <a:solidFill>
                  <a:schemeClr val="tx1">
                    <a:lumMod val="85000"/>
                    <a:lumOff val="15000"/>
                  </a:schemeClr>
                </a:solidFill>
                <a:latin typeface="Tahoma" panose="020B0604030504040204" pitchFamily="34" charset="0"/>
                <a:ea typeface="Tahoma" panose="020B0604030504040204" pitchFamily="34" charset="0"/>
                <a:cs typeface="Tahoma" panose="020B0604030504040204" pitchFamily="34" charset="0"/>
              </a:rPr>
              <a:t> </a:t>
            </a:r>
            <a:r>
              <a:rPr lang="fr-FR" dirty="0" err="1">
                <a:solidFill>
                  <a:schemeClr val="tx1">
                    <a:lumMod val="85000"/>
                    <a:lumOff val="15000"/>
                  </a:schemeClr>
                </a:solidFill>
                <a:latin typeface="Tahoma" panose="020B0604030504040204" pitchFamily="34" charset="0"/>
                <a:ea typeface="Tahoma" panose="020B0604030504040204" pitchFamily="34" charset="0"/>
                <a:cs typeface="Tahoma" panose="020B0604030504040204" pitchFamily="34" charset="0"/>
              </a:rPr>
              <a:t>afle</a:t>
            </a:r>
            <a:r>
              <a:rPr lang="fr-FR" dirty="0">
                <a:solidFill>
                  <a:schemeClr val="tx1">
                    <a:lumMod val="85000"/>
                    <a:lumOff val="15000"/>
                  </a:schemeClr>
                </a:solidFill>
                <a:latin typeface="Tahoma" panose="020B0604030504040204" pitchFamily="34" charset="0"/>
                <a:ea typeface="Tahoma" panose="020B0604030504040204" pitchFamily="34" charset="0"/>
                <a:cs typeface="Tahoma" panose="020B0604030504040204" pitchFamily="34" charset="0"/>
              </a:rPr>
              <a:t> un UX designer?</a:t>
            </a:r>
            <a:endParaRPr lang="en-GB" dirty="0">
              <a:solidFill>
                <a:schemeClr val="tx1">
                  <a:lumMod val="85000"/>
                  <a:lumOff val="15000"/>
                </a:schemeClr>
              </a:solidFill>
              <a:latin typeface="Tahoma" panose="020B0604030504040204" pitchFamily="34" charset="0"/>
              <a:ea typeface="Tahoma" panose="020B0604030504040204" pitchFamily="34" charset="0"/>
              <a:cs typeface="Tahoma" panose="020B0604030504040204" pitchFamily="34" charset="0"/>
            </a:endParaRPr>
          </a:p>
        </p:txBody>
      </p:sp>
      <p:sp>
        <p:nvSpPr>
          <p:cNvPr id="31" name="Rectangle 24">
            <a:extLst>
              <a:ext uri="{FF2B5EF4-FFF2-40B4-BE49-F238E27FC236}">
                <a16:creationId xmlns:a16="http://schemas.microsoft.com/office/drawing/2014/main" id="{FC14672B-27A5-4CDA-ABAF-5E4CF4B41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1286934"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cxnSp>
        <p:nvCxnSpPr>
          <p:cNvPr id="32" name="Straight Connector 26">
            <a:extLst>
              <a:ext uri="{FF2B5EF4-FFF2-40B4-BE49-F238E27FC236}">
                <a16:creationId xmlns:a16="http://schemas.microsoft.com/office/drawing/2014/main" id="{8D89589C-2C90-4407-A995-05EC3DD7AB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51129" y="2085681"/>
            <a:ext cx="0" cy="2686639"/>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BD5A9A93-C719-E337-C777-F504C34F1E8E}"/>
              </a:ext>
            </a:extLst>
          </p:cNvPr>
          <p:cNvSpPr>
            <a:spLocks noGrp="1"/>
          </p:cNvSpPr>
          <p:nvPr>
            <p:ph idx="1"/>
          </p:nvPr>
        </p:nvSpPr>
        <p:spPr>
          <a:xfrm>
            <a:off x="5289229" y="864108"/>
            <a:ext cx="5910677" cy="5120640"/>
          </a:xfrm>
        </p:spPr>
        <p:txBody>
          <a:bodyPr>
            <a:normAutofit/>
          </a:bodyPr>
          <a:lstStyle/>
          <a:p>
            <a:pPr marL="0" indent="0">
              <a:buNone/>
            </a:pPr>
            <a:r>
              <a:rPr lang="en-GB" b="1" dirty="0" err="1">
                <a:latin typeface="Tahoma" panose="020B0604030504040204" pitchFamily="34" charset="0"/>
                <a:ea typeface="Tahoma" panose="020B0604030504040204" pitchFamily="34" charset="0"/>
                <a:cs typeface="Tahoma" panose="020B0604030504040204" pitchFamily="34" charset="0"/>
              </a:rPr>
              <a:t>Elemente</a:t>
            </a:r>
            <a:r>
              <a:rPr lang="en-GB" b="1" dirty="0">
                <a:latin typeface="Tahoma" panose="020B0604030504040204" pitchFamily="34" charset="0"/>
                <a:ea typeface="Tahoma" panose="020B0604030504040204" pitchFamily="34" charset="0"/>
                <a:cs typeface="Tahoma" panose="020B0604030504040204" pitchFamily="34" charset="0"/>
              </a:rPr>
              <a:t> </a:t>
            </a:r>
            <a:r>
              <a:rPr lang="en-GB" b="1" dirty="0" err="1">
                <a:latin typeface="Tahoma" panose="020B0604030504040204" pitchFamily="34" charset="0"/>
                <a:ea typeface="Tahoma" panose="020B0604030504040204" pitchFamily="34" charset="0"/>
                <a:cs typeface="Tahoma" panose="020B0604030504040204" pitchFamily="34" charset="0"/>
              </a:rPr>
              <a:t>generale</a:t>
            </a:r>
            <a:endParaRPr lang="en-GB" b="1" dirty="0">
              <a:latin typeface="Tahoma" panose="020B0604030504040204" pitchFamily="34" charset="0"/>
              <a:ea typeface="Tahoma" panose="020B0604030504040204" pitchFamily="34" charset="0"/>
              <a:cs typeface="Tahoma" panose="020B0604030504040204" pitchFamily="34" charset="0"/>
            </a:endParaRPr>
          </a:p>
          <a:p>
            <a:r>
              <a:rPr lang="en-GB" dirty="0" err="1">
                <a:latin typeface="Tahoma" panose="020B0604030504040204" pitchFamily="34" charset="0"/>
                <a:ea typeface="Tahoma" panose="020B0604030504040204" pitchFamily="34" charset="0"/>
                <a:cs typeface="Tahoma" panose="020B0604030504040204" pitchFamily="34" charset="0"/>
              </a:rPr>
              <a:t>Aspecte</a:t>
            </a:r>
            <a:r>
              <a:rPr lang="en-GB" dirty="0">
                <a:latin typeface="Tahoma" panose="020B0604030504040204" pitchFamily="34" charset="0"/>
                <a:ea typeface="Tahoma" panose="020B0604030504040204" pitchFamily="34" charset="0"/>
                <a:cs typeface="Tahoma" panose="020B0604030504040204" pitchFamily="34" charset="0"/>
              </a:rPr>
              <a:t> care pot s</a:t>
            </a:r>
            <a:r>
              <a:rPr lang="ro-RO" dirty="0">
                <a:latin typeface="Tahoma" panose="020B0604030504040204" pitchFamily="34" charset="0"/>
                <a:ea typeface="Tahoma" panose="020B0604030504040204" pitchFamily="34" charset="0"/>
                <a:cs typeface="Tahoma" panose="020B0604030504040204" pitchFamily="34" charset="0"/>
              </a:rPr>
              <a:t>ă</a:t>
            </a:r>
            <a:r>
              <a:rPr lang="en-GB" dirty="0">
                <a:latin typeface="Tahoma" panose="020B0604030504040204" pitchFamily="34" charset="0"/>
                <a:ea typeface="Tahoma" panose="020B0604030504040204" pitchFamily="34" charset="0"/>
                <a:cs typeface="Tahoma" panose="020B0604030504040204" pitchFamily="34" charset="0"/>
              </a:rPr>
              <a:t> </a:t>
            </a:r>
            <a:r>
              <a:rPr lang="en-GB" dirty="0" err="1">
                <a:latin typeface="Tahoma" panose="020B0604030504040204" pitchFamily="34" charset="0"/>
                <a:ea typeface="Tahoma" panose="020B0604030504040204" pitchFamily="34" charset="0"/>
                <a:cs typeface="Tahoma" panose="020B0604030504040204" pitchFamily="34" charset="0"/>
              </a:rPr>
              <a:t>surp</a:t>
            </a:r>
            <a:r>
              <a:rPr lang="ro-RO" dirty="0">
                <a:latin typeface="Tahoma" panose="020B0604030504040204" pitchFamily="34" charset="0"/>
                <a:ea typeface="Tahoma" panose="020B0604030504040204" pitchFamily="34" charset="0"/>
                <a:cs typeface="Tahoma" panose="020B0604030504040204" pitchFamily="34" charset="0"/>
              </a:rPr>
              <a:t>rindă.</a:t>
            </a:r>
          </a:p>
          <a:p>
            <a:r>
              <a:rPr lang="ro-RO" dirty="0">
                <a:latin typeface="Tahoma" panose="020B0604030504040204" pitchFamily="34" charset="0"/>
                <a:ea typeface="Tahoma" panose="020B0604030504040204" pitchFamily="34" charset="0"/>
                <a:cs typeface="Tahoma" panose="020B0604030504040204" pitchFamily="34" charset="0"/>
              </a:rPr>
              <a:t>Aspecte emoționale, sociale.</a:t>
            </a:r>
          </a:p>
          <a:p>
            <a:r>
              <a:rPr lang="ro-RO" dirty="0">
                <a:latin typeface="Tahoma" panose="020B0604030504040204" pitchFamily="34" charset="0"/>
                <a:ea typeface="Tahoma" panose="020B0604030504040204" pitchFamily="34" charset="0"/>
                <a:cs typeface="Tahoma" panose="020B0604030504040204" pitchFamily="34" charset="0"/>
              </a:rPr>
              <a:t>Relevanța pe termen lung.</a:t>
            </a:r>
          </a:p>
        </p:txBody>
      </p:sp>
      <p:sp>
        <p:nvSpPr>
          <p:cNvPr id="29" name="Rectangle 28">
            <a:extLst>
              <a:ext uri="{FF2B5EF4-FFF2-40B4-BE49-F238E27FC236}">
                <a16:creationId xmlns:a16="http://schemas.microsoft.com/office/drawing/2014/main" id="{9A206779-5C74-4555-94BC-5845C92EC3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683988" y="767825"/>
            <a:ext cx="508012"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9456603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9DC5A77-10C9-4ECF-B7EB-8D917F36A9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FFE28B5-FB16-49A9-B851-3C35FAC0CA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58952"/>
            <a:ext cx="10905976" cy="165113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Title 1">
            <a:extLst>
              <a:ext uri="{FF2B5EF4-FFF2-40B4-BE49-F238E27FC236}">
                <a16:creationId xmlns:a16="http://schemas.microsoft.com/office/drawing/2014/main" id="{698465DE-CB0A-7BF6-610A-29B36ED20C3E}"/>
              </a:ext>
            </a:extLst>
          </p:cNvPr>
          <p:cNvSpPr>
            <a:spLocks noGrp="1"/>
          </p:cNvSpPr>
          <p:nvPr>
            <p:ph type="title"/>
          </p:nvPr>
        </p:nvSpPr>
        <p:spPr>
          <a:xfrm>
            <a:off x="1600754" y="1087374"/>
            <a:ext cx="8983489" cy="1000978"/>
          </a:xfrm>
        </p:spPr>
        <p:txBody>
          <a:bodyPr>
            <a:normAutofit/>
          </a:bodyPr>
          <a:lstStyle/>
          <a:p>
            <a:r>
              <a:rPr lang="ro-RO" dirty="0">
                <a:latin typeface="Tahoma" panose="020B0604030504040204" pitchFamily="34" charset="0"/>
                <a:ea typeface="Tahoma" panose="020B0604030504040204" pitchFamily="34" charset="0"/>
                <a:cs typeface="Tahoma" panose="020B0604030504040204" pitchFamily="34" charset="0"/>
              </a:rPr>
              <a:t>În timpul vizitei la client</a:t>
            </a:r>
            <a:endParaRPr lang="en-GB" dirty="0">
              <a:latin typeface="Tahoma" panose="020B0604030504040204" pitchFamily="34" charset="0"/>
              <a:ea typeface="Tahoma" panose="020B0604030504040204" pitchFamily="34" charset="0"/>
              <a:cs typeface="Tahoma" panose="020B0604030504040204" pitchFamily="34" charset="0"/>
            </a:endParaRPr>
          </a:p>
        </p:txBody>
      </p:sp>
      <p:sp>
        <p:nvSpPr>
          <p:cNvPr id="12" name="Rectangle 11">
            <a:extLst>
              <a:ext uri="{FF2B5EF4-FFF2-40B4-BE49-F238E27FC236}">
                <a16:creationId xmlns:a16="http://schemas.microsoft.com/office/drawing/2014/main" id="{01014442-855A-4E0F-8D09-C314661A48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14533" y="758952"/>
            <a:ext cx="1185379" cy="1651133"/>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4" name="Rectangle 13">
            <a:extLst>
              <a:ext uri="{FF2B5EF4-FFF2-40B4-BE49-F238E27FC236}">
                <a16:creationId xmlns:a16="http://schemas.microsoft.com/office/drawing/2014/main" id="{9B1ABF09-86CF-414E-88A5-2B84CC7232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3" y="2526526"/>
            <a:ext cx="1169701" cy="3563378"/>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6" name="Rectangle 15">
            <a:extLst>
              <a:ext uri="{FF2B5EF4-FFF2-40B4-BE49-F238E27FC236}">
                <a16:creationId xmlns:a16="http://schemas.microsoft.com/office/drawing/2014/main" id="{3FE91770-CDBB-4D24-94E5-AD484F36CE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79019" y="2526526"/>
            <a:ext cx="10920893" cy="3563377"/>
          </a:xfrm>
          <a:prstGeom prst="rect">
            <a:avLst/>
          </a:prstGeom>
          <a:solidFill>
            <a:schemeClr val="bg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3" name="Content Placeholder 2">
            <a:extLst>
              <a:ext uri="{FF2B5EF4-FFF2-40B4-BE49-F238E27FC236}">
                <a16:creationId xmlns:a16="http://schemas.microsoft.com/office/drawing/2014/main" id="{BD5A9A93-C719-E337-C777-F504C34F1E8E}"/>
              </a:ext>
            </a:extLst>
          </p:cNvPr>
          <p:cNvSpPr>
            <a:spLocks noGrp="1"/>
          </p:cNvSpPr>
          <p:nvPr>
            <p:ph idx="1"/>
          </p:nvPr>
        </p:nvSpPr>
        <p:spPr>
          <a:xfrm>
            <a:off x="1600753" y="2535446"/>
            <a:ext cx="8983489" cy="3554457"/>
          </a:xfrm>
        </p:spPr>
        <p:txBody>
          <a:bodyPr>
            <a:normAutofit/>
          </a:bodyPr>
          <a:lstStyle/>
          <a:p>
            <a:endParaRPr lang="ro-RO" dirty="0">
              <a:solidFill>
                <a:schemeClr val="tx1"/>
              </a:solidFill>
              <a:latin typeface="Tahoma" panose="020B0604030504040204" pitchFamily="34" charset="0"/>
              <a:ea typeface="Tahoma" panose="020B0604030504040204" pitchFamily="34" charset="0"/>
              <a:cs typeface="Tahoma" panose="020B0604030504040204" pitchFamily="34" charset="0"/>
            </a:endParaRPr>
          </a:p>
          <a:p>
            <a:r>
              <a:rPr lang="ro-RO" dirty="0">
                <a:solidFill>
                  <a:schemeClr val="tx1"/>
                </a:solidFill>
                <a:latin typeface="Tahoma" panose="020B0604030504040204" pitchFamily="34" charset="0"/>
                <a:ea typeface="Tahoma" panose="020B0604030504040204" pitchFamily="34" charset="0"/>
                <a:cs typeface="Tahoma" panose="020B0604030504040204" pitchFamily="34" charset="0"/>
              </a:rPr>
              <a:t>Pregătirea activităților, parte introductivă.</a:t>
            </a:r>
          </a:p>
          <a:p>
            <a:r>
              <a:rPr lang="ro-RO" dirty="0">
                <a:solidFill>
                  <a:schemeClr val="tx1"/>
                </a:solidFill>
                <a:latin typeface="Tahoma" panose="020B0604030504040204" pitchFamily="34" charset="0"/>
                <a:ea typeface="Tahoma" panose="020B0604030504040204" pitchFamily="34" charset="0"/>
                <a:cs typeface="Tahoma" panose="020B0604030504040204" pitchFamily="34" charset="0"/>
              </a:rPr>
              <a:t>Interviuri și observare (</a:t>
            </a:r>
            <a:r>
              <a:rPr lang="ro-RO" i="1" dirty="0">
                <a:solidFill>
                  <a:schemeClr val="tx1"/>
                </a:solidFill>
                <a:latin typeface="Tahoma" panose="020B0604030504040204" pitchFamily="34" charset="0"/>
                <a:ea typeface="Tahoma" panose="020B0604030504040204" pitchFamily="34" charset="0"/>
                <a:cs typeface="Tahoma" panose="020B0604030504040204" pitchFamily="34" charset="0"/>
              </a:rPr>
              <a:t>ce spun și ce fac</a:t>
            </a:r>
            <a:r>
              <a:rPr lang="ro-RO" dirty="0">
                <a:solidFill>
                  <a:schemeClr val="tx1"/>
                </a:solidFill>
                <a:latin typeface="Tahoma" panose="020B0604030504040204" pitchFamily="34" charset="0"/>
                <a:ea typeface="Tahoma" panose="020B0604030504040204" pitchFamily="34" charset="0"/>
                <a:cs typeface="Tahoma" panose="020B0604030504040204" pitchFamily="34" charset="0"/>
              </a:rPr>
              <a:t>).</a:t>
            </a:r>
            <a:r>
              <a:rPr lang="en-GB"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ro-RO" dirty="0">
                <a:solidFill>
                  <a:schemeClr val="tx1"/>
                </a:solidFill>
                <a:latin typeface="Tahoma" panose="020B0604030504040204" pitchFamily="34" charset="0"/>
                <a:ea typeface="Tahoma" panose="020B0604030504040204" pitchFamily="34" charset="0"/>
                <a:cs typeface="Tahoma" panose="020B0604030504040204" pitchFamily="34" charset="0"/>
              </a:rPr>
              <a:t>Tehnica </a:t>
            </a:r>
            <a:r>
              <a:rPr lang="ro-RO" i="1" dirty="0">
                <a:solidFill>
                  <a:schemeClr val="tx1"/>
                </a:solidFill>
                <a:latin typeface="Tahoma" panose="020B0604030504040204" pitchFamily="34" charset="0"/>
                <a:ea typeface="Tahoma" panose="020B0604030504040204" pitchFamily="34" charset="0"/>
                <a:cs typeface="Tahoma" panose="020B0604030504040204" pitchFamily="34" charset="0"/>
              </a:rPr>
              <a:t>shadowing.</a:t>
            </a:r>
            <a:endParaRPr lang="ro-RO" dirty="0">
              <a:solidFill>
                <a:schemeClr val="tx1"/>
              </a:solidFill>
              <a:latin typeface="Tahoma" panose="020B0604030504040204" pitchFamily="34" charset="0"/>
              <a:ea typeface="Tahoma" panose="020B0604030504040204" pitchFamily="34" charset="0"/>
              <a:cs typeface="Tahoma" panose="020B0604030504040204" pitchFamily="34" charset="0"/>
            </a:endParaRPr>
          </a:p>
          <a:p>
            <a:r>
              <a:rPr lang="ro-RO" dirty="0">
                <a:solidFill>
                  <a:schemeClr val="tx1"/>
                </a:solidFill>
                <a:latin typeface="Tahoma" panose="020B0604030504040204" pitchFamily="34" charset="0"/>
                <a:ea typeface="Tahoma" panose="020B0604030504040204" pitchFamily="34" charset="0"/>
                <a:cs typeface="Tahoma" panose="020B0604030504040204" pitchFamily="34" charset="0"/>
              </a:rPr>
              <a:t>Recomandări.</a:t>
            </a:r>
          </a:p>
          <a:p>
            <a:r>
              <a:rPr lang="ro-RO" dirty="0">
                <a:solidFill>
                  <a:schemeClr val="tx1"/>
                </a:solidFill>
                <a:latin typeface="Tahoma" panose="020B0604030504040204" pitchFamily="34" charset="0"/>
                <a:ea typeface="Tahoma" panose="020B0604030504040204" pitchFamily="34" charset="0"/>
                <a:cs typeface="Tahoma" panose="020B0604030504040204" pitchFamily="34" charset="0"/>
              </a:rPr>
              <a:t>Ce categorii de informații caută să afle un UX designer? </a:t>
            </a:r>
          </a:p>
          <a:p>
            <a:r>
              <a:rPr lang="ro-RO" dirty="0">
                <a:solidFill>
                  <a:schemeClr val="tx1"/>
                </a:solidFill>
                <a:latin typeface="Tahoma" panose="020B0604030504040204" pitchFamily="34" charset="0"/>
                <a:ea typeface="Tahoma" panose="020B0604030504040204" pitchFamily="34" charset="0"/>
                <a:cs typeface="Tahoma" panose="020B0604030504040204" pitchFamily="34" charset="0"/>
              </a:rPr>
              <a:t>Extragerea datelor relevante.</a:t>
            </a:r>
            <a:r>
              <a:rPr lang="en-GB"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ro-RO" dirty="0">
                <a:solidFill>
                  <a:schemeClr val="tx1"/>
                </a:solidFill>
                <a:latin typeface="Tahoma" panose="020B0604030504040204" pitchFamily="34" charset="0"/>
                <a:ea typeface="Tahoma" panose="020B0604030504040204" pitchFamily="34" charset="0"/>
                <a:cs typeface="Tahoma" panose="020B0604030504040204" pitchFamily="34" charset="0"/>
              </a:rPr>
              <a:t>Eficientizare. </a:t>
            </a:r>
            <a:r>
              <a:rPr lang="en-GB" dirty="0">
                <a:solidFill>
                  <a:schemeClr val="tx1"/>
                </a:solidFill>
                <a:latin typeface="Tahoma" panose="020B0604030504040204" pitchFamily="34" charset="0"/>
                <a:ea typeface="Tahoma" panose="020B0604030504040204" pitchFamily="34" charset="0"/>
                <a:cs typeface="Tahoma" panose="020B0604030504040204" pitchFamily="34" charset="0"/>
              </a:rPr>
              <a:t> </a:t>
            </a:r>
            <a:endParaRPr lang="ro-RO" dirty="0">
              <a:solidFill>
                <a:schemeClr val="tx1"/>
              </a:solidFill>
              <a:latin typeface="Tahoma" panose="020B0604030504040204" pitchFamily="34" charset="0"/>
              <a:ea typeface="Tahoma" panose="020B0604030504040204" pitchFamily="34" charset="0"/>
              <a:cs typeface="Tahoma" panose="020B0604030504040204" pitchFamily="34" charset="0"/>
            </a:endParaRPr>
          </a:p>
          <a:p>
            <a:endParaRPr lang="ro-RO"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mc:AlternateContent xmlns:mc="http://schemas.openxmlformats.org/markup-compatibility/2006" xmlns:pslz="http://schemas.microsoft.com/office/powerpoint/2016/slidezoom">
        <mc:Choice Requires="pslz">
          <p:graphicFrame>
            <p:nvGraphicFramePr>
              <p:cNvPr id="6" name="Slide Zoom 5">
                <a:extLst>
                  <a:ext uri="{FF2B5EF4-FFF2-40B4-BE49-F238E27FC236}">
                    <a16:creationId xmlns:a16="http://schemas.microsoft.com/office/drawing/2014/main" id="{1617D149-BAD6-9C95-7E91-2F1E65883647}"/>
                  </a:ext>
                </a:extLst>
              </p:cNvPr>
              <p:cNvGraphicFramePr>
                <a:graphicFrameLocks noChangeAspect="1"/>
              </p:cNvGraphicFramePr>
              <p:nvPr>
                <p:extLst>
                  <p:ext uri="{D42A27DB-BD31-4B8C-83A1-F6EECF244321}">
                    <p14:modId xmlns:p14="http://schemas.microsoft.com/office/powerpoint/2010/main" val="2209967953"/>
                  </p:ext>
                </p:extLst>
              </p:nvPr>
            </p:nvGraphicFramePr>
            <p:xfrm>
              <a:off x="6926094" y="4951373"/>
              <a:ext cx="892782" cy="502190"/>
            </p:xfrm>
            <a:graphic>
              <a:graphicData uri="http://schemas.microsoft.com/office/powerpoint/2016/slidezoom">
                <pslz:sldZm>
                  <pslz:sldZmObj sldId="307" cId="3944453484">
                    <pslz:zmPr id="{C0ABC6DF-C86B-4388-8884-A390D7DB7522}" returnToParent="0" transitionDur="1000">
                      <p166:blipFill xmlns:p166="http://schemas.microsoft.com/office/powerpoint/2016/6/main">
                        <a:blip r:embed="rId2"/>
                        <a:stretch>
                          <a:fillRect/>
                        </a:stretch>
                      </p166:blipFill>
                      <p166:spPr xmlns:p166="http://schemas.microsoft.com/office/powerpoint/2016/6/main">
                        <a:xfrm>
                          <a:off x="0" y="0"/>
                          <a:ext cx="892782" cy="502190"/>
                        </a:xfrm>
                        <a:prstGeom prst="rect">
                          <a:avLst/>
                        </a:prstGeom>
                        <a:ln w="3175">
                          <a:solidFill>
                            <a:prstClr val="ltGray"/>
                          </a:solidFill>
                        </a:ln>
                      </p166:spPr>
                    </pslz:zmPr>
                  </pslz:sldZmObj>
                </pslz:sldZm>
              </a:graphicData>
            </a:graphic>
          </p:graphicFrame>
        </mc:Choice>
        <mc:Fallback xmlns="">
          <p:pic>
            <p:nvPicPr>
              <p:cNvPr id="6" name="Slide Zoom 5">
                <a:hlinkClick r:id="rId3" action="ppaction://hlinksldjump"/>
                <a:extLst>
                  <a:ext uri="{FF2B5EF4-FFF2-40B4-BE49-F238E27FC236}">
                    <a16:creationId xmlns:a16="http://schemas.microsoft.com/office/drawing/2014/main" id="{1617D149-BAD6-9C95-7E91-2F1E65883647}"/>
                  </a:ext>
                </a:extLst>
              </p:cNvPr>
              <p:cNvPicPr>
                <a:picLocks noGrp="1" noRot="1" noChangeAspect="1" noMove="1" noResize="1" noEditPoints="1" noAdjustHandles="1" noChangeArrowheads="1" noChangeShapeType="1"/>
              </p:cNvPicPr>
              <p:nvPr/>
            </p:nvPicPr>
            <p:blipFill>
              <a:blip r:embed="rId4"/>
              <a:stretch>
                <a:fillRect/>
              </a:stretch>
            </p:blipFill>
            <p:spPr>
              <a:xfrm>
                <a:off x="6926094" y="4951373"/>
                <a:ext cx="892782" cy="502190"/>
              </a:xfrm>
              <a:prstGeom prst="rect">
                <a:avLst/>
              </a:prstGeom>
              <a:ln w="3175">
                <a:solidFill>
                  <a:prstClr val="ltGray"/>
                </a:solidFill>
              </a:ln>
            </p:spPr>
          </p:pic>
        </mc:Fallback>
      </mc:AlternateContent>
    </p:spTree>
    <p:extLst>
      <p:ext uri="{BB962C8B-B14F-4D97-AF65-F5344CB8AC3E}">
        <p14:creationId xmlns:p14="http://schemas.microsoft.com/office/powerpoint/2010/main" val="229578624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2">
            <a:extLst>
              <a:ext uri="{FF2B5EF4-FFF2-40B4-BE49-F238E27FC236}">
                <a16:creationId xmlns:a16="http://schemas.microsoft.com/office/drawing/2014/main" id="{80516254-1D9F-4F3A-9870-3A3280BE2B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698465DE-CB0A-7BF6-610A-29B36ED20C3E}"/>
              </a:ext>
            </a:extLst>
          </p:cNvPr>
          <p:cNvSpPr>
            <a:spLocks noGrp="1"/>
          </p:cNvSpPr>
          <p:nvPr>
            <p:ph type="title"/>
          </p:nvPr>
        </p:nvSpPr>
        <p:spPr>
          <a:xfrm>
            <a:off x="1539116" y="864108"/>
            <a:ext cx="3073914" cy="5120639"/>
          </a:xfrm>
        </p:spPr>
        <p:txBody>
          <a:bodyPr>
            <a:normAutofit/>
          </a:bodyPr>
          <a:lstStyle/>
          <a:p>
            <a:pPr algn="r"/>
            <a:r>
              <a:rPr lang="en-GB" dirty="0" err="1">
                <a:solidFill>
                  <a:schemeClr val="tx1">
                    <a:lumMod val="85000"/>
                    <a:lumOff val="15000"/>
                  </a:schemeClr>
                </a:solidFill>
                <a:latin typeface="Tahoma" panose="020B0604030504040204" pitchFamily="34" charset="0"/>
                <a:ea typeface="Tahoma" panose="020B0604030504040204" pitchFamily="34" charset="0"/>
                <a:cs typeface="Tahoma" panose="020B0604030504040204" pitchFamily="34" charset="0"/>
              </a:rPr>
              <a:t>Extragerea</a:t>
            </a:r>
            <a:r>
              <a:rPr lang="en-GB" dirty="0">
                <a:solidFill>
                  <a:schemeClr val="tx1">
                    <a:lumMod val="85000"/>
                    <a:lumOff val="15000"/>
                  </a:schemeClr>
                </a:solidFill>
                <a:latin typeface="Tahoma" panose="020B0604030504040204" pitchFamily="34" charset="0"/>
                <a:ea typeface="Tahoma" panose="020B0604030504040204" pitchFamily="34" charset="0"/>
                <a:cs typeface="Tahoma" panose="020B0604030504040204" pitchFamily="34" charset="0"/>
              </a:rPr>
              <a:t> </a:t>
            </a:r>
            <a:r>
              <a:rPr lang="en-GB" dirty="0" err="1">
                <a:solidFill>
                  <a:schemeClr val="tx1">
                    <a:lumMod val="85000"/>
                    <a:lumOff val="15000"/>
                  </a:schemeClr>
                </a:solidFill>
                <a:latin typeface="Tahoma" panose="020B0604030504040204" pitchFamily="34" charset="0"/>
                <a:ea typeface="Tahoma" panose="020B0604030504040204" pitchFamily="34" charset="0"/>
                <a:cs typeface="Tahoma" panose="020B0604030504040204" pitchFamily="34" charset="0"/>
              </a:rPr>
              <a:t>datelor</a:t>
            </a:r>
            <a:r>
              <a:rPr lang="en-GB" dirty="0">
                <a:solidFill>
                  <a:schemeClr val="tx1">
                    <a:lumMod val="85000"/>
                    <a:lumOff val="15000"/>
                  </a:schemeClr>
                </a:solidFill>
                <a:latin typeface="Tahoma" panose="020B0604030504040204" pitchFamily="34" charset="0"/>
                <a:ea typeface="Tahoma" panose="020B0604030504040204" pitchFamily="34" charset="0"/>
                <a:cs typeface="Tahoma" panose="020B0604030504040204" pitchFamily="34" charset="0"/>
              </a:rPr>
              <a:t> </a:t>
            </a:r>
            <a:r>
              <a:rPr lang="en-GB" dirty="0" err="1">
                <a:solidFill>
                  <a:schemeClr val="tx1">
                    <a:lumMod val="85000"/>
                    <a:lumOff val="15000"/>
                  </a:schemeClr>
                </a:solidFill>
                <a:latin typeface="Tahoma" panose="020B0604030504040204" pitchFamily="34" charset="0"/>
                <a:ea typeface="Tahoma" panose="020B0604030504040204" pitchFamily="34" charset="0"/>
                <a:cs typeface="Tahoma" panose="020B0604030504040204" pitchFamily="34" charset="0"/>
              </a:rPr>
              <a:t>relevante</a:t>
            </a:r>
            <a:r>
              <a:rPr lang="en-GB" dirty="0">
                <a:solidFill>
                  <a:schemeClr val="tx1">
                    <a:lumMod val="85000"/>
                    <a:lumOff val="15000"/>
                  </a:schemeClr>
                </a:solidFill>
                <a:latin typeface="Tahoma" panose="020B0604030504040204" pitchFamily="34" charset="0"/>
                <a:ea typeface="Tahoma" panose="020B0604030504040204" pitchFamily="34" charset="0"/>
                <a:cs typeface="Tahoma" panose="020B0604030504040204" pitchFamily="34" charset="0"/>
              </a:rPr>
              <a:t>. </a:t>
            </a:r>
            <a:r>
              <a:rPr lang="en-GB" dirty="0" err="1">
                <a:solidFill>
                  <a:schemeClr val="tx1">
                    <a:lumMod val="85000"/>
                    <a:lumOff val="15000"/>
                  </a:schemeClr>
                </a:solidFill>
                <a:latin typeface="Tahoma" panose="020B0604030504040204" pitchFamily="34" charset="0"/>
                <a:ea typeface="Tahoma" panose="020B0604030504040204" pitchFamily="34" charset="0"/>
                <a:cs typeface="Tahoma" panose="020B0604030504040204" pitchFamily="34" charset="0"/>
              </a:rPr>
              <a:t>Eficientizare</a:t>
            </a:r>
            <a:endParaRPr lang="en-GB" dirty="0">
              <a:solidFill>
                <a:schemeClr val="tx1">
                  <a:lumMod val="85000"/>
                  <a:lumOff val="15000"/>
                </a:schemeClr>
              </a:solidFill>
              <a:latin typeface="Tahoma" panose="020B0604030504040204" pitchFamily="34" charset="0"/>
              <a:ea typeface="Tahoma" panose="020B0604030504040204" pitchFamily="34" charset="0"/>
              <a:cs typeface="Tahoma" panose="020B0604030504040204" pitchFamily="34" charset="0"/>
            </a:endParaRPr>
          </a:p>
        </p:txBody>
      </p:sp>
      <p:sp>
        <p:nvSpPr>
          <p:cNvPr id="31" name="Rectangle 24">
            <a:extLst>
              <a:ext uri="{FF2B5EF4-FFF2-40B4-BE49-F238E27FC236}">
                <a16:creationId xmlns:a16="http://schemas.microsoft.com/office/drawing/2014/main" id="{FC14672B-27A5-4CDA-ABAF-5E4CF4B41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1286934"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cxnSp>
        <p:nvCxnSpPr>
          <p:cNvPr id="32" name="Straight Connector 26">
            <a:extLst>
              <a:ext uri="{FF2B5EF4-FFF2-40B4-BE49-F238E27FC236}">
                <a16:creationId xmlns:a16="http://schemas.microsoft.com/office/drawing/2014/main" id="{8D89589C-2C90-4407-A995-05EC3DD7AB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51129" y="2085681"/>
            <a:ext cx="0" cy="2686639"/>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BD5A9A93-C719-E337-C777-F504C34F1E8E}"/>
              </a:ext>
            </a:extLst>
          </p:cNvPr>
          <p:cNvSpPr>
            <a:spLocks noGrp="1"/>
          </p:cNvSpPr>
          <p:nvPr>
            <p:ph idx="1"/>
          </p:nvPr>
        </p:nvSpPr>
        <p:spPr>
          <a:xfrm>
            <a:off x="5289229" y="864108"/>
            <a:ext cx="5910677" cy="5120640"/>
          </a:xfrm>
        </p:spPr>
        <p:txBody>
          <a:bodyPr>
            <a:normAutofit/>
          </a:bodyPr>
          <a:lstStyle/>
          <a:p>
            <a:r>
              <a:rPr lang="en-GB" dirty="0" err="1">
                <a:latin typeface="Tahoma" panose="020B0604030504040204" pitchFamily="34" charset="0"/>
                <a:ea typeface="Tahoma" panose="020B0604030504040204" pitchFamily="34" charset="0"/>
                <a:cs typeface="Tahoma" panose="020B0604030504040204" pitchFamily="34" charset="0"/>
              </a:rPr>
              <a:t>Noti</a:t>
            </a:r>
            <a:r>
              <a:rPr lang="ro-RO" dirty="0">
                <a:latin typeface="Tahoma" panose="020B0604030504040204" pitchFamily="34" charset="0"/>
                <a:ea typeface="Tahoma" panose="020B0604030504040204" pitchFamily="34" charset="0"/>
                <a:cs typeface="Tahoma" panose="020B0604030504040204" pitchFamily="34" charset="0"/>
              </a:rPr>
              <a:t>țe de tip </a:t>
            </a:r>
            <a:r>
              <a:rPr lang="ro-RO" i="1" dirty="0">
                <a:latin typeface="Tahoma" panose="020B0604030504040204" pitchFamily="34" charset="0"/>
                <a:ea typeface="Tahoma" panose="020B0604030504040204" pitchFamily="34" charset="0"/>
                <a:cs typeface="Tahoma" panose="020B0604030504040204" pitchFamily="34" charset="0"/>
              </a:rPr>
              <a:t>stream of occurrence </a:t>
            </a:r>
            <a:r>
              <a:rPr lang="ro-RO" dirty="0">
                <a:latin typeface="Tahoma" panose="020B0604030504040204" pitchFamily="34" charset="0"/>
                <a:ea typeface="Tahoma" panose="020B0604030504040204" pitchFamily="34" charset="0"/>
                <a:cs typeface="Tahoma" panose="020B0604030504040204" pitchFamily="34" charset="0"/>
              </a:rPr>
              <a:t>(timpul este scurt).</a:t>
            </a:r>
          </a:p>
          <a:p>
            <a:r>
              <a:rPr lang="ro-RO" dirty="0">
                <a:latin typeface="Tahoma" panose="020B0604030504040204" pitchFamily="34" charset="0"/>
                <a:ea typeface="Tahoma" panose="020B0604030504040204" pitchFamily="34" charset="0"/>
                <a:cs typeface="Tahoma" panose="020B0604030504040204" pitchFamily="34" charset="0"/>
              </a:rPr>
              <a:t>Format: notițe scrise (popular), pe laptop, eventual format audio.  </a:t>
            </a:r>
          </a:p>
          <a:p>
            <a:r>
              <a:rPr lang="ro-RO" b="1" dirty="0">
                <a:latin typeface="Tahoma" panose="020B0604030504040204" pitchFamily="34" charset="0"/>
                <a:ea typeface="Tahoma" panose="020B0604030504040204" pitchFamily="34" charset="0"/>
                <a:cs typeface="Tahoma" panose="020B0604030504040204" pitchFamily="34" charset="0"/>
              </a:rPr>
              <a:t>Notițele: (i) concise</a:t>
            </a:r>
            <a:r>
              <a:rPr lang="en-GB" b="1" dirty="0">
                <a:latin typeface="Tahoma" panose="020B0604030504040204" pitchFamily="34" charset="0"/>
                <a:ea typeface="Tahoma" panose="020B0604030504040204" pitchFamily="34" charset="0"/>
                <a:cs typeface="Tahoma" panose="020B0604030504040204" pitchFamily="34" charset="0"/>
              </a:rPr>
              <a:t> </a:t>
            </a:r>
            <a:r>
              <a:rPr lang="ro-RO" b="1" dirty="0">
                <a:latin typeface="Tahoma" panose="020B0604030504040204" pitchFamily="34" charset="0"/>
                <a:ea typeface="Tahoma" panose="020B0604030504040204" pitchFamily="34" charset="0"/>
                <a:cs typeface="Tahoma" panose="020B0604030504040204" pitchFamily="34" charset="0"/>
              </a:rPr>
              <a:t>și </a:t>
            </a:r>
            <a:r>
              <a:rPr lang="en-GB" b="1" dirty="0" err="1">
                <a:latin typeface="Tahoma" panose="020B0604030504040204" pitchFamily="34" charset="0"/>
                <a:ea typeface="Tahoma" panose="020B0604030504040204" pitchFamily="34" charset="0"/>
                <a:cs typeface="Tahoma" panose="020B0604030504040204" pitchFamily="34" charset="0"/>
              </a:rPr>
              <a:t>clare</a:t>
            </a:r>
            <a:r>
              <a:rPr lang="ro-RO" b="1" dirty="0">
                <a:latin typeface="Tahoma" panose="020B0604030504040204" pitchFamily="34" charset="0"/>
                <a:ea typeface="Tahoma" panose="020B0604030504040204" pitchFamily="34" charset="0"/>
                <a:cs typeface="Tahoma" panose="020B0604030504040204" pitchFamily="34" charset="0"/>
              </a:rPr>
              <a:t>, (ii) (pe cât posibil) modulare. </a:t>
            </a:r>
          </a:p>
          <a:p>
            <a:r>
              <a:rPr lang="ro-RO" dirty="0">
                <a:latin typeface="Tahoma" panose="020B0604030504040204" pitchFamily="34" charset="0"/>
                <a:ea typeface="Tahoma" panose="020B0604030504040204" pitchFamily="34" charset="0"/>
                <a:cs typeface="Tahoma" panose="020B0604030504040204" pitchFamily="34" charset="0"/>
              </a:rPr>
              <a:t>Recomandată: buna gestionare a sursei datelor, eventual anonimizare.</a:t>
            </a:r>
          </a:p>
        </p:txBody>
      </p:sp>
      <p:sp>
        <p:nvSpPr>
          <p:cNvPr id="29" name="Rectangle 28">
            <a:extLst>
              <a:ext uri="{FF2B5EF4-FFF2-40B4-BE49-F238E27FC236}">
                <a16:creationId xmlns:a16="http://schemas.microsoft.com/office/drawing/2014/main" id="{9A206779-5C74-4555-94BC-5845C92EC3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683988" y="767825"/>
            <a:ext cx="508012"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4445348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 name="Rectangle 29">
            <a:extLst>
              <a:ext uri="{FF2B5EF4-FFF2-40B4-BE49-F238E27FC236}">
                <a16:creationId xmlns:a16="http://schemas.microsoft.com/office/drawing/2014/main" id="{C162DF2A-64D1-4AA9-BA42-8A4063EADE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41" name="Rectangle 31">
            <a:extLst>
              <a:ext uri="{FF2B5EF4-FFF2-40B4-BE49-F238E27FC236}">
                <a16:creationId xmlns:a16="http://schemas.microsoft.com/office/drawing/2014/main" id="{5D7C1373-63AF-4A75-909E-990E053566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useBgFill="1">
        <p:nvSpPr>
          <p:cNvPr id="42" name="Rectangle 33">
            <a:extLst>
              <a:ext uri="{FF2B5EF4-FFF2-40B4-BE49-F238E27FC236}">
                <a16:creationId xmlns:a16="http://schemas.microsoft.com/office/drawing/2014/main" id="{57F231E5-F402-49E1-82B4-C762909ED2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Freeform: Shape 35">
            <a:extLst>
              <a:ext uri="{FF2B5EF4-FFF2-40B4-BE49-F238E27FC236}">
                <a16:creationId xmlns:a16="http://schemas.microsoft.com/office/drawing/2014/main" id="{6F0BA12B-74D1-4DB1-9A3F-C9BA27B815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0" y="762000"/>
            <a:ext cx="4208489" cy="5334001"/>
          </a:xfrm>
          <a:custGeom>
            <a:avLst/>
            <a:gdLst>
              <a:gd name="connsiteX0" fmla="*/ 1015642 w 4208489"/>
              <a:gd name="connsiteY0" fmla="*/ 0 h 5334001"/>
              <a:gd name="connsiteX1" fmla="*/ 4208489 w 4208489"/>
              <a:gd name="connsiteY1" fmla="*/ 0 h 5334001"/>
              <a:gd name="connsiteX2" fmla="*/ 4208489 w 4208489"/>
              <a:gd name="connsiteY2" fmla="*/ 5334001 h 5334001"/>
              <a:gd name="connsiteX3" fmla="*/ 0 w 4208489"/>
              <a:gd name="connsiteY3" fmla="*/ 5334001 h 5334001"/>
            </a:gdLst>
            <a:ahLst/>
            <a:cxnLst>
              <a:cxn ang="0">
                <a:pos x="connsiteX0" y="connsiteY0"/>
              </a:cxn>
              <a:cxn ang="0">
                <a:pos x="connsiteX1" y="connsiteY1"/>
              </a:cxn>
              <a:cxn ang="0">
                <a:pos x="connsiteX2" y="connsiteY2"/>
              </a:cxn>
              <a:cxn ang="0">
                <a:pos x="connsiteX3" y="connsiteY3"/>
              </a:cxn>
            </a:cxnLst>
            <a:rect l="l" t="t" r="r" b="b"/>
            <a:pathLst>
              <a:path w="4208489" h="5334001">
                <a:moveTo>
                  <a:pt x="1015642" y="0"/>
                </a:moveTo>
                <a:lnTo>
                  <a:pt x="4208489" y="0"/>
                </a:lnTo>
                <a:lnTo>
                  <a:pt x="4208489" y="5334001"/>
                </a:lnTo>
                <a:lnTo>
                  <a:pt x="0" y="533400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44" name="Freeform: Shape 37">
            <a:extLst>
              <a:ext uri="{FF2B5EF4-FFF2-40B4-BE49-F238E27FC236}">
                <a16:creationId xmlns:a16="http://schemas.microsoft.com/office/drawing/2014/main" id="{515FCC40-AA93-4D3B-90D0-69BC824EAD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11190517" y="1056875"/>
            <a:ext cx="1001483" cy="4744251"/>
          </a:xfrm>
          <a:custGeom>
            <a:avLst/>
            <a:gdLst>
              <a:gd name="connsiteX0" fmla="*/ 0 w 1001483"/>
              <a:gd name="connsiteY0" fmla="*/ 0 h 4744251"/>
              <a:gd name="connsiteX1" fmla="*/ 1001483 w 1001483"/>
              <a:gd name="connsiteY1" fmla="*/ 0 h 4744251"/>
              <a:gd name="connsiteX2" fmla="*/ 0 w 1001483"/>
              <a:gd name="connsiteY2" fmla="*/ 4744251 h 4744251"/>
            </a:gdLst>
            <a:ahLst/>
            <a:cxnLst>
              <a:cxn ang="0">
                <a:pos x="connsiteX0" y="connsiteY0"/>
              </a:cxn>
              <a:cxn ang="0">
                <a:pos x="connsiteX1" y="connsiteY1"/>
              </a:cxn>
              <a:cxn ang="0">
                <a:pos x="connsiteX2" y="connsiteY2"/>
              </a:cxn>
            </a:cxnLst>
            <a:rect l="l" t="t" r="r" b="b"/>
            <a:pathLst>
              <a:path w="1001483" h="4744251">
                <a:moveTo>
                  <a:pt x="0" y="0"/>
                </a:moveTo>
                <a:lnTo>
                  <a:pt x="1001483" y="0"/>
                </a:lnTo>
                <a:lnTo>
                  <a:pt x="0" y="474425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49619B0F-31FB-7A10-49B3-D8067DB6DCFF}"/>
              </a:ext>
            </a:extLst>
          </p:cNvPr>
          <p:cNvSpPr>
            <a:spLocks noGrp="1"/>
          </p:cNvSpPr>
          <p:nvPr>
            <p:ph type="title"/>
          </p:nvPr>
        </p:nvSpPr>
        <p:spPr>
          <a:xfrm>
            <a:off x="4084398" y="1298448"/>
            <a:ext cx="7315200" cy="3255264"/>
          </a:xfrm>
        </p:spPr>
        <p:txBody>
          <a:bodyPr vert="horz" lIns="91440" tIns="45720" rIns="91440" bIns="45720" rtlCol="0" anchor="b">
            <a:normAutofit/>
          </a:bodyPr>
          <a:lstStyle/>
          <a:p>
            <a:r>
              <a:rPr lang="ro-RO" sz="5900" spc="-100" dirty="0">
                <a:solidFill>
                  <a:schemeClr val="tx2"/>
                </a:solidFill>
                <a:latin typeface="Tahoma" panose="020B0604030504040204" pitchFamily="34" charset="0"/>
                <a:ea typeface="Tahoma" panose="020B0604030504040204" pitchFamily="34" charset="0"/>
                <a:cs typeface="Tahoma" panose="020B0604030504040204" pitchFamily="34" charset="0"/>
              </a:rPr>
              <a:t>3.2 Analiza datelor</a:t>
            </a:r>
            <a:br>
              <a:rPr lang="ro-RO" sz="5900" spc="-100" dirty="0">
                <a:solidFill>
                  <a:schemeClr val="tx2"/>
                </a:solidFill>
                <a:latin typeface="Tahoma" panose="020B0604030504040204" pitchFamily="34" charset="0"/>
                <a:ea typeface="Tahoma" panose="020B0604030504040204" pitchFamily="34" charset="0"/>
                <a:cs typeface="Tahoma" panose="020B0604030504040204" pitchFamily="34" charset="0"/>
              </a:rPr>
            </a:br>
            <a:endParaRPr lang="en-US" sz="5900" spc="-100" dirty="0">
              <a:solidFill>
                <a:schemeClr val="tx2"/>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9728333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4D545DB-8A58-4FDC-8FF8-F99D917C37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orbel" panose="020B0503020204020204"/>
              <a:ea typeface="+mn-ea"/>
              <a:cs typeface="+mn-cs"/>
            </a:endParaRPr>
          </a:p>
        </p:txBody>
      </p:sp>
      <p:sp>
        <p:nvSpPr>
          <p:cNvPr id="10" name="Rectangle 9">
            <a:extLst>
              <a:ext uri="{FF2B5EF4-FFF2-40B4-BE49-F238E27FC236}">
                <a16:creationId xmlns:a16="http://schemas.microsoft.com/office/drawing/2014/main" id="{53F02532-0429-47BE-B7D5-89B31C0C80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36729" y="757325"/>
            <a:ext cx="3549144" cy="53293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orbel" panose="020B0503020204020204"/>
              <a:ea typeface="+mn-ea"/>
              <a:cs typeface="+mn-cs"/>
            </a:endParaRPr>
          </a:p>
        </p:txBody>
      </p:sp>
      <p:sp>
        <p:nvSpPr>
          <p:cNvPr id="2" name="Title 1">
            <a:extLst>
              <a:ext uri="{FF2B5EF4-FFF2-40B4-BE49-F238E27FC236}">
                <a16:creationId xmlns:a16="http://schemas.microsoft.com/office/drawing/2014/main" id="{54044A45-7C2B-8EE9-7C7C-6C696C68CBBD}"/>
              </a:ext>
            </a:extLst>
          </p:cNvPr>
          <p:cNvSpPr>
            <a:spLocks noGrp="1"/>
          </p:cNvSpPr>
          <p:nvPr>
            <p:ph type="title"/>
          </p:nvPr>
        </p:nvSpPr>
        <p:spPr>
          <a:xfrm>
            <a:off x="8389648" y="1123837"/>
            <a:ext cx="2947482" cy="4601183"/>
          </a:xfrm>
        </p:spPr>
        <p:txBody>
          <a:bodyPr>
            <a:normAutofit/>
          </a:bodyPr>
          <a:lstStyle/>
          <a:p>
            <a:r>
              <a:rPr lang="ro-RO" dirty="0">
                <a:solidFill>
                  <a:schemeClr val="tx1"/>
                </a:solidFill>
                <a:latin typeface="Tahoma" panose="020B0604030504040204" pitchFamily="34" charset="0"/>
                <a:ea typeface="Tahoma" panose="020B0604030504040204" pitchFamily="34" charset="0"/>
                <a:cs typeface="Tahoma" panose="020B0604030504040204" pitchFamily="34" charset="0"/>
              </a:rPr>
              <a:t>Scopuri principale</a:t>
            </a:r>
            <a:endParaRPr lang="en-GB"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sp>
        <p:nvSpPr>
          <p:cNvPr id="3" name="Content Placeholder 2">
            <a:extLst>
              <a:ext uri="{FF2B5EF4-FFF2-40B4-BE49-F238E27FC236}">
                <a16:creationId xmlns:a16="http://schemas.microsoft.com/office/drawing/2014/main" id="{E034288E-5569-F6A3-EC75-7537C31E385A}"/>
              </a:ext>
            </a:extLst>
          </p:cNvPr>
          <p:cNvSpPr>
            <a:spLocks noGrp="1"/>
          </p:cNvSpPr>
          <p:nvPr>
            <p:ph idx="1"/>
          </p:nvPr>
        </p:nvSpPr>
        <p:spPr>
          <a:xfrm>
            <a:off x="643466" y="864108"/>
            <a:ext cx="6987135" cy="5120640"/>
          </a:xfrm>
        </p:spPr>
        <p:txBody>
          <a:bodyPr>
            <a:normAutofit/>
          </a:bodyPr>
          <a:lstStyle/>
          <a:p>
            <a:r>
              <a:rPr lang="ro-RO" dirty="0">
                <a:solidFill>
                  <a:schemeClr val="tx1"/>
                </a:solidFill>
                <a:latin typeface="Tahoma" panose="020B0604030504040204" pitchFamily="34" charset="0"/>
                <a:ea typeface="Tahoma" panose="020B0604030504040204" pitchFamily="34" charset="0"/>
                <a:cs typeface="Tahoma" panose="020B0604030504040204" pitchFamily="34" charset="0"/>
              </a:rPr>
              <a:t>Extragerea aspectelor esențiale din datele primare și din notițele referitoare la </a:t>
            </a:r>
            <a:r>
              <a:rPr lang="ro-RO" i="1" dirty="0">
                <a:solidFill>
                  <a:schemeClr val="tx1"/>
                </a:solidFill>
                <a:latin typeface="Tahoma" panose="020B0604030504040204" pitchFamily="34" charset="0"/>
                <a:ea typeface="Tahoma" panose="020B0604030504040204" pitchFamily="34" charset="0"/>
                <a:cs typeface="Tahoma" panose="020B0604030504040204" pitchFamily="34" charset="0"/>
              </a:rPr>
              <a:t>usage research. </a:t>
            </a:r>
            <a:endParaRPr lang="ro-RO" dirty="0">
              <a:solidFill>
                <a:schemeClr val="tx1"/>
              </a:solidFill>
              <a:latin typeface="Tahoma" panose="020B0604030504040204" pitchFamily="34" charset="0"/>
              <a:ea typeface="Tahoma" panose="020B0604030504040204" pitchFamily="34" charset="0"/>
              <a:cs typeface="Tahoma" panose="020B0604030504040204" pitchFamily="34" charset="0"/>
            </a:endParaRPr>
          </a:p>
          <a:p>
            <a:r>
              <a:rPr lang="ro-RO" dirty="0">
                <a:solidFill>
                  <a:schemeClr val="tx1"/>
                </a:solidFill>
                <a:latin typeface="Tahoma" panose="020B0604030504040204" pitchFamily="34" charset="0"/>
                <a:ea typeface="Tahoma" panose="020B0604030504040204" pitchFamily="34" charset="0"/>
                <a:cs typeface="Tahoma" panose="020B0604030504040204" pitchFamily="34" charset="0"/>
              </a:rPr>
              <a:t>Enumerarea unor caracteristici și funcționalități necesare utilizatorilor.</a:t>
            </a:r>
          </a:p>
          <a:p>
            <a:r>
              <a:rPr lang="ro-RO" dirty="0">
                <a:solidFill>
                  <a:schemeClr val="tx1"/>
                </a:solidFill>
                <a:latin typeface="Tahoma" panose="020B0604030504040204" pitchFamily="34" charset="0"/>
                <a:ea typeface="Tahoma" panose="020B0604030504040204" pitchFamily="34" charset="0"/>
                <a:cs typeface="Tahoma" panose="020B0604030504040204" pitchFamily="34" charset="0"/>
              </a:rPr>
              <a:t>Capturarea și explicarea unor aspecte legate de practicile de lucru din domeniu.</a:t>
            </a:r>
          </a:p>
          <a:p>
            <a:r>
              <a:rPr lang="ro-RO" dirty="0">
                <a:solidFill>
                  <a:schemeClr val="tx1"/>
                </a:solidFill>
                <a:latin typeface="Tahoma" panose="020B0604030504040204" pitchFamily="34" charset="0"/>
                <a:ea typeface="Tahoma" panose="020B0604030504040204" pitchFamily="34" charset="0"/>
                <a:cs typeface="Tahoma" panose="020B0604030504040204" pitchFamily="34" charset="0"/>
              </a:rPr>
              <a:t>Înțelegerea generală a domeniului de lucru și a practicilor asociate.</a:t>
            </a:r>
            <a:endParaRPr lang="en-GB"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sp>
        <p:nvSpPr>
          <p:cNvPr id="12" name="Rectangle 11">
            <a:extLst>
              <a:ext uri="{FF2B5EF4-FFF2-40B4-BE49-F238E27FC236}">
                <a16:creationId xmlns:a16="http://schemas.microsoft.com/office/drawing/2014/main" id="{E3401C9A-B20D-42B0-B7C0-0E4D1CE585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14060"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orbel" panose="020B0503020204020204"/>
              <a:ea typeface="+mn-ea"/>
              <a:cs typeface="+mn-cs"/>
            </a:endParaRPr>
          </a:p>
        </p:txBody>
      </p:sp>
      <mc:AlternateContent xmlns:mc="http://schemas.openxmlformats.org/markup-compatibility/2006" xmlns:pslz="http://schemas.microsoft.com/office/powerpoint/2016/slidezoom">
        <mc:Choice Requires="pslz">
          <p:graphicFrame>
            <p:nvGraphicFramePr>
              <p:cNvPr id="5" name="Slide Zoom 4">
                <a:extLst>
                  <a:ext uri="{FF2B5EF4-FFF2-40B4-BE49-F238E27FC236}">
                    <a16:creationId xmlns:a16="http://schemas.microsoft.com/office/drawing/2014/main" id="{55B94FB7-0A88-B24D-CDD7-6922D5A4D659}"/>
                  </a:ext>
                </a:extLst>
              </p:cNvPr>
              <p:cNvGraphicFramePr>
                <a:graphicFrameLocks noChangeAspect="1"/>
              </p:cNvGraphicFramePr>
              <p:nvPr/>
            </p:nvGraphicFramePr>
            <p:xfrm>
              <a:off x="5245456" y="2413067"/>
              <a:ext cx="659233" cy="370819"/>
            </p:xfrm>
            <a:graphic>
              <a:graphicData uri="http://schemas.microsoft.com/office/powerpoint/2016/slidezoom">
                <pslz:sldZm>
                  <pslz:sldZmObj sldId="263" cId="582680428">
                    <pslz:zmPr id="{FA4AF416-4CDF-4A4A-89E2-FFAB20CC7E2C}" returnToParent="0" transitionDur="1000">
                      <p166:blipFill xmlns:p166="http://schemas.microsoft.com/office/powerpoint/2016/6/main">
                        <a:blip r:embed="rId2"/>
                        <a:stretch>
                          <a:fillRect/>
                        </a:stretch>
                      </p166:blipFill>
                      <p166:spPr xmlns:p166="http://schemas.microsoft.com/office/powerpoint/2016/6/main">
                        <a:xfrm>
                          <a:off x="0" y="0"/>
                          <a:ext cx="659233" cy="370819"/>
                        </a:xfrm>
                        <a:prstGeom prst="rect">
                          <a:avLst/>
                        </a:prstGeom>
                        <a:ln w="3175">
                          <a:solidFill>
                            <a:prstClr val="ltGray"/>
                          </a:solidFill>
                        </a:ln>
                      </p166:spPr>
                    </pslz:zmPr>
                  </pslz:sldZmObj>
                </pslz:sldZm>
              </a:graphicData>
            </a:graphic>
          </p:graphicFrame>
        </mc:Choice>
        <mc:Fallback xmlns="">
          <p:pic>
            <p:nvPicPr>
              <p:cNvPr id="5" name="Slide Zoom 4">
                <a:hlinkClick r:id="rId3" action="ppaction://hlinksldjump"/>
                <a:extLst>
                  <a:ext uri="{FF2B5EF4-FFF2-40B4-BE49-F238E27FC236}">
                    <a16:creationId xmlns:a16="http://schemas.microsoft.com/office/drawing/2014/main" id="{55B94FB7-0A88-B24D-CDD7-6922D5A4D659}"/>
                  </a:ext>
                </a:extLst>
              </p:cNvPr>
              <p:cNvPicPr>
                <a:picLocks noGrp="1" noRot="1" noChangeAspect="1" noMove="1" noResize="1" noEditPoints="1" noAdjustHandles="1" noChangeArrowheads="1" noChangeShapeType="1"/>
              </p:cNvPicPr>
              <p:nvPr/>
            </p:nvPicPr>
            <p:blipFill>
              <a:blip r:embed="rId4"/>
              <a:stretch>
                <a:fillRect/>
              </a:stretch>
            </p:blipFill>
            <p:spPr>
              <a:xfrm>
                <a:off x="5245456" y="2413067"/>
                <a:ext cx="659233" cy="370819"/>
              </a:xfrm>
              <a:prstGeom prst="rect">
                <a:avLst/>
              </a:prstGeom>
              <a:ln w="3175">
                <a:solidFill>
                  <a:prstClr val="ltGray"/>
                </a:solidFill>
              </a:ln>
            </p:spPr>
          </p:pic>
        </mc:Fallback>
      </mc:AlternateContent>
    </p:spTree>
    <p:extLst>
      <p:ext uri="{BB962C8B-B14F-4D97-AF65-F5344CB8AC3E}">
        <p14:creationId xmlns:p14="http://schemas.microsoft.com/office/powerpoint/2010/main" val="3958207000"/>
      </p:ext>
    </p:extLst>
  </p:cSld>
  <p:clrMapOvr>
    <a:masterClrMapping/>
  </p:clrMapOvr>
  <p:transition spd="slow">
    <p:wheel spokes="1"/>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9DC5A77-10C9-4ECF-B7EB-8D917F36A9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orbel" panose="020B0503020204020204"/>
              <a:ea typeface="+mn-ea"/>
              <a:cs typeface="+mn-cs"/>
            </a:endParaRPr>
          </a:p>
        </p:txBody>
      </p:sp>
      <p:sp>
        <p:nvSpPr>
          <p:cNvPr id="10" name="Rectangle 9">
            <a:extLst>
              <a:ext uri="{FF2B5EF4-FFF2-40B4-BE49-F238E27FC236}">
                <a16:creationId xmlns:a16="http://schemas.microsoft.com/office/drawing/2014/main" id="{2FFE28B5-FB16-49A9-B851-3C35FAC0CA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58952"/>
            <a:ext cx="10905976" cy="165113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orbel" panose="020B0503020204020204"/>
              <a:ea typeface="+mn-ea"/>
              <a:cs typeface="+mn-cs"/>
            </a:endParaRPr>
          </a:p>
        </p:txBody>
      </p:sp>
      <p:sp>
        <p:nvSpPr>
          <p:cNvPr id="2" name="Title 1">
            <a:extLst>
              <a:ext uri="{FF2B5EF4-FFF2-40B4-BE49-F238E27FC236}">
                <a16:creationId xmlns:a16="http://schemas.microsoft.com/office/drawing/2014/main" id="{698465DE-CB0A-7BF6-610A-29B36ED20C3E}"/>
              </a:ext>
            </a:extLst>
          </p:cNvPr>
          <p:cNvSpPr>
            <a:spLocks noGrp="1"/>
          </p:cNvSpPr>
          <p:nvPr>
            <p:ph type="title"/>
          </p:nvPr>
        </p:nvSpPr>
        <p:spPr>
          <a:xfrm>
            <a:off x="1600754" y="1087374"/>
            <a:ext cx="8983489" cy="1000978"/>
          </a:xfrm>
        </p:spPr>
        <p:txBody>
          <a:bodyPr>
            <a:normAutofit fontScale="90000"/>
          </a:bodyPr>
          <a:lstStyle/>
          <a:p>
            <a:r>
              <a:rPr lang="ro-RO" dirty="0">
                <a:latin typeface="Tahoma" panose="020B0604030504040204" pitchFamily="34" charset="0"/>
                <a:ea typeface="Tahoma" panose="020B0604030504040204" pitchFamily="34" charset="0"/>
                <a:cs typeface="Tahoma" panose="020B0604030504040204" pitchFamily="34" charset="0"/>
              </a:rPr>
              <a:t>Extragerea aspectelor esențiale: utilizarea unor </a:t>
            </a:r>
            <a:r>
              <a:rPr lang="ro-RO" i="1" dirty="0">
                <a:latin typeface="Tahoma" panose="020B0604030504040204" pitchFamily="34" charset="0"/>
                <a:ea typeface="Tahoma" panose="020B0604030504040204" pitchFamily="34" charset="0"/>
                <a:cs typeface="Tahoma" panose="020B0604030504040204" pitchFamily="34" charset="0"/>
              </a:rPr>
              <a:t>work activity notes</a:t>
            </a:r>
            <a:endParaRPr lang="en-GB" dirty="0">
              <a:latin typeface="Tahoma" panose="020B0604030504040204" pitchFamily="34" charset="0"/>
              <a:ea typeface="Tahoma" panose="020B0604030504040204" pitchFamily="34" charset="0"/>
              <a:cs typeface="Tahoma" panose="020B0604030504040204" pitchFamily="34" charset="0"/>
            </a:endParaRPr>
          </a:p>
        </p:txBody>
      </p:sp>
      <p:sp>
        <p:nvSpPr>
          <p:cNvPr id="12" name="Rectangle 11">
            <a:extLst>
              <a:ext uri="{FF2B5EF4-FFF2-40B4-BE49-F238E27FC236}">
                <a16:creationId xmlns:a16="http://schemas.microsoft.com/office/drawing/2014/main" id="{01014442-855A-4E0F-8D09-C314661A48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14533" y="758952"/>
            <a:ext cx="1185379" cy="1651133"/>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orbel" panose="020B0503020204020204"/>
              <a:ea typeface="+mn-ea"/>
              <a:cs typeface="+mn-cs"/>
            </a:endParaRPr>
          </a:p>
        </p:txBody>
      </p:sp>
      <p:sp>
        <p:nvSpPr>
          <p:cNvPr id="14" name="Rectangle 13">
            <a:extLst>
              <a:ext uri="{FF2B5EF4-FFF2-40B4-BE49-F238E27FC236}">
                <a16:creationId xmlns:a16="http://schemas.microsoft.com/office/drawing/2014/main" id="{9B1ABF09-86CF-414E-88A5-2B84CC7232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3" y="2526526"/>
            <a:ext cx="1169701" cy="3563378"/>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orbel" panose="020B0503020204020204"/>
              <a:ea typeface="+mn-ea"/>
              <a:cs typeface="+mn-cs"/>
            </a:endParaRPr>
          </a:p>
        </p:txBody>
      </p:sp>
      <p:sp>
        <p:nvSpPr>
          <p:cNvPr id="16" name="Rectangle 15">
            <a:extLst>
              <a:ext uri="{FF2B5EF4-FFF2-40B4-BE49-F238E27FC236}">
                <a16:creationId xmlns:a16="http://schemas.microsoft.com/office/drawing/2014/main" id="{3FE91770-CDBB-4D24-94E5-AD484F36CE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79019" y="2526526"/>
            <a:ext cx="10920893" cy="3563377"/>
          </a:xfrm>
          <a:prstGeom prst="rect">
            <a:avLst/>
          </a:prstGeom>
          <a:solidFill>
            <a:schemeClr val="bg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orbel" panose="020B0503020204020204"/>
              <a:ea typeface="+mn-ea"/>
              <a:cs typeface="+mn-cs"/>
            </a:endParaRPr>
          </a:p>
        </p:txBody>
      </p:sp>
      <p:sp>
        <p:nvSpPr>
          <p:cNvPr id="3" name="Content Placeholder 2">
            <a:extLst>
              <a:ext uri="{FF2B5EF4-FFF2-40B4-BE49-F238E27FC236}">
                <a16:creationId xmlns:a16="http://schemas.microsoft.com/office/drawing/2014/main" id="{BD5A9A93-C719-E337-C777-F504C34F1E8E}"/>
              </a:ext>
            </a:extLst>
          </p:cNvPr>
          <p:cNvSpPr>
            <a:spLocks noGrp="1"/>
          </p:cNvSpPr>
          <p:nvPr>
            <p:ph idx="1"/>
          </p:nvPr>
        </p:nvSpPr>
        <p:spPr>
          <a:xfrm>
            <a:off x="1600753" y="2535446"/>
            <a:ext cx="8983489" cy="3554457"/>
          </a:xfrm>
        </p:spPr>
        <p:txBody>
          <a:bodyPr>
            <a:normAutofit/>
          </a:bodyPr>
          <a:lstStyle/>
          <a:p>
            <a:r>
              <a:rPr lang="ro-RO" sz="2400" dirty="0">
                <a:solidFill>
                  <a:schemeClr val="tx1"/>
                </a:solidFill>
                <a:latin typeface="Tahoma" panose="020B0604030504040204" pitchFamily="34" charset="0"/>
                <a:ea typeface="Tahoma" panose="020B0604030504040204" pitchFamily="34" charset="0"/>
                <a:cs typeface="Tahoma" panose="020B0604030504040204" pitchFamily="34" charset="0"/>
              </a:rPr>
              <a:t>Scurte, elementare, clare, concise, complete, de sine stătătoare, modulare</a:t>
            </a:r>
            <a:r>
              <a:rPr lang="ro-RO" sz="2400" i="1" dirty="0">
                <a:solidFill>
                  <a:schemeClr val="tx1"/>
                </a:solidFill>
                <a:latin typeface="Tahoma" panose="020B0604030504040204" pitchFamily="34" charset="0"/>
                <a:ea typeface="Tahoma" panose="020B0604030504040204" pitchFamily="34" charset="0"/>
                <a:cs typeface="Tahoma" panose="020B0604030504040204" pitchFamily="34" charset="0"/>
              </a:rPr>
              <a:t>.</a:t>
            </a:r>
          </a:p>
          <a:p>
            <a:r>
              <a:rPr lang="ro-RO" sz="2400" dirty="0">
                <a:solidFill>
                  <a:schemeClr val="tx1"/>
                </a:solidFill>
                <a:latin typeface="Tahoma" panose="020B0604030504040204" pitchFamily="34" charset="0"/>
                <a:ea typeface="Tahoma" panose="020B0604030504040204" pitchFamily="34" charset="0"/>
                <a:cs typeface="Tahoma" panose="020B0604030504040204" pitchFamily="34" charset="0"/>
              </a:rPr>
              <a:t>Eventual: informații adiționale (cum ar fi sursele datelor).</a:t>
            </a:r>
          </a:p>
          <a:p>
            <a:r>
              <a:rPr lang="ro-RO" sz="2400" dirty="0">
                <a:solidFill>
                  <a:schemeClr val="tx1"/>
                </a:solidFill>
                <a:latin typeface="Tahoma" panose="020B0604030504040204" pitchFamily="34" charset="0"/>
                <a:ea typeface="Tahoma" panose="020B0604030504040204" pitchFamily="34" charset="0"/>
                <a:cs typeface="Tahoma" panose="020B0604030504040204" pitchFamily="34" charset="0"/>
              </a:rPr>
              <a:t>Pot fi sortate ca </a:t>
            </a:r>
            <a:r>
              <a:rPr lang="ro-RO" sz="2400" i="1" dirty="0">
                <a:solidFill>
                  <a:schemeClr val="tx1"/>
                </a:solidFill>
                <a:latin typeface="Tahoma" panose="020B0604030504040204" pitchFamily="34" charset="0"/>
                <a:ea typeface="Tahoma" panose="020B0604030504040204" pitchFamily="34" charset="0"/>
                <a:cs typeface="Tahoma" panose="020B0604030504040204" pitchFamily="34" charset="0"/>
              </a:rPr>
              <a:t>input-uri </a:t>
            </a:r>
            <a:r>
              <a:rPr lang="ro-RO" sz="2400" dirty="0">
                <a:solidFill>
                  <a:schemeClr val="tx1"/>
                </a:solidFill>
                <a:latin typeface="Tahoma" panose="020B0604030504040204" pitchFamily="34" charset="0"/>
                <a:ea typeface="Tahoma" panose="020B0604030504040204" pitchFamily="34" charset="0"/>
                <a:cs typeface="Tahoma" panose="020B0604030504040204" pitchFamily="34" charset="0"/>
              </a:rPr>
              <a:t>pentru o serie de categorii</a:t>
            </a:r>
          </a:p>
          <a:p>
            <a:pPr lvl="1">
              <a:buFont typeface="Courier New" panose="02070309020205020404" pitchFamily="49" charset="0"/>
              <a:buChar char="o"/>
            </a:pPr>
            <a:r>
              <a:rPr lang="ro-RO" sz="22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ro-RO" sz="2200" i="1" dirty="0">
                <a:solidFill>
                  <a:schemeClr val="tx1"/>
                </a:solidFill>
                <a:latin typeface="Tahoma" panose="020B0604030504040204" pitchFamily="34" charset="0"/>
                <a:ea typeface="Tahoma" panose="020B0604030504040204" pitchFamily="34" charset="0"/>
                <a:cs typeface="Tahoma" panose="020B0604030504040204" pitchFamily="34" charset="0"/>
              </a:rPr>
              <a:t>relatări ale utilizatorilor și cerințe</a:t>
            </a:r>
            <a:endParaRPr lang="ro-RO" sz="2200" dirty="0">
              <a:solidFill>
                <a:schemeClr val="tx1"/>
              </a:solidFill>
              <a:latin typeface="Tahoma" panose="020B0604030504040204" pitchFamily="34" charset="0"/>
              <a:ea typeface="Tahoma" panose="020B0604030504040204" pitchFamily="34" charset="0"/>
              <a:cs typeface="Tahoma" panose="020B0604030504040204" pitchFamily="34" charset="0"/>
            </a:endParaRPr>
          </a:p>
          <a:p>
            <a:pPr lvl="1">
              <a:buFont typeface="Courier New" panose="02070309020205020404" pitchFamily="49" charset="0"/>
              <a:buChar char="o"/>
            </a:pPr>
            <a:r>
              <a:rPr lang="ro-RO" sz="22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ro-RO" sz="2200" i="1" dirty="0">
                <a:solidFill>
                  <a:schemeClr val="tx1"/>
                </a:solidFill>
                <a:latin typeface="Tahoma" panose="020B0604030504040204" pitchFamily="34" charset="0"/>
                <a:ea typeface="Tahoma" panose="020B0604030504040204" pitchFamily="34" charset="0"/>
                <a:cs typeface="Tahoma" panose="020B0604030504040204" pitchFamily="34" charset="0"/>
              </a:rPr>
              <a:t>WAAD </a:t>
            </a:r>
            <a:r>
              <a:rPr lang="ro-RO" sz="2200" dirty="0">
                <a:solidFill>
                  <a:schemeClr val="tx1"/>
                </a:solidFill>
                <a:latin typeface="Tahoma" panose="020B0604030504040204" pitchFamily="34" charset="0"/>
                <a:ea typeface="Tahoma" panose="020B0604030504040204" pitchFamily="34" charset="0"/>
                <a:cs typeface="Tahoma" panose="020B0604030504040204" pitchFamily="34" charset="0"/>
              </a:rPr>
              <a:t>(</a:t>
            </a:r>
            <a:r>
              <a:rPr lang="ro-RO" sz="2200" i="1" dirty="0">
                <a:solidFill>
                  <a:schemeClr val="tx1"/>
                </a:solidFill>
                <a:latin typeface="Tahoma" panose="020B0604030504040204" pitchFamily="34" charset="0"/>
                <a:ea typeface="Tahoma" panose="020B0604030504040204" pitchFamily="34" charset="0"/>
                <a:cs typeface="Tahoma" panose="020B0604030504040204" pitchFamily="34" charset="0"/>
              </a:rPr>
              <a:t>Work Activity Affinity Diagram</a:t>
            </a:r>
            <a:r>
              <a:rPr lang="ro-RO" sz="2200" dirty="0">
                <a:solidFill>
                  <a:schemeClr val="tx1"/>
                </a:solidFill>
                <a:latin typeface="Tahoma" panose="020B0604030504040204" pitchFamily="34" charset="0"/>
                <a:ea typeface="Tahoma" panose="020B0604030504040204" pitchFamily="34" charset="0"/>
                <a:cs typeface="Tahoma" panose="020B0604030504040204" pitchFamily="34" charset="0"/>
              </a:rPr>
              <a:t>)</a:t>
            </a:r>
          </a:p>
          <a:p>
            <a:pPr lvl="1">
              <a:buFont typeface="Courier New" panose="02070309020205020404" pitchFamily="49" charset="0"/>
              <a:buChar char="o"/>
            </a:pPr>
            <a:r>
              <a:rPr lang="ro-RO" sz="2200">
                <a:solidFill>
                  <a:schemeClr val="tx1"/>
                </a:solidFill>
                <a:latin typeface="Tahoma" panose="020B0604030504040204" pitchFamily="34" charset="0"/>
                <a:ea typeface="Tahoma" panose="020B0604030504040204" pitchFamily="34" charset="0"/>
                <a:cs typeface="Tahoma" panose="020B0604030504040204" pitchFamily="34" charset="0"/>
              </a:rPr>
              <a:t> modele</a:t>
            </a:r>
            <a:endParaRPr lang="ro-RO" sz="22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4158790572"/>
      </p:ext>
    </p:extLst>
  </p:cSld>
  <p:clrMapOvr>
    <a:masterClrMapping/>
  </p:clrMapOvr>
  <p:transition spd="slow">
    <p:push dir="u"/>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9DC5A77-10C9-4ECF-B7EB-8D917F36A9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orbel" panose="020B0503020204020204"/>
              <a:ea typeface="+mn-ea"/>
              <a:cs typeface="+mn-cs"/>
            </a:endParaRPr>
          </a:p>
        </p:txBody>
      </p:sp>
      <p:sp>
        <p:nvSpPr>
          <p:cNvPr id="10" name="Rectangle 9">
            <a:extLst>
              <a:ext uri="{FF2B5EF4-FFF2-40B4-BE49-F238E27FC236}">
                <a16:creationId xmlns:a16="http://schemas.microsoft.com/office/drawing/2014/main" id="{2FFE28B5-FB16-49A9-B851-3C35FAC0CA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58952"/>
            <a:ext cx="10905976" cy="165113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orbel" panose="020B0503020204020204"/>
              <a:ea typeface="+mn-ea"/>
              <a:cs typeface="+mn-cs"/>
            </a:endParaRPr>
          </a:p>
        </p:txBody>
      </p:sp>
      <p:sp>
        <p:nvSpPr>
          <p:cNvPr id="2" name="Title 1">
            <a:extLst>
              <a:ext uri="{FF2B5EF4-FFF2-40B4-BE49-F238E27FC236}">
                <a16:creationId xmlns:a16="http://schemas.microsoft.com/office/drawing/2014/main" id="{698465DE-CB0A-7BF6-610A-29B36ED20C3E}"/>
              </a:ext>
            </a:extLst>
          </p:cNvPr>
          <p:cNvSpPr>
            <a:spLocks noGrp="1"/>
          </p:cNvSpPr>
          <p:nvPr>
            <p:ph type="title"/>
          </p:nvPr>
        </p:nvSpPr>
        <p:spPr>
          <a:xfrm>
            <a:off x="1600754" y="1087374"/>
            <a:ext cx="8983489" cy="1000978"/>
          </a:xfrm>
        </p:spPr>
        <p:txBody>
          <a:bodyPr>
            <a:normAutofit/>
          </a:bodyPr>
          <a:lstStyle/>
          <a:p>
            <a:r>
              <a:rPr lang="ro-RO" dirty="0">
                <a:latin typeface="Tahoma" panose="020B0604030504040204" pitchFamily="34" charset="0"/>
                <a:ea typeface="Tahoma" panose="020B0604030504040204" pitchFamily="34" charset="0"/>
                <a:cs typeface="Tahoma" panose="020B0604030504040204" pitchFamily="34" charset="0"/>
              </a:rPr>
              <a:t>Utilizarea unor </a:t>
            </a:r>
            <a:r>
              <a:rPr lang="ro-RO" i="1" dirty="0">
                <a:latin typeface="Tahoma" panose="020B0604030504040204" pitchFamily="34" charset="0"/>
                <a:ea typeface="Tahoma" panose="020B0604030504040204" pitchFamily="34" charset="0"/>
                <a:cs typeface="Tahoma" panose="020B0604030504040204" pitchFamily="34" charset="0"/>
              </a:rPr>
              <a:t>work activity notes – </a:t>
            </a:r>
            <a:r>
              <a:rPr lang="ro-RO" dirty="0">
                <a:latin typeface="Tahoma" panose="020B0604030504040204" pitchFamily="34" charset="0"/>
                <a:ea typeface="Tahoma" panose="020B0604030504040204" pitchFamily="34" charset="0"/>
                <a:cs typeface="Tahoma" panose="020B0604030504040204" pitchFamily="34" charset="0"/>
              </a:rPr>
              <a:t>exemplu</a:t>
            </a:r>
            <a:br>
              <a:rPr lang="ro-RO" dirty="0">
                <a:latin typeface="Tahoma" panose="020B0604030504040204" pitchFamily="34" charset="0"/>
                <a:ea typeface="Tahoma" panose="020B0604030504040204" pitchFamily="34" charset="0"/>
                <a:cs typeface="Tahoma" panose="020B0604030504040204" pitchFamily="34" charset="0"/>
              </a:rPr>
            </a:br>
            <a:r>
              <a:rPr lang="ro-RO" sz="2700" dirty="0">
                <a:solidFill>
                  <a:schemeClr val="tx1"/>
                </a:solidFill>
                <a:latin typeface="Tahoma" panose="020B0604030504040204" pitchFamily="34" charset="0"/>
                <a:ea typeface="Tahoma" panose="020B0604030504040204" pitchFamily="34" charset="0"/>
                <a:cs typeface="Tahoma" panose="020B0604030504040204" pitchFamily="34" charset="0"/>
              </a:rPr>
              <a:t>Înscrieri/programări pentru un club sportiv</a:t>
            </a:r>
            <a:endParaRPr lang="en-GB" dirty="0">
              <a:latin typeface="Tahoma" panose="020B0604030504040204" pitchFamily="34" charset="0"/>
              <a:ea typeface="Tahoma" panose="020B0604030504040204" pitchFamily="34" charset="0"/>
              <a:cs typeface="Tahoma" panose="020B0604030504040204" pitchFamily="34" charset="0"/>
            </a:endParaRPr>
          </a:p>
        </p:txBody>
      </p:sp>
      <p:sp>
        <p:nvSpPr>
          <p:cNvPr id="12" name="Rectangle 11">
            <a:extLst>
              <a:ext uri="{FF2B5EF4-FFF2-40B4-BE49-F238E27FC236}">
                <a16:creationId xmlns:a16="http://schemas.microsoft.com/office/drawing/2014/main" id="{01014442-855A-4E0F-8D09-C314661A48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14533" y="758952"/>
            <a:ext cx="1185379" cy="1651133"/>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orbel" panose="020B0503020204020204"/>
              <a:ea typeface="+mn-ea"/>
              <a:cs typeface="+mn-cs"/>
            </a:endParaRPr>
          </a:p>
        </p:txBody>
      </p:sp>
      <p:sp>
        <p:nvSpPr>
          <p:cNvPr id="14" name="Rectangle 13">
            <a:extLst>
              <a:ext uri="{FF2B5EF4-FFF2-40B4-BE49-F238E27FC236}">
                <a16:creationId xmlns:a16="http://schemas.microsoft.com/office/drawing/2014/main" id="{9B1ABF09-86CF-414E-88A5-2B84CC7232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3" y="2526526"/>
            <a:ext cx="1169701" cy="3563378"/>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orbel" panose="020B0503020204020204"/>
              <a:ea typeface="+mn-ea"/>
              <a:cs typeface="+mn-cs"/>
            </a:endParaRPr>
          </a:p>
        </p:txBody>
      </p:sp>
      <p:sp>
        <p:nvSpPr>
          <p:cNvPr id="16" name="Rectangle 15">
            <a:extLst>
              <a:ext uri="{FF2B5EF4-FFF2-40B4-BE49-F238E27FC236}">
                <a16:creationId xmlns:a16="http://schemas.microsoft.com/office/drawing/2014/main" id="{3FE91770-CDBB-4D24-94E5-AD484F36CE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79019" y="2526526"/>
            <a:ext cx="10920893" cy="3563377"/>
          </a:xfrm>
          <a:prstGeom prst="rect">
            <a:avLst/>
          </a:prstGeom>
          <a:solidFill>
            <a:schemeClr val="bg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orbel" panose="020B0503020204020204"/>
              <a:ea typeface="+mn-ea"/>
              <a:cs typeface="+mn-cs"/>
            </a:endParaRPr>
          </a:p>
        </p:txBody>
      </p:sp>
      <p:sp>
        <p:nvSpPr>
          <p:cNvPr id="3" name="Content Placeholder 2">
            <a:extLst>
              <a:ext uri="{FF2B5EF4-FFF2-40B4-BE49-F238E27FC236}">
                <a16:creationId xmlns:a16="http://schemas.microsoft.com/office/drawing/2014/main" id="{BD5A9A93-C719-E337-C777-F504C34F1E8E}"/>
              </a:ext>
            </a:extLst>
          </p:cNvPr>
          <p:cNvSpPr>
            <a:spLocks noGrp="1"/>
          </p:cNvSpPr>
          <p:nvPr>
            <p:ph idx="1"/>
          </p:nvPr>
        </p:nvSpPr>
        <p:spPr>
          <a:xfrm>
            <a:off x="1600753" y="2535446"/>
            <a:ext cx="8983489" cy="3554457"/>
          </a:xfrm>
        </p:spPr>
        <p:txBody>
          <a:bodyPr>
            <a:normAutofit/>
          </a:bodyPr>
          <a:lstStyle/>
          <a:p>
            <a:pPr>
              <a:buFont typeface="Wingdings" panose="05000000000000000000" pitchFamily="2" charset="2"/>
              <a:buChar char="§"/>
            </a:pPr>
            <a:r>
              <a:rPr lang="en-GB" sz="1800" i="1" dirty="0">
                <a:solidFill>
                  <a:schemeClr val="tx1"/>
                </a:solidFill>
                <a:latin typeface="Tahoma" panose="020B0604030504040204" pitchFamily="34" charset="0"/>
                <a:ea typeface="Tahoma" panose="020B0604030504040204" pitchFamily="34" charset="0"/>
                <a:cs typeface="Tahoma" panose="020B0604030504040204" pitchFamily="34" charset="0"/>
              </a:rPr>
              <a:t>“S</a:t>
            </a:r>
            <a:r>
              <a:rPr lang="ro-RO" sz="1800" i="1" dirty="0">
                <a:solidFill>
                  <a:schemeClr val="tx1"/>
                </a:solidFill>
                <a:latin typeface="Tahoma" panose="020B0604030504040204" pitchFamily="34" charset="0"/>
                <a:ea typeface="Tahoma" panose="020B0604030504040204" pitchFamily="34" charset="0"/>
                <a:cs typeface="Tahoma" panose="020B0604030504040204" pitchFamily="34" charset="0"/>
              </a:rPr>
              <a:t>unt cozi mari la ghișeu la înscriere și de multe ori personalul nu are timp de tine și nu îți poate oferi informații așa cum ai dori. Aș vrea să aflu ce sporturi se practică aici. De asemenea, vreau să știu dacă există o taxă pentru a deveni membru al clubului sau pot veni fără să fiu membru. Am căutat pe Internet păreri despre activitățile de la acest club, nu am reușit să aflu mare lucru.</a:t>
            </a:r>
            <a:r>
              <a:rPr lang="en-GB" sz="1800" i="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GB" sz="1800" dirty="0">
                <a:solidFill>
                  <a:schemeClr val="tx1"/>
                </a:solidFill>
                <a:latin typeface="Tahoma" panose="020B0604030504040204" pitchFamily="34" charset="0"/>
                <a:ea typeface="Tahoma" panose="020B0604030504040204" pitchFamily="34" charset="0"/>
                <a:cs typeface="Tahoma" panose="020B0604030504040204" pitchFamily="34" charset="0"/>
              </a:rPr>
              <a:t>[14]</a:t>
            </a:r>
            <a:endParaRPr lang="ro-RO"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p>
            <a:pPr>
              <a:buFont typeface="Wingdings" panose="05000000000000000000" pitchFamily="2" charset="2"/>
              <a:buChar char="§"/>
            </a:pPr>
            <a:r>
              <a:rPr lang="ro-RO" sz="1800" i="1" dirty="0">
                <a:solidFill>
                  <a:schemeClr val="tx1"/>
                </a:solidFill>
                <a:latin typeface="Tahoma" panose="020B0604030504040204" pitchFamily="34" charset="0"/>
                <a:ea typeface="Tahoma" panose="020B0604030504040204" pitchFamily="34" charset="0"/>
                <a:cs typeface="Tahoma" panose="020B0604030504040204" pitchFamily="34" charset="0"/>
              </a:rPr>
              <a:t> Work activity notes:</a:t>
            </a:r>
          </a:p>
          <a:p>
            <a:pPr lvl="1">
              <a:buFont typeface="Wingdings" panose="05000000000000000000" pitchFamily="2" charset="2"/>
              <a:buChar char="Ø"/>
            </a:pPr>
            <a:r>
              <a:rPr lang="ro-RO" sz="1600" dirty="0">
                <a:solidFill>
                  <a:schemeClr val="bg2">
                    <a:lumMod val="40000"/>
                    <a:lumOff val="60000"/>
                  </a:schemeClr>
                </a:solidFill>
                <a:latin typeface="Tahoma" panose="020B0604030504040204" pitchFamily="34" charset="0"/>
                <a:ea typeface="Tahoma" panose="020B0604030504040204" pitchFamily="34" charset="0"/>
                <a:cs typeface="Tahoma" panose="020B0604030504040204" pitchFamily="34" charset="0"/>
              </a:rPr>
              <a:t>La ghișeul clubului sunt cozi mari. </a:t>
            </a:r>
          </a:p>
          <a:p>
            <a:pPr lvl="1">
              <a:buFont typeface="Wingdings" panose="05000000000000000000" pitchFamily="2" charset="2"/>
              <a:buChar char="Ø"/>
            </a:pPr>
            <a:r>
              <a:rPr lang="ro-RO" sz="1600" dirty="0">
                <a:solidFill>
                  <a:schemeClr val="bg2">
                    <a:lumMod val="40000"/>
                    <a:lumOff val="60000"/>
                  </a:schemeClr>
                </a:solidFill>
                <a:latin typeface="Tahoma" panose="020B0604030504040204" pitchFamily="34" charset="0"/>
                <a:ea typeface="Tahoma" panose="020B0604030504040204" pitchFamily="34" charset="0"/>
                <a:cs typeface="Tahoma" panose="020B0604030504040204" pitchFamily="34" charset="0"/>
              </a:rPr>
              <a:t>Personalul de la ghișeu este ocupat și nu poate oferi informații suficiente.</a:t>
            </a:r>
          </a:p>
          <a:p>
            <a:pPr lvl="1">
              <a:buFont typeface="Wingdings" panose="05000000000000000000" pitchFamily="2" charset="2"/>
              <a:buChar char="Ø"/>
            </a:pPr>
            <a:r>
              <a:rPr lang="ro-RO" sz="1600" dirty="0">
                <a:solidFill>
                  <a:schemeClr val="bg2">
                    <a:lumMod val="40000"/>
                    <a:lumOff val="60000"/>
                  </a:schemeClr>
                </a:solidFill>
                <a:latin typeface="Tahoma" panose="020B0604030504040204" pitchFamily="34" charset="0"/>
                <a:ea typeface="Tahoma" panose="020B0604030504040204" pitchFamily="34" charset="0"/>
                <a:cs typeface="Tahoma" panose="020B0604030504040204" pitchFamily="34" charset="0"/>
              </a:rPr>
              <a:t>Doresc informații despre sporturile care pot fi practicate la club.</a:t>
            </a:r>
          </a:p>
          <a:p>
            <a:pPr lvl="1">
              <a:buFont typeface="Wingdings" panose="05000000000000000000" pitchFamily="2" charset="2"/>
              <a:buChar char="Ø"/>
            </a:pPr>
            <a:r>
              <a:rPr lang="ro-RO" sz="1600" dirty="0">
                <a:solidFill>
                  <a:schemeClr val="bg2">
                    <a:lumMod val="40000"/>
                    <a:lumOff val="60000"/>
                  </a:schemeClr>
                </a:solidFill>
                <a:latin typeface="Tahoma" panose="020B0604030504040204" pitchFamily="34" charset="0"/>
                <a:ea typeface="Tahoma" panose="020B0604030504040204" pitchFamily="34" charset="0"/>
                <a:cs typeface="Tahoma" panose="020B0604030504040204" pitchFamily="34" charset="0"/>
              </a:rPr>
              <a:t>Vreau să știu dacă există o taxă de înscriere.</a:t>
            </a:r>
          </a:p>
          <a:p>
            <a:pPr lvl="1">
              <a:buFont typeface="Wingdings" panose="05000000000000000000" pitchFamily="2" charset="2"/>
              <a:buChar char="Ø"/>
            </a:pPr>
            <a:r>
              <a:rPr lang="ro-RO" sz="1600" dirty="0">
                <a:solidFill>
                  <a:schemeClr val="bg2">
                    <a:lumMod val="40000"/>
                    <a:lumOff val="60000"/>
                  </a:schemeClr>
                </a:solidFill>
                <a:latin typeface="Tahoma" panose="020B0604030504040204" pitchFamily="34" charset="0"/>
                <a:ea typeface="Tahoma" panose="020B0604030504040204" pitchFamily="34" charset="0"/>
                <a:cs typeface="Tahoma" panose="020B0604030504040204" pitchFamily="34" charset="0"/>
              </a:rPr>
              <a:t>Vreau să știu dacă pot participa la activități fără să fiu membru.</a:t>
            </a:r>
          </a:p>
          <a:p>
            <a:pPr lvl="1">
              <a:buFont typeface="Wingdings" panose="05000000000000000000" pitchFamily="2" charset="2"/>
              <a:buChar char="Ø"/>
            </a:pPr>
            <a:r>
              <a:rPr lang="ro-RO" sz="1600" dirty="0">
                <a:solidFill>
                  <a:schemeClr val="bg2">
                    <a:lumMod val="40000"/>
                    <a:lumOff val="60000"/>
                  </a:schemeClr>
                </a:solidFill>
                <a:latin typeface="Tahoma" panose="020B0604030504040204" pitchFamily="34" charset="0"/>
                <a:ea typeface="Tahoma" panose="020B0604030504040204" pitchFamily="34" charset="0"/>
                <a:cs typeface="Tahoma" panose="020B0604030504040204" pitchFamily="34" charset="0"/>
              </a:rPr>
              <a:t>Mă interesează păreri despre activitățile de la acest club.</a:t>
            </a:r>
          </a:p>
        </p:txBody>
      </p:sp>
    </p:spTree>
    <p:extLst>
      <p:ext uri="{BB962C8B-B14F-4D97-AF65-F5344CB8AC3E}">
        <p14:creationId xmlns:p14="http://schemas.microsoft.com/office/powerpoint/2010/main" val="1427842614"/>
      </p:ext>
    </p:extLst>
  </p:cSld>
  <p:clrMapOvr>
    <a:masterClrMapping/>
  </p:clrMapOvr>
  <p:transition spd="slow">
    <p:push dir="u"/>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9DC5A77-10C9-4ECF-B7EB-8D917F36A9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orbel" panose="020B0503020204020204"/>
              <a:ea typeface="+mn-ea"/>
              <a:cs typeface="+mn-cs"/>
            </a:endParaRPr>
          </a:p>
        </p:txBody>
      </p:sp>
      <p:sp>
        <p:nvSpPr>
          <p:cNvPr id="10" name="Rectangle 9">
            <a:extLst>
              <a:ext uri="{FF2B5EF4-FFF2-40B4-BE49-F238E27FC236}">
                <a16:creationId xmlns:a16="http://schemas.microsoft.com/office/drawing/2014/main" id="{2FFE28B5-FB16-49A9-B851-3C35FAC0CA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58952"/>
            <a:ext cx="10905976" cy="165113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orbel" panose="020B0503020204020204"/>
              <a:ea typeface="+mn-ea"/>
              <a:cs typeface="+mn-cs"/>
            </a:endParaRPr>
          </a:p>
        </p:txBody>
      </p:sp>
      <p:sp>
        <p:nvSpPr>
          <p:cNvPr id="2" name="Title 1">
            <a:extLst>
              <a:ext uri="{FF2B5EF4-FFF2-40B4-BE49-F238E27FC236}">
                <a16:creationId xmlns:a16="http://schemas.microsoft.com/office/drawing/2014/main" id="{698465DE-CB0A-7BF6-610A-29B36ED20C3E}"/>
              </a:ext>
            </a:extLst>
          </p:cNvPr>
          <p:cNvSpPr>
            <a:spLocks noGrp="1"/>
          </p:cNvSpPr>
          <p:nvPr>
            <p:ph type="title"/>
          </p:nvPr>
        </p:nvSpPr>
        <p:spPr>
          <a:xfrm>
            <a:off x="1600754" y="1087374"/>
            <a:ext cx="8983489" cy="1000978"/>
          </a:xfrm>
        </p:spPr>
        <p:txBody>
          <a:bodyPr>
            <a:normAutofit/>
          </a:bodyPr>
          <a:lstStyle/>
          <a:p>
            <a:r>
              <a:rPr lang="ro-RO" dirty="0">
                <a:latin typeface="Tahoma" panose="020B0604030504040204" pitchFamily="34" charset="0"/>
                <a:ea typeface="Tahoma" panose="020B0604030504040204" pitchFamily="34" charset="0"/>
                <a:cs typeface="Tahoma" panose="020B0604030504040204" pitchFamily="34" charset="0"/>
              </a:rPr>
              <a:t>Utilizarea unor </a:t>
            </a:r>
            <a:r>
              <a:rPr lang="ro-RO" i="1" dirty="0">
                <a:latin typeface="Tahoma" panose="020B0604030504040204" pitchFamily="34" charset="0"/>
                <a:ea typeface="Tahoma" panose="020B0604030504040204" pitchFamily="34" charset="0"/>
                <a:cs typeface="Tahoma" panose="020B0604030504040204" pitchFamily="34" charset="0"/>
              </a:rPr>
              <a:t>work activity notes – </a:t>
            </a:r>
            <a:r>
              <a:rPr lang="ro-RO" dirty="0">
                <a:latin typeface="Tahoma" panose="020B0604030504040204" pitchFamily="34" charset="0"/>
                <a:ea typeface="Tahoma" panose="020B0604030504040204" pitchFamily="34" charset="0"/>
                <a:cs typeface="Tahoma" panose="020B0604030504040204" pitchFamily="34" charset="0"/>
              </a:rPr>
              <a:t>exemplu</a:t>
            </a:r>
            <a:br>
              <a:rPr lang="ro-RO" dirty="0">
                <a:latin typeface="Tahoma" panose="020B0604030504040204" pitchFamily="34" charset="0"/>
                <a:ea typeface="Tahoma" panose="020B0604030504040204" pitchFamily="34" charset="0"/>
                <a:cs typeface="Tahoma" panose="020B0604030504040204" pitchFamily="34" charset="0"/>
              </a:rPr>
            </a:br>
            <a:r>
              <a:rPr lang="ro-RO" sz="2700" dirty="0">
                <a:solidFill>
                  <a:schemeClr val="tx1"/>
                </a:solidFill>
                <a:latin typeface="Tahoma" panose="020B0604030504040204" pitchFamily="34" charset="0"/>
                <a:ea typeface="Tahoma" panose="020B0604030504040204" pitchFamily="34" charset="0"/>
                <a:cs typeface="Tahoma" panose="020B0604030504040204" pitchFamily="34" charset="0"/>
              </a:rPr>
              <a:t>Înscrieri/programări pentru un club sportiv</a:t>
            </a:r>
            <a:endParaRPr lang="en-GB" dirty="0">
              <a:latin typeface="Tahoma" panose="020B0604030504040204" pitchFamily="34" charset="0"/>
              <a:ea typeface="Tahoma" panose="020B0604030504040204" pitchFamily="34" charset="0"/>
              <a:cs typeface="Tahoma" panose="020B0604030504040204" pitchFamily="34" charset="0"/>
            </a:endParaRPr>
          </a:p>
        </p:txBody>
      </p:sp>
      <p:sp>
        <p:nvSpPr>
          <p:cNvPr id="12" name="Rectangle 11">
            <a:extLst>
              <a:ext uri="{FF2B5EF4-FFF2-40B4-BE49-F238E27FC236}">
                <a16:creationId xmlns:a16="http://schemas.microsoft.com/office/drawing/2014/main" id="{01014442-855A-4E0F-8D09-C314661A48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14533" y="758952"/>
            <a:ext cx="1185379" cy="1651133"/>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orbel" panose="020B0503020204020204"/>
              <a:ea typeface="+mn-ea"/>
              <a:cs typeface="+mn-cs"/>
            </a:endParaRPr>
          </a:p>
        </p:txBody>
      </p:sp>
      <p:sp>
        <p:nvSpPr>
          <p:cNvPr id="14" name="Rectangle 13">
            <a:extLst>
              <a:ext uri="{FF2B5EF4-FFF2-40B4-BE49-F238E27FC236}">
                <a16:creationId xmlns:a16="http://schemas.microsoft.com/office/drawing/2014/main" id="{9B1ABF09-86CF-414E-88A5-2B84CC7232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3" y="2526526"/>
            <a:ext cx="1169701" cy="3563378"/>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orbel" panose="020B0503020204020204"/>
              <a:ea typeface="+mn-ea"/>
              <a:cs typeface="+mn-cs"/>
            </a:endParaRPr>
          </a:p>
        </p:txBody>
      </p:sp>
      <p:sp>
        <p:nvSpPr>
          <p:cNvPr id="16" name="Rectangle 15">
            <a:extLst>
              <a:ext uri="{FF2B5EF4-FFF2-40B4-BE49-F238E27FC236}">
                <a16:creationId xmlns:a16="http://schemas.microsoft.com/office/drawing/2014/main" id="{3FE91770-CDBB-4D24-94E5-AD484F36CE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79019" y="2526526"/>
            <a:ext cx="10920893" cy="3563377"/>
          </a:xfrm>
          <a:prstGeom prst="rect">
            <a:avLst/>
          </a:prstGeom>
          <a:solidFill>
            <a:schemeClr val="bg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orbel" panose="020B0503020204020204"/>
              <a:ea typeface="+mn-ea"/>
              <a:cs typeface="+mn-cs"/>
            </a:endParaRPr>
          </a:p>
        </p:txBody>
      </p:sp>
      <p:sp>
        <p:nvSpPr>
          <p:cNvPr id="3" name="Content Placeholder 2">
            <a:extLst>
              <a:ext uri="{FF2B5EF4-FFF2-40B4-BE49-F238E27FC236}">
                <a16:creationId xmlns:a16="http://schemas.microsoft.com/office/drawing/2014/main" id="{BD5A9A93-C719-E337-C777-F504C34F1E8E}"/>
              </a:ext>
            </a:extLst>
          </p:cNvPr>
          <p:cNvSpPr>
            <a:spLocks noGrp="1"/>
          </p:cNvSpPr>
          <p:nvPr>
            <p:ph idx="1"/>
          </p:nvPr>
        </p:nvSpPr>
        <p:spPr>
          <a:xfrm>
            <a:off x="1600753" y="2535446"/>
            <a:ext cx="8983489" cy="3554457"/>
          </a:xfrm>
        </p:spPr>
        <p:txBody>
          <a:bodyPr>
            <a:normAutofit/>
          </a:bodyPr>
          <a:lstStyle/>
          <a:p>
            <a:pPr>
              <a:buFont typeface="Wingdings" panose="05000000000000000000" pitchFamily="2" charset="2"/>
              <a:buChar char="§"/>
            </a:pPr>
            <a:r>
              <a:rPr lang="en-GB" sz="1800" i="1" dirty="0">
                <a:solidFill>
                  <a:schemeClr val="tx1"/>
                </a:solidFill>
                <a:latin typeface="Tahoma" panose="020B0604030504040204" pitchFamily="34" charset="0"/>
                <a:ea typeface="Tahoma" panose="020B0604030504040204" pitchFamily="34" charset="0"/>
                <a:cs typeface="Tahoma" panose="020B0604030504040204" pitchFamily="34" charset="0"/>
              </a:rPr>
              <a:t>“S</a:t>
            </a:r>
            <a:r>
              <a:rPr lang="ro-RO" sz="1800" i="1" dirty="0">
                <a:solidFill>
                  <a:schemeClr val="tx1"/>
                </a:solidFill>
                <a:latin typeface="Tahoma" panose="020B0604030504040204" pitchFamily="34" charset="0"/>
                <a:ea typeface="Tahoma" panose="020B0604030504040204" pitchFamily="34" charset="0"/>
                <a:cs typeface="Tahoma" panose="020B0604030504040204" pitchFamily="34" charset="0"/>
              </a:rPr>
              <a:t>unt cozi mari la ghișeu la înscriere și de multe ori personalul nu are timp de tine și nu îți poate oferi informații așa cum ai dori. Aș vrea să aflu ce sporturi se practică aici. De asemenea, vreau să știu dacă există o taxă pentru a deveni membru al clubului sau pot veni fără să fiu membru. Am căutat pe Internet păreri despre activitățile de la acest club, nu am reușit să aflu mare lucru.</a:t>
            </a:r>
            <a:r>
              <a:rPr lang="en-GB" sz="1800" i="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GB" sz="1800" dirty="0">
                <a:solidFill>
                  <a:schemeClr val="tx1"/>
                </a:solidFill>
                <a:latin typeface="Tahoma" panose="020B0604030504040204" pitchFamily="34" charset="0"/>
                <a:ea typeface="Tahoma" panose="020B0604030504040204" pitchFamily="34" charset="0"/>
                <a:cs typeface="Tahoma" panose="020B0604030504040204" pitchFamily="34" charset="0"/>
              </a:rPr>
              <a:t>[14]</a:t>
            </a:r>
            <a:endParaRPr lang="ro-RO"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p>
            <a:pPr>
              <a:buFont typeface="Wingdings" panose="05000000000000000000" pitchFamily="2" charset="2"/>
              <a:buChar char="§"/>
            </a:pPr>
            <a:r>
              <a:rPr lang="ro-RO" sz="1800" i="1" dirty="0">
                <a:solidFill>
                  <a:schemeClr val="tx1"/>
                </a:solidFill>
                <a:latin typeface="Tahoma" panose="020B0604030504040204" pitchFamily="34" charset="0"/>
                <a:ea typeface="Tahoma" panose="020B0604030504040204" pitchFamily="34" charset="0"/>
                <a:cs typeface="Tahoma" panose="020B0604030504040204" pitchFamily="34" charset="0"/>
              </a:rPr>
              <a:t> Work activity notes:</a:t>
            </a:r>
          </a:p>
          <a:p>
            <a:pPr lvl="1">
              <a:buFont typeface="Wingdings" panose="05000000000000000000" pitchFamily="2" charset="2"/>
              <a:buChar char="Ø"/>
            </a:pPr>
            <a:r>
              <a:rPr lang="ro-RO" sz="1600" dirty="0">
                <a:solidFill>
                  <a:schemeClr val="tx1"/>
                </a:solidFill>
                <a:latin typeface="Tahoma" panose="020B0604030504040204" pitchFamily="34" charset="0"/>
                <a:ea typeface="Tahoma" panose="020B0604030504040204" pitchFamily="34" charset="0"/>
                <a:cs typeface="Tahoma" panose="020B0604030504040204" pitchFamily="34" charset="0"/>
              </a:rPr>
              <a:t>La ghișeul clubului sunt cozi mari. </a:t>
            </a:r>
          </a:p>
          <a:p>
            <a:pPr lvl="1">
              <a:buFont typeface="Wingdings" panose="05000000000000000000" pitchFamily="2" charset="2"/>
              <a:buChar char="Ø"/>
            </a:pPr>
            <a:r>
              <a:rPr lang="ro-RO" sz="1600" dirty="0">
                <a:solidFill>
                  <a:schemeClr val="tx1"/>
                </a:solidFill>
                <a:latin typeface="Tahoma" panose="020B0604030504040204" pitchFamily="34" charset="0"/>
                <a:ea typeface="Tahoma" panose="020B0604030504040204" pitchFamily="34" charset="0"/>
                <a:cs typeface="Tahoma" panose="020B0604030504040204" pitchFamily="34" charset="0"/>
              </a:rPr>
              <a:t>Personalul de la ghișeu este ocupat și nu poate oferi informații suficiente.</a:t>
            </a:r>
          </a:p>
          <a:p>
            <a:pPr lvl="1">
              <a:buFont typeface="Wingdings" panose="05000000000000000000" pitchFamily="2" charset="2"/>
              <a:buChar char="Ø"/>
            </a:pPr>
            <a:r>
              <a:rPr lang="ro-RO" sz="1600" dirty="0">
                <a:solidFill>
                  <a:schemeClr val="tx1"/>
                </a:solidFill>
                <a:latin typeface="Tahoma" panose="020B0604030504040204" pitchFamily="34" charset="0"/>
                <a:ea typeface="Tahoma" panose="020B0604030504040204" pitchFamily="34" charset="0"/>
                <a:cs typeface="Tahoma" panose="020B0604030504040204" pitchFamily="34" charset="0"/>
              </a:rPr>
              <a:t>Doresc informații despre sporturile care pot fi practicate la club.</a:t>
            </a:r>
          </a:p>
          <a:p>
            <a:pPr lvl="1">
              <a:buFont typeface="Wingdings" panose="05000000000000000000" pitchFamily="2" charset="2"/>
              <a:buChar char="Ø"/>
            </a:pPr>
            <a:r>
              <a:rPr lang="ro-RO" sz="1600" dirty="0">
                <a:solidFill>
                  <a:schemeClr val="tx1"/>
                </a:solidFill>
                <a:latin typeface="Tahoma" panose="020B0604030504040204" pitchFamily="34" charset="0"/>
                <a:ea typeface="Tahoma" panose="020B0604030504040204" pitchFamily="34" charset="0"/>
                <a:cs typeface="Tahoma" panose="020B0604030504040204" pitchFamily="34" charset="0"/>
              </a:rPr>
              <a:t>Vreau să știu dacă există o taxă de înscriere.</a:t>
            </a:r>
          </a:p>
          <a:p>
            <a:pPr lvl="1">
              <a:buFont typeface="Wingdings" panose="05000000000000000000" pitchFamily="2" charset="2"/>
              <a:buChar char="Ø"/>
            </a:pPr>
            <a:r>
              <a:rPr lang="ro-RO" sz="1600" dirty="0">
                <a:solidFill>
                  <a:schemeClr val="tx1"/>
                </a:solidFill>
                <a:latin typeface="Tahoma" panose="020B0604030504040204" pitchFamily="34" charset="0"/>
                <a:ea typeface="Tahoma" panose="020B0604030504040204" pitchFamily="34" charset="0"/>
                <a:cs typeface="Tahoma" panose="020B0604030504040204" pitchFamily="34" charset="0"/>
              </a:rPr>
              <a:t>Vreau să știu dacă pot participa la activități fără să fiu membru.</a:t>
            </a:r>
          </a:p>
          <a:p>
            <a:pPr lvl="1">
              <a:buFont typeface="Wingdings" panose="05000000000000000000" pitchFamily="2" charset="2"/>
              <a:buChar char="Ø"/>
            </a:pPr>
            <a:r>
              <a:rPr lang="ro-RO" sz="1600" dirty="0">
                <a:solidFill>
                  <a:schemeClr val="tx1"/>
                </a:solidFill>
                <a:latin typeface="Tahoma" panose="020B0604030504040204" pitchFamily="34" charset="0"/>
                <a:ea typeface="Tahoma" panose="020B0604030504040204" pitchFamily="34" charset="0"/>
                <a:cs typeface="Tahoma" panose="020B0604030504040204" pitchFamily="34" charset="0"/>
              </a:rPr>
              <a:t>Mă interesează păreri despre activitățile de la acest club.</a:t>
            </a:r>
          </a:p>
        </p:txBody>
      </p:sp>
    </p:spTree>
    <p:extLst>
      <p:ext uri="{BB962C8B-B14F-4D97-AF65-F5344CB8AC3E}">
        <p14:creationId xmlns:p14="http://schemas.microsoft.com/office/powerpoint/2010/main" val="35019915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4D545DB-8A58-4FDC-8FF8-F99D917C37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orbel" panose="020B0503020204020204"/>
              <a:ea typeface="+mn-ea"/>
              <a:cs typeface="+mn-cs"/>
            </a:endParaRPr>
          </a:p>
        </p:txBody>
      </p:sp>
      <p:sp>
        <p:nvSpPr>
          <p:cNvPr id="10" name="Rectangle 9">
            <a:extLst>
              <a:ext uri="{FF2B5EF4-FFF2-40B4-BE49-F238E27FC236}">
                <a16:creationId xmlns:a16="http://schemas.microsoft.com/office/drawing/2014/main" id="{53F02532-0429-47BE-B7D5-89B31C0C80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36729" y="757325"/>
            <a:ext cx="3549144" cy="53293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orbel" panose="020B0503020204020204"/>
              <a:ea typeface="+mn-ea"/>
              <a:cs typeface="+mn-cs"/>
            </a:endParaRPr>
          </a:p>
        </p:txBody>
      </p:sp>
      <p:sp>
        <p:nvSpPr>
          <p:cNvPr id="2" name="Title 1">
            <a:extLst>
              <a:ext uri="{FF2B5EF4-FFF2-40B4-BE49-F238E27FC236}">
                <a16:creationId xmlns:a16="http://schemas.microsoft.com/office/drawing/2014/main" id="{54044A45-7C2B-8EE9-7C7C-6C696C68CBBD}"/>
              </a:ext>
            </a:extLst>
          </p:cNvPr>
          <p:cNvSpPr>
            <a:spLocks noGrp="1"/>
          </p:cNvSpPr>
          <p:nvPr>
            <p:ph type="title"/>
          </p:nvPr>
        </p:nvSpPr>
        <p:spPr>
          <a:xfrm>
            <a:off x="8389648" y="1123837"/>
            <a:ext cx="2947482" cy="4601183"/>
          </a:xfrm>
        </p:spPr>
        <p:txBody>
          <a:bodyPr>
            <a:normAutofit/>
          </a:bodyPr>
          <a:lstStyle/>
          <a:p>
            <a:r>
              <a:rPr lang="ro-RO" dirty="0">
                <a:solidFill>
                  <a:schemeClr val="tx1"/>
                </a:solidFill>
                <a:latin typeface="Tahoma" panose="020B0604030504040204" pitchFamily="34" charset="0"/>
                <a:ea typeface="Tahoma" panose="020B0604030504040204" pitchFamily="34" charset="0"/>
                <a:cs typeface="Tahoma" panose="020B0604030504040204" pitchFamily="34" charset="0"/>
              </a:rPr>
              <a:t>Scopuri principale</a:t>
            </a:r>
            <a:endParaRPr lang="en-GB"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sp>
        <p:nvSpPr>
          <p:cNvPr id="3" name="Content Placeholder 2">
            <a:extLst>
              <a:ext uri="{FF2B5EF4-FFF2-40B4-BE49-F238E27FC236}">
                <a16:creationId xmlns:a16="http://schemas.microsoft.com/office/drawing/2014/main" id="{E034288E-5569-F6A3-EC75-7537C31E385A}"/>
              </a:ext>
            </a:extLst>
          </p:cNvPr>
          <p:cNvSpPr>
            <a:spLocks noGrp="1"/>
          </p:cNvSpPr>
          <p:nvPr>
            <p:ph idx="1"/>
          </p:nvPr>
        </p:nvSpPr>
        <p:spPr>
          <a:xfrm>
            <a:off x="643466" y="864108"/>
            <a:ext cx="6987135" cy="5120640"/>
          </a:xfrm>
        </p:spPr>
        <p:txBody>
          <a:bodyPr>
            <a:normAutofit/>
          </a:bodyPr>
          <a:lstStyle/>
          <a:p>
            <a:r>
              <a:rPr lang="ro-RO" dirty="0">
                <a:solidFill>
                  <a:schemeClr val="tx1"/>
                </a:solidFill>
                <a:latin typeface="Tahoma" panose="020B0604030504040204" pitchFamily="34" charset="0"/>
                <a:ea typeface="Tahoma" panose="020B0604030504040204" pitchFamily="34" charset="0"/>
                <a:cs typeface="Tahoma" panose="020B0604030504040204" pitchFamily="34" charset="0"/>
              </a:rPr>
              <a:t>Extragerea aspectelor esențiale din datele primare și din notițele referitoare la </a:t>
            </a:r>
            <a:r>
              <a:rPr lang="ro-RO" i="1" dirty="0">
                <a:solidFill>
                  <a:schemeClr val="tx1"/>
                </a:solidFill>
                <a:latin typeface="Tahoma" panose="020B0604030504040204" pitchFamily="34" charset="0"/>
                <a:ea typeface="Tahoma" panose="020B0604030504040204" pitchFamily="34" charset="0"/>
                <a:cs typeface="Tahoma" panose="020B0604030504040204" pitchFamily="34" charset="0"/>
              </a:rPr>
              <a:t>usage research. </a:t>
            </a:r>
            <a:endParaRPr lang="ro-RO" dirty="0">
              <a:solidFill>
                <a:schemeClr val="tx1"/>
              </a:solidFill>
              <a:latin typeface="Tahoma" panose="020B0604030504040204" pitchFamily="34" charset="0"/>
              <a:ea typeface="Tahoma" panose="020B0604030504040204" pitchFamily="34" charset="0"/>
              <a:cs typeface="Tahoma" panose="020B0604030504040204" pitchFamily="34" charset="0"/>
            </a:endParaRPr>
          </a:p>
          <a:p>
            <a:r>
              <a:rPr lang="ro-RO" dirty="0">
                <a:solidFill>
                  <a:schemeClr val="tx1"/>
                </a:solidFill>
                <a:latin typeface="Tahoma" panose="020B0604030504040204" pitchFamily="34" charset="0"/>
                <a:ea typeface="Tahoma" panose="020B0604030504040204" pitchFamily="34" charset="0"/>
                <a:cs typeface="Tahoma" panose="020B0604030504040204" pitchFamily="34" charset="0"/>
              </a:rPr>
              <a:t>Enumerarea unor caracteristici și funcționalități necesare utilizatorilor.</a:t>
            </a:r>
            <a:r>
              <a:rPr lang="en-GB" dirty="0">
                <a:solidFill>
                  <a:schemeClr val="tx1"/>
                </a:solidFill>
                <a:latin typeface="Tahoma" panose="020B0604030504040204" pitchFamily="34" charset="0"/>
                <a:ea typeface="Tahoma" panose="020B0604030504040204" pitchFamily="34" charset="0"/>
                <a:cs typeface="Tahoma" panose="020B0604030504040204" pitchFamily="34" charset="0"/>
              </a:rPr>
              <a:t> </a:t>
            </a:r>
            <a:endParaRPr lang="ro-RO" dirty="0">
              <a:solidFill>
                <a:schemeClr val="tx1"/>
              </a:solidFill>
              <a:latin typeface="Tahoma" panose="020B0604030504040204" pitchFamily="34" charset="0"/>
              <a:ea typeface="Tahoma" panose="020B0604030504040204" pitchFamily="34" charset="0"/>
              <a:cs typeface="Tahoma" panose="020B0604030504040204" pitchFamily="34" charset="0"/>
            </a:endParaRPr>
          </a:p>
          <a:p>
            <a:r>
              <a:rPr lang="ro-RO" dirty="0">
                <a:solidFill>
                  <a:schemeClr val="tx1"/>
                </a:solidFill>
                <a:latin typeface="Tahoma" panose="020B0604030504040204" pitchFamily="34" charset="0"/>
                <a:ea typeface="Tahoma" panose="020B0604030504040204" pitchFamily="34" charset="0"/>
                <a:cs typeface="Tahoma" panose="020B0604030504040204" pitchFamily="34" charset="0"/>
              </a:rPr>
              <a:t>Capturarea și explicarea unor aspecte legate de practicile de lucru din domeniu.</a:t>
            </a:r>
          </a:p>
          <a:p>
            <a:r>
              <a:rPr lang="ro-RO" dirty="0">
                <a:solidFill>
                  <a:schemeClr val="tx1"/>
                </a:solidFill>
                <a:latin typeface="Tahoma" panose="020B0604030504040204" pitchFamily="34" charset="0"/>
                <a:ea typeface="Tahoma" panose="020B0604030504040204" pitchFamily="34" charset="0"/>
                <a:cs typeface="Tahoma" panose="020B0604030504040204" pitchFamily="34" charset="0"/>
              </a:rPr>
              <a:t>Înțelegerea generală a domeniului de lucru și a practicilor asociate.</a:t>
            </a:r>
            <a:endParaRPr lang="en-GB"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sp>
        <p:nvSpPr>
          <p:cNvPr id="12" name="Rectangle 11">
            <a:extLst>
              <a:ext uri="{FF2B5EF4-FFF2-40B4-BE49-F238E27FC236}">
                <a16:creationId xmlns:a16="http://schemas.microsoft.com/office/drawing/2014/main" id="{E3401C9A-B20D-42B0-B7C0-0E4D1CE585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14060"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orbel" panose="020B0503020204020204"/>
              <a:ea typeface="+mn-ea"/>
              <a:cs typeface="+mn-cs"/>
            </a:endParaRPr>
          </a:p>
        </p:txBody>
      </p:sp>
      <mc:AlternateContent xmlns:mc="http://schemas.openxmlformats.org/markup-compatibility/2006" xmlns:pslz="http://schemas.microsoft.com/office/powerpoint/2016/slidezoom">
        <mc:Choice Requires="pslz">
          <p:graphicFrame>
            <p:nvGraphicFramePr>
              <p:cNvPr id="5" name="Slide Zoom 4">
                <a:extLst>
                  <a:ext uri="{FF2B5EF4-FFF2-40B4-BE49-F238E27FC236}">
                    <a16:creationId xmlns:a16="http://schemas.microsoft.com/office/drawing/2014/main" id="{4DA83A60-C6E6-064E-A66E-A93350D93F30}"/>
                  </a:ext>
                </a:extLst>
              </p:cNvPr>
              <p:cNvGraphicFramePr>
                <a:graphicFrameLocks noChangeAspect="1"/>
              </p:cNvGraphicFramePr>
              <p:nvPr>
                <p:extLst>
                  <p:ext uri="{D42A27DB-BD31-4B8C-83A1-F6EECF244321}">
                    <p14:modId xmlns:p14="http://schemas.microsoft.com/office/powerpoint/2010/main" val="2516384499"/>
                  </p:ext>
                </p:extLst>
              </p:nvPr>
            </p:nvGraphicFramePr>
            <p:xfrm>
              <a:off x="2441643" y="3095218"/>
              <a:ext cx="593388" cy="333781"/>
            </p:xfrm>
            <a:graphic>
              <a:graphicData uri="http://schemas.microsoft.com/office/powerpoint/2016/slidezoom">
                <pslz:sldZm>
                  <pslz:sldZmObj sldId="316" cId="2919478566">
                    <pslz:zmPr id="{21747A50-F53F-4989-9801-A771A0584A1C}" returnToParent="0" transitionDur="1000">
                      <p166:blipFill xmlns:p166="http://schemas.microsoft.com/office/powerpoint/2016/6/main">
                        <a:blip r:embed="rId2"/>
                        <a:stretch>
                          <a:fillRect/>
                        </a:stretch>
                      </p166:blipFill>
                      <p166:spPr xmlns:p166="http://schemas.microsoft.com/office/powerpoint/2016/6/main">
                        <a:xfrm>
                          <a:off x="0" y="0"/>
                          <a:ext cx="593388" cy="333781"/>
                        </a:xfrm>
                        <a:prstGeom prst="rect">
                          <a:avLst/>
                        </a:prstGeom>
                        <a:ln w="3175">
                          <a:solidFill>
                            <a:prstClr val="ltGray"/>
                          </a:solidFill>
                        </a:ln>
                      </p166:spPr>
                    </pslz:zmPr>
                  </pslz:sldZmObj>
                </pslz:sldZm>
              </a:graphicData>
            </a:graphic>
          </p:graphicFrame>
        </mc:Choice>
        <mc:Fallback xmlns="">
          <p:pic>
            <p:nvPicPr>
              <p:cNvPr id="5" name="Slide Zoom 4">
                <a:hlinkClick r:id="rId3" action="ppaction://hlinksldjump"/>
                <a:extLst>
                  <a:ext uri="{FF2B5EF4-FFF2-40B4-BE49-F238E27FC236}">
                    <a16:creationId xmlns:a16="http://schemas.microsoft.com/office/drawing/2014/main" id="{4DA83A60-C6E6-064E-A66E-A93350D93F30}"/>
                  </a:ext>
                </a:extLst>
              </p:cNvPr>
              <p:cNvPicPr>
                <a:picLocks noGrp="1" noRot="1" noChangeAspect="1" noMove="1" noResize="1" noEditPoints="1" noAdjustHandles="1" noChangeArrowheads="1" noChangeShapeType="1"/>
              </p:cNvPicPr>
              <p:nvPr/>
            </p:nvPicPr>
            <p:blipFill>
              <a:blip r:embed="rId4"/>
              <a:stretch>
                <a:fillRect/>
              </a:stretch>
            </p:blipFill>
            <p:spPr>
              <a:xfrm>
                <a:off x="2441643" y="3095218"/>
                <a:ext cx="593388" cy="333781"/>
              </a:xfrm>
              <a:prstGeom prst="rect">
                <a:avLst/>
              </a:prstGeom>
              <a:ln w="3175">
                <a:solidFill>
                  <a:prstClr val="ltGray"/>
                </a:solidFill>
              </a:ln>
            </p:spPr>
          </p:pic>
        </mc:Fallback>
      </mc:AlternateContent>
    </p:spTree>
    <p:extLst>
      <p:ext uri="{BB962C8B-B14F-4D97-AF65-F5344CB8AC3E}">
        <p14:creationId xmlns:p14="http://schemas.microsoft.com/office/powerpoint/2010/main" val="1374235905"/>
      </p:ext>
    </p:extLst>
  </p:cSld>
  <p:clrMapOvr>
    <a:masterClrMapping/>
  </p:clrMapOvr>
  <p:transition spd="slow">
    <p:wheel spokes="1"/>
  </p:transition>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9DC5A77-10C9-4ECF-B7EB-8D917F36A9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orbel" panose="020B0503020204020204"/>
              <a:ea typeface="+mn-ea"/>
              <a:cs typeface="+mn-cs"/>
            </a:endParaRPr>
          </a:p>
        </p:txBody>
      </p:sp>
      <p:sp>
        <p:nvSpPr>
          <p:cNvPr id="10" name="Rectangle 9">
            <a:extLst>
              <a:ext uri="{FF2B5EF4-FFF2-40B4-BE49-F238E27FC236}">
                <a16:creationId xmlns:a16="http://schemas.microsoft.com/office/drawing/2014/main" id="{2FFE28B5-FB16-49A9-B851-3C35FAC0CA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58952"/>
            <a:ext cx="10905976" cy="165113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orbel" panose="020B0503020204020204"/>
              <a:ea typeface="+mn-ea"/>
              <a:cs typeface="+mn-cs"/>
            </a:endParaRPr>
          </a:p>
        </p:txBody>
      </p:sp>
      <p:sp>
        <p:nvSpPr>
          <p:cNvPr id="2" name="Title 1">
            <a:extLst>
              <a:ext uri="{FF2B5EF4-FFF2-40B4-BE49-F238E27FC236}">
                <a16:creationId xmlns:a16="http://schemas.microsoft.com/office/drawing/2014/main" id="{67758DD7-DE8E-9A83-8271-BD81CF5B858A}"/>
              </a:ext>
            </a:extLst>
          </p:cNvPr>
          <p:cNvSpPr>
            <a:spLocks noGrp="1"/>
          </p:cNvSpPr>
          <p:nvPr>
            <p:ph type="title"/>
          </p:nvPr>
        </p:nvSpPr>
        <p:spPr>
          <a:xfrm>
            <a:off x="1600754" y="1087374"/>
            <a:ext cx="8983489" cy="1000978"/>
          </a:xfrm>
        </p:spPr>
        <p:txBody>
          <a:bodyPr>
            <a:normAutofit/>
          </a:bodyPr>
          <a:lstStyle/>
          <a:p>
            <a:r>
              <a:rPr lang="ro-RO" sz="2800" dirty="0">
                <a:latin typeface="Tahoma" panose="020B0604030504040204" pitchFamily="34" charset="0"/>
                <a:ea typeface="Tahoma" panose="020B0604030504040204" pitchFamily="34" charset="0"/>
                <a:cs typeface="Tahoma" panose="020B0604030504040204" pitchFamily="34" charset="0"/>
              </a:rPr>
              <a:t>Enumerarea unor caracteristici și funcționalități necesare utilizatorilor.</a:t>
            </a:r>
            <a:r>
              <a:rPr lang="en-GB" sz="2800" dirty="0">
                <a:latin typeface="Tahoma" panose="020B0604030504040204" pitchFamily="34" charset="0"/>
                <a:ea typeface="Tahoma" panose="020B0604030504040204" pitchFamily="34" charset="0"/>
                <a:cs typeface="Tahoma" panose="020B0604030504040204" pitchFamily="34" charset="0"/>
              </a:rPr>
              <a:t> </a:t>
            </a:r>
            <a:r>
              <a:rPr lang="ro-RO" sz="2800" i="1" dirty="0">
                <a:latin typeface="Tahoma" panose="020B0604030504040204" pitchFamily="34" charset="0"/>
                <a:ea typeface="Tahoma" panose="020B0604030504040204" pitchFamily="34" charset="0"/>
                <a:cs typeface="Tahoma" panose="020B0604030504040204" pitchFamily="34" charset="0"/>
              </a:rPr>
              <a:t>R</a:t>
            </a:r>
            <a:r>
              <a:rPr lang="en-GB" sz="2800" i="1" dirty="0" err="1">
                <a:latin typeface="Tahoma" panose="020B0604030504040204" pitchFamily="34" charset="0"/>
                <a:ea typeface="Tahoma" panose="020B0604030504040204" pitchFamily="34" charset="0"/>
                <a:cs typeface="Tahoma" panose="020B0604030504040204" pitchFamily="34" charset="0"/>
              </a:rPr>
              <a:t>elat</a:t>
            </a:r>
            <a:r>
              <a:rPr lang="ro-RO" sz="2800" i="1" dirty="0">
                <a:latin typeface="Tahoma" panose="020B0604030504040204" pitchFamily="34" charset="0"/>
                <a:ea typeface="Tahoma" panose="020B0604030504040204" pitchFamily="34" charset="0"/>
                <a:cs typeface="Tahoma" panose="020B0604030504040204" pitchFamily="34" charset="0"/>
              </a:rPr>
              <a:t>ări, cerințe, user stories, user X stories </a:t>
            </a:r>
            <a:endParaRPr lang="ro-RO" sz="2800" dirty="0">
              <a:latin typeface="Tahoma" panose="020B0604030504040204" pitchFamily="34" charset="0"/>
              <a:ea typeface="Tahoma" panose="020B0604030504040204" pitchFamily="34" charset="0"/>
              <a:cs typeface="Tahoma" panose="020B0604030504040204" pitchFamily="34" charset="0"/>
            </a:endParaRPr>
          </a:p>
        </p:txBody>
      </p:sp>
      <p:sp>
        <p:nvSpPr>
          <p:cNvPr id="12" name="Rectangle 11">
            <a:extLst>
              <a:ext uri="{FF2B5EF4-FFF2-40B4-BE49-F238E27FC236}">
                <a16:creationId xmlns:a16="http://schemas.microsoft.com/office/drawing/2014/main" id="{01014442-855A-4E0F-8D09-C314661A48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14533" y="758952"/>
            <a:ext cx="1185379" cy="1651133"/>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orbel" panose="020B0503020204020204"/>
              <a:ea typeface="+mn-ea"/>
              <a:cs typeface="+mn-cs"/>
            </a:endParaRPr>
          </a:p>
        </p:txBody>
      </p:sp>
      <p:sp>
        <p:nvSpPr>
          <p:cNvPr id="14" name="Rectangle 13">
            <a:extLst>
              <a:ext uri="{FF2B5EF4-FFF2-40B4-BE49-F238E27FC236}">
                <a16:creationId xmlns:a16="http://schemas.microsoft.com/office/drawing/2014/main" id="{9B1ABF09-86CF-414E-88A5-2B84CC7232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3" y="2526526"/>
            <a:ext cx="1169701" cy="3563378"/>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orbel" panose="020B0503020204020204"/>
              <a:ea typeface="+mn-ea"/>
              <a:cs typeface="+mn-cs"/>
            </a:endParaRPr>
          </a:p>
        </p:txBody>
      </p:sp>
      <p:sp>
        <p:nvSpPr>
          <p:cNvPr id="16" name="Rectangle 15">
            <a:extLst>
              <a:ext uri="{FF2B5EF4-FFF2-40B4-BE49-F238E27FC236}">
                <a16:creationId xmlns:a16="http://schemas.microsoft.com/office/drawing/2014/main" id="{3FE91770-CDBB-4D24-94E5-AD484F36CE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79019" y="2526526"/>
            <a:ext cx="10920893" cy="3563377"/>
          </a:xfrm>
          <a:prstGeom prst="rect">
            <a:avLst/>
          </a:prstGeom>
          <a:solidFill>
            <a:schemeClr val="bg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orbel" panose="020B0503020204020204"/>
              <a:ea typeface="+mn-ea"/>
              <a:cs typeface="+mn-cs"/>
            </a:endParaRPr>
          </a:p>
        </p:txBody>
      </p:sp>
      <p:sp>
        <p:nvSpPr>
          <p:cNvPr id="3" name="Content Placeholder 2">
            <a:extLst>
              <a:ext uri="{FF2B5EF4-FFF2-40B4-BE49-F238E27FC236}">
                <a16:creationId xmlns:a16="http://schemas.microsoft.com/office/drawing/2014/main" id="{12F22D53-79F7-79FE-86E8-389A345FB568}"/>
              </a:ext>
            </a:extLst>
          </p:cNvPr>
          <p:cNvSpPr>
            <a:spLocks noGrp="1"/>
          </p:cNvSpPr>
          <p:nvPr>
            <p:ph idx="1"/>
          </p:nvPr>
        </p:nvSpPr>
        <p:spPr>
          <a:xfrm>
            <a:off x="1600753" y="2535446"/>
            <a:ext cx="8983489" cy="3554457"/>
          </a:xfrm>
        </p:spPr>
        <p:txBody>
          <a:bodyPr>
            <a:normAutofit lnSpcReduction="10000"/>
          </a:bodyPr>
          <a:lstStyle/>
          <a:p>
            <a:r>
              <a:rPr lang="ro-RO" sz="1700" dirty="0">
                <a:solidFill>
                  <a:schemeClr val="tx1"/>
                </a:solidFill>
                <a:latin typeface="Tahoma" panose="020B0604030504040204" pitchFamily="34" charset="0"/>
                <a:ea typeface="Tahoma" panose="020B0604030504040204" pitchFamily="34" charset="0"/>
                <a:cs typeface="Tahoma" panose="020B0604030504040204" pitchFamily="34" charset="0"/>
              </a:rPr>
              <a:t>Terminologie: </a:t>
            </a:r>
            <a:r>
              <a:rPr lang="ro-RO" sz="1700" i="1" dirty="0">
                <a:solidFill>
                  <a:schemeClr val="tx1"/>
                </a:solidFill>
                <a:latin typeface="Tahoma" panose="020B0604030504040204" pitchFamily="34" charset="0"/>
                <a:ea typeface="Tahoma" panose="020B0604030504040204" pitchFamily="34" charset="0"/>
                <a:cs typeface="Tahoma" panose="020B0604030504040204" pitchFamily="34" charset="0"/>
              </a:rPr>
              <a:t>relatări, cerințe (explicit formulate), user stories, userX stories</a:t>
            </a:r>
          </a:p>
          <a:p>
            <a:r>
              <a:rPr lang="ro-RO" sz="1700" dirty="0">
                <a:solidFill>
                  <a:schemeClr val="tx1"/>
                </a:solidFill>
                <a:latin typeface="Tahoma" panose="020B0604030504040204" pitchFamily="34" charset="0"/>
                <a:ea typeface="Tahoma" panose="020B0604030504040204" pitchFamily="34" charset="0"/>
                <a:cs typeface="Tahoma" panose="020B0604030504040204" pitchFamily="34" charset="0"/>
              </a:rPr>
              <a:t>Exemple de relatări/cerințe: “</a:t>
            </a:r>
            <a:r>
              <a:rPr lang="ro-RO" sz="1700" i="1" dirty="0">
                <a:solidFill>
                  <a:schemeClr val="tx1"/>
                </a:solidFill>
                <a:latin typeface="Tahoma" panose="020B0604030504040204" pitchFamily="34" charset="0"/>
                <a:ea typeface="Tahoma" panose="020B0604030504040204" pitchFamily="34" charset="0"/>
                <a:cs typeface="Tahoma" panose="020B0604030504040204" pitchFamily="34" charset="0"/>
              </a:rPr>
              <a:t>Aș dori să fiu ținut la curent referitor la activitățile și competițiile sportive organizate în acest club. Mă interesează îndeosebi evenimentele organizate la sfârșit de săptămână și cele foarte populare”.</a:t>
            </a:r>
            <a:r>
              <a:rPr lang="ro-RO" sz="1700" dirty="0">
                <a:solidFill>
                  <a:schemeClr val="tx1"/>
                </a:solidFill>
                <a:latin typeface="Tahoma" panose="020B0604030504040204" pitchFamily="34" charset="0"/>
                <a:ea typeface="Tahoma" panose="020B0604030504040204" pitchFamily="34" charset="0"/>
                <a:cs typeface="Tahoma" panose="020B0604030504040204" pitchFamily="34" charset="0"/>
              </a:rPr>
              <a:t>  [8]</a:t>
            </a:r>
          </a:p>
          <a:p>
            <a:r>
              <a:rPr lang="ro-RO" sz="1700" dirty="0">
                <a:solidFill>
                  <a:schemeClr val="tx1"/>
                </a:solidFill>
                <a:latin typeface="Tahoma" panose="020B0604030504040204" pitchFamily="34" charset="0"/>
                <a:ea typeface="Tahoma" panose="020B0604030504040204" pitchFamily="34" charset="0"/>
                <a:cs typeface="Tahoma" panose="020B0604030504040204" pitchFamily="34" charset="0"/>
              </a:rPr>
              <a:t>Alt exemplu: “</a:t>
            </a:r>
            <a:r>
              <a:rPr lang="ro-RO" sz="1700" i="1" dirty="0">
                <a:solidFill>
                  <a:schemeClr val="tx1"/>
                </a:solidFill>
                <a:latin typeface="Tahoma" panose="020B0604030504040204" pitchFamily="34" charset="0"/>
                <a:ea typeface="Tahoma" panose="020B0604030504040204" pitchFamily="34" charset="0"/>
                <a:cs typeface="Tahoma" panose="020B0604030504040204" pitchFamily="34" charset="0"/>
              </a:rPr>
              <a:t>Aș dori să pot citi recenzii ale unor participanți la activitățile acestui club”.</a:t>
            </a:r>
            <a:r>
              <a:rPr lang="ro-RO" sz="1700" dirty="0">
                <a:solidFill>
                  <a:schemeClr val="tx1"/>
                </a:solidFill>
                <a:latin typeface="Tahoma" panose="020B0604030504040204" pitchFamily="34" charset="0"/>
                <a:ea typeface="Tahoma" panose="020B0604030504040204" pitchFamily="34" charset="0"/>
                <a:cs typeface="Tahoma" panose="020B0604030504040204" pitchFamily="34" charset="0"/>
              </a:rPr>
              <a:t> [23]</a:t>
            </a:r>
          </a:p>
          <a:p>
            <a:r>
              <a:rPr lang="ro-RO" sz="1700" dirty="0">
                <a:solidFill>
                  <a:schemeClr val="tx1"/>
                </a:solidFill>
                <a:latin typeface="Tahoma" panose="020B0604030504040204" pitchFamily="34" charset="0"/>
                <a:ea typeface="Tahoma" panose="020B0604030504040204" pitchFamily="34" charset="0"/>
                <a:cs typeface="Tahoma" panose="020B0604030504040204" pitchFamily="34" charset="0"/>
              </a:rPr>
              <a:t>Alt exemplu (poate fi transformat în </a:t>
            </a:r>
            <a:r>
              <a:rPr lang="ro-RO" sz="1700" i="1" dirty="0">
                <a:solidFill>
                  <a:schemeClr val="tx1"/>
                </a:solidFill>
                <a:latin typeface="Tahoma" panose="020B0604030504040204" pitchFamily="34" charset="0"/>
                <a:ea typeface="Tahoma" panose="020B0604030504040204" pitchFamily="34" charset="0"/>
                <a:cs typeface="Tahoma" panose="020B0604030504040204" pitchFamily="34" charset="0"/>
              </a:rPr>
              <a:t>user story</a:t>
            </a:r>
            <a:r>
              <a:rPr lang="ro-RO" sz="17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ro-RO" sz="1700" i="1" dirty="0">
                <a:solidFill>
                  <a:schemeClr val="tx1"/>
                </a:solidFill>
                <a:latin typeface="Tahoma" panose="020B0604030504040204" pitchFamily="34" charset="0"/>
                <a:ea typeface="Tahoma" panose="020B0604030504040204" pitchFamily="34" charset="0"/>
                <a:cs typeface="Tahoma" panose="020B0604030504040204" pitchFamily="34" charset="0"/>
              </a:rPr>
              <a:t>Să luați în considerare posibilitatea de a adăuga recenzii despre activitățile acestui club”.</a:t>
            </a:r>
            <a:r>
              <a:rPr lang="ro-RO" sz="1700" dirty="0">
                <a:solidFill>
                  <a:schemeClr val="tx1"/>
                </a:solidFill>
                <a:latin typeface="Tahoma" panose="020B0604030504040204" pitchFamily="34" charset="0"/>
                <a:ea typeface="Tahoma" panose="020B0604030504040204" pitchFamily="34" charset="0"/>
                <a:cs typeface="Tahoma" panose="020B0604030504040204" pitchFamily="34" charset="0"/>
              </a:rPr>
              <a:t>  [10]</a:t>
            </a:r>
          </a:p>
          <a:p>
            <a:r>
              <a:rPr lang="ro-RO" sz="1700" dirty="0">
                <a:solidFill>
                  <a:schemeClr val="tx1"/>
                </a:solidFill>
                <a:latin typeface="Tahoma" panose="020B0604030504040204" pitchFamily="34" charset="0"/>
                <a:ea typeface="Tahoma" panose="020B0604030504040204" pitchFamily="34" charset="0"/>
                <a:cs typeface="Tahoma" panose="020B0604030504040204" pitchFamily="34" charset="0"/>
              </a:rPr>
              <a:t>Alt exemplu: </a:t>
            </a:r>
            <a:r>
              <a:rPr lang="ro-RO" sz="1700" i="1" dirty="0">
                <a:solidFill>
                  <a:schemeClr val="tx1"/>
                </a:solidFill>
                <a:latin typeface="Tahoma" panose="020B0604030504040204" pitchFamily="34" charset="0"/>
                <a:ea typeface="Tahoma" panose="020B0604030504040204" pitchFamily="34" charset="0"/>
                <a:cs typeface="Tahoma" panose="020B0604030504040204" pitchFamily="34" charset="0"/>
              </a:rPr>
              <a:t>“Aș dori să pot sorta după categorii (sporturi individuale, de echipă, etc.).</a:t>
            </a:r>
            <a:r>
              <a:rPr lang="en-GB" sz="1700" i="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GB" sz="1700" dirty="0">
                <a:solidFill>
                  <a:schemeClr val="tx1"/>
                </a:solidFill>
                <a:latin typeface="Tahoma" panose="020B0604030504040204" pitchFamily="34" charset="0"/>
                <a:ea typeface="Tahoma" panose="020B0604030504040204" pitchFamily="34" charset="0"/>
                <a:cs typeface="Tahoma" panose="020B0604030504040204" pitchFamily="34" charset="0"/>
              </a:rPr>
              <a:t>[1]</a:t>
            </a:r>
            <a:endParaRPr lang="ro-RO" sz="1700" dirty="0">
              <a:solidFill>
                <a:schemeClr val="tx1"/>
              </a:solidFill>
              <a:latin typeface="Tahoma" panose="020B0604030504040204" pitchFamily="34" charset="0"/>
              <a:ea typeface="Tahoma" panose="020B0604030504040204" pitchFamily="34" charset="0"/>
              <a:cs typeface="Tahoma" panose="020B0604030504040204" pitchFamily="34" charset="0"/>
            </a:endParaRPr>
          </a:p>
          <a:p>
            <a:r>
              <a:rPr lang="ro-RO" sz="1700" dirty="0">
                <a:solidFill>
                  <a:schemeClr val="tx1"/>
                </a:solidFill>
                <a:latin typeface="Tahoma" panose="020B0604030504040204" pitchFamily="34" charset="0"/>
                <a:ea typeface="Tahoma" panose="020B0604030504040204" pitchFamily="34" charset="0"/>
                <a:cs typeface="Tahoma" panose="020B0604030504040204" pitchFamily="34" charset="0"/>
              </a:rPr>
              <a:t>Delimitare aproximativă ptr. terminologie: de exemplu </a:t>
            </a:r>
            <a:r>
              <a:rPr lang="ro-RO" sz="1700" dirty="0">
                <a:solidFill>
                  <a:srgbClr val="0070C0"/>
                </a:solidFill>
                <a:latin typeface="Tahoma" panose="020B0604030504040204" pitchFamily="34" charset="0"/>
                <a:ea typeface="Tahoma" panose="020B0604030504040204" pitchFamily="34" charset="0"/>
                <a:cs typeface="Tahoma" panose="020B0604030504040204" pitchFamily="34" charset="0"/>
                <a:hlinkClick r:id="rId2">
                  <a:extLst>
                    <a:ext uri="{A12FA001-AC4F-418D-AE19-62706E023703}">
                      <ahyp:hlinkClr xmlns:ahyp="http://schemas.microsoft.com/office/drawing/2018/hyperlinkcolor" val="tx"/>
                    </a:ext>
                  </a:extLst>
                </a:hlinkClick>
              </a:rPr>
              <a:t>Gruen et al., 2002</a:t>
            </a:r>
            <a:r>
              <a:rPr lang="ro-RO" sz="17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ro-RO" sz="1700" dirty="0">
                <a:solidFill>
                  <a:srgbClr val="0070C0"/>
                </a:solidFill>
                <a:latin typeface="Tahoma" panose="020B0604030504040204" pitchFamily="34" charset="0"/>
                <a:ea typeface="Tahoma" panose="020B0604030504040204" pitchFamily="34" charset="0"/>
                <a:cs typeface="Tahoma" panose="020B0604030504040204" pitchFamily="34" charset="0"/>
                <a:hlinkClick r:id="rId3">
                  <a:extLst>
                    <a:ext uri="{A12FA001-AC4F-418D-AE19-62706E023703}">
                      <ahyp:hlinkClr xmlns:ahyp="http://schemas.microsoft.com/office/drawing/2018/hyperlinkcolor" val="tx"/>
                    </a:ext>
                  </a:extLst>
                </a:hlinkClick>
              </a:rPr>
              <a:t>Choma et al., 2016</a:t>
            </a:r>
            <a:r>
              <a:rPr lang="ro-RO" sz="1700" dirty="0">
                <a:solidFill>
                  <a:schemeClr val="tx1"/>
                </a:solidFill>
                <a:latin typeface="Tahoma" panose="020B0604030504040204" pitchFamily="34" charset="0"/>
                <a:ea typeface="Tahoma" panose="020B0604030504040204" pitchFamily="34" charset="0"/>
                <a:cs typeface="Tahoma" panose="020B0604030504040204" pitchFamily="34" charset="0"/>
              </a:rPr>
              <a:t> (v. si </a:t>
            </a:r>
            <a:r>
              <a:rPr lang="ro-RO" sz="1700" dirty="0">
                <a:solidFill>
                  <a:srgbClr val="0070C0"/>
                </a:solidFill>
                <a:latin typeface="Tahoma" panose="020B0604030504040204" pitchFamily="34" charset="0"/>
                <a:ea typeface="Tahoma" panose="020B0604030504040204" pitchFamily="34" charset="0"/>
                <a:cs typeface="Tahoma" panose="020B0604030504040204" pitchFamily="34" charset="0"/>
                <a:hlinkClick r:id="rId4">
                  <a:extLst>
                    <a:ext uri="{A12FA001-AC4F-418D-AE19-62706E023703}">
                      <ahyp:hlinkClr xmlns:ahyp="http://schemas.microsoft.com/office/drawing/2018/hyperlinkcolor" val="tx"/>
                    </a:ext>
                  </a:extLst>
                </a:hlinkClick>
              </a:rPr>
              <a:t>comentarii</a:t>
            </a:r>
            <a:r>
              <a:rPr lang="ro-RO" sz="1700" dirty="0">
                <a:solidFill>
                  <a:schemeClr val="tx1"/>
                </a:solidFill>
                <a:latin typeface="Tahoma" panose="020B0604030504040204" pitchFamily="34" charset="0"/>
                <a:ea typeface="Tahoma" panose="020B0604030504040204" pitchFamily="34" charset="0"/>
                <a:cs typeface="Tahoma" panose="020B0604030504040204" pitchFamily="34" charset="0"/>
              </a:rPr>
              <a:t>)</a:t>
            </a:r>
          </a:p>
        </p:txBody>
      </p:sp>
    </p:spTree>
    <p:extLst>
      <p:ext uri="{BB962C8B-B14F-4D97-AF65-F5344CB8AC3E}">
        <p14:creationId xmlns:p14="http://schemas.microsoft.com/office/powerpoint/2010/main" val="291947856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4D545DB-8A58-4FDC-8FF8-F99D917C37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orbel" panose="020B0503020204020204"/>
              <a:ea typeface="+mn-ea"/>
              <a:cs typeface="+mn-cs"/>
            </a:endParaRPr>
          </a:p>
        </p:txBody>
      </p:sp>
      <p:sp>
        <p:nvSpPr>
          <p:cNvPr id="10" name="Rectangle 9">
            <a:extLst>
              <a:ext uri="{FF2B5EF4-FFF2-40B4-BE49-F238E27FC236}">
                <a16:creationId xmlns:a16="http://schemas.microsoft.com/office/drawing/2014/main" id="{53F02532-0429-47BE-B7D5-89B31C0C80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36729" y="757325"/>
            <a:ext cx="3549144" cy="53293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orbel" panose="020B0503020204020204"/>
              <a:ea typeface="+mn-ea"/>
              <a:cs typeface="+mn-cs"/>
            </a:endParaRPr>
          </a:p>
        </p:txBody>
      </p:sp>
      <p:sp>
        <p:nvSpPr>
          <p:cNvPr id="2" name="Title 1">
            <a:extLst>
              <a:ext uri="{FF2B5EF4-FFF2-40B4-BE49-F238E27FC236}">
                <a16:creationId xmlns:a16="http://schemas.microsoft.com/office/drawing/2014/main" id="{54044A45-7C2B-8EE9-7C7C-6C696C68CBBD}"/>
              </a:ext>
            </a:extLst>
          </p:cNvPr>
          <p:cNvSpPr>
            <a:spLocks noGrp="1"/>
          </p:cNvSpPr>
          <p:nvPr>
            <p:ph type="title"/>
          </p:nvPr>
        </p:nvSpPr>
        <p:spPr>
          <a:xfrm>
            <a:off x="8389648" y="1123837"/>
            <a:ext cx="2947482" cy="4601183"/>
          </a:xfrm>
        </p:spPr>
        <p:txBody>
          <a:bodyPr>
            <a:normAutofit/>
          </a:bodyPr>
          <a:lstStyle/>
          <a:p>
            <a:r>
              <a:rPr lang="ro-RO" dirty="0">
                <a:solidFill>
                  <a:schemeClr val="tx1"/>
                </a:solidFill>
                <a:latin typeface="Tahoma" panose="020B0604030504040204" pitchFamily="34" charset="0"/>
                <a:ea typeface="Tahoma" panose="020B0604030504040204" pitchFamily="34" charset="0"/>
                <a:cs typeface="Tahoma" panose="020B0604030504040204" pitchFamily="34" charset="0"/>
              </a:rPr>
              <a:t>Scopuri principale</a:t>
            </a:r>
            <a:endParaRPr lang="en-GB"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sp>
        <p:nvSpPr>
          <p:cNvPr id="3" name="Content Placeholder 2">
            <a:extLst>
              <a:ext uri="{FF2B5EF4-FFF2-40B4-BE49-F238E27FC236}">
                <a16:creationId xmlns:a16="http://schemas.microsoft.com/office/drawing/2014/main" id="{E034288E-5569-F6A3-EC75-7537C31E385A}"/>
              </a:ext>
            </a:extLst>
          </p:cNvPr>
          <p:cNvSpPr>
            <a:spLocks noGrp="1"/>
          </p:cNvSpPr>
          <p:nvPr>
            <p:ph idx="1"/>
          </p:nvPr>
        </p:nvSpPr>
        <p:spPr>
          <a:xfrm>
            <a:off x="643466" y="864108"/>
            <a:ext cx="6987135" cy="5120640"/>
          </a:xfrm>
        </p:spPr>
        <p:txBody>
          <a:bodyPr>
            <a:normAutofit/>
          </a:bodyPr>
          <a:lstStyle/>
          <a:p>
            <a:r>
              <a:rPr lang="ro-RO" dirty="0">
                <a:solidFill>
                  <a:schemeClr val="tx1"/>
                </a:solidFill>
                <a:latin typeface="Tahoma" panose="020B0604030504040204" pitchFamily="34" charset="0"/>
                <a:ea typeface="Tahoma" panose="020B0604030504040204" pitchFamily="34" charset="0"/>
                <a:cs typeface="Tahoma" panose="020B0604030504040204" pitchFamily="34" charset="0"/>
              </a:rPr>
              <a:t>Extragerea aspectelor esențiale din datele primare și din notițele referitoare la </a:t>
            </a:r>
            <a:r>
              <a:rPr lang="ro-RO" i="1" dirty="0">
                <a:solidFill>
                  <a:schemeClr val="tx1"/>
                </a:solidFill>
                <a:latin typeface="Tahoma" panose="020B0604030504040204" pitchFamily="34" charset="0"/>
                <a:ea typeface="Tahoma" panose="020B0604030504040204" pitchFamily="34" charset="0"/>
                <a:cs typeface="Tahoma" panose="020B0604030504040204" pitchFamily="34" charset="0"/>
              </a:rPr>
              <a:t>usage research. </a:t>
            </a:r>
            <a:endParaRPr lang="ro-RO" dirty="0">
              <a:solidFill>
                <a:schemeClr val="tx1"/>
              </a:solidFill>
              <a:latin typeface="Tahoma" panose="020B0604030504040204" pitchFamily="34" charset="0"/>
              <a:ea typeface="Tahoma" panose="020B0604030504040204" pitchFamily="34" charset="0"/>
              <a:cs typeface="Tahoma" panose="020B0604030504040204" pitchFamily="34" charset="0"/>
            </a:endParaRPr>
          </a:p>
          <a:p>
            <a:r>
              <a:rPr lang="ro-RO" dirty="0">
                <a:solidFill>
                  <a:schemeClr val="tx1"/>
                </a:solidFill>
                <a:latin typeface="Tahoma" panose="020B0604030504040204" pitchFamily="34" charset="0"/>
                <a:ea typeface="Tahoma" panose="020B0604030504040204" pitchFamily="34" charset="0"/>
                <a:cs typeface="Tahoma" panose="020B0604030504040204" pitchFamily="34" charset="0"/>
              </a:rPr>
              <a:t>Enumerarea unor caracteristici și funcționalități necesare utilizatorilor.</a:t>
            </a:r>
            <a:r>
              <a:rPr lang="en-GB" dirty="0">
                <a:solidFill>
                  <a:schemeClr val="tx1"/>
                </a:solidFill>
                <a:latin typeface="Tahoma" panose="020B0604030504040204" pitchFamily="34" charset="0"/>
                <a:ea typeface="Tahoma" panose="020B0604030504040204" pitchFamily="34" charset="0"/>
                <a:cs typeface="Tahoma" panose="020B0604030504040204" pitchFamily="34" charset="0"/>
              </a:rPr>
              <a:t> </a:t>
            </a:r>
            <a:endParaRPr lang="ro-RO" dirty="0">
              <a:solidFill>
                <a:schemeClr val="tx1"/>
              </a:solidFill>
              <a:latin typeface="Tahoma" panose="020B0604030504040204" pitchFamily="34" charset="0"/>
              <a:ea typeface="Tahoma" panose="020B0604030504040204" pitchFamily="34" charset="0"/>
              <a:cs typeface="Tahoma" panose="020B0604030504040204" pitchFamily="34" charset="0"/>
            </a:endParaRPr>
          </a:p>
          <a:p>
            <a:r>
              <a:rPr lang="ro-RO" dirty="0">
                <a:solidFill>
                  <a:schemeClr val="tx1"/>
                </a:solidFill>
                <a:latin typeface="Tahoma" panose="020B0604030504040204" pitchFamily="34" charset="0"/>
                <a:ea typeface="Tahoma" panose="020B0604030504040204" pitchFamily="34" charset="0"/>
                <a:cs typeface="Tahoma" panose="020B0604030504040204" pitchFamily="34" charset="0"/>
              </a:rPr>
              <a:t>Capturarea și explicarea unor aspecte legate de practicile de lucru din domeniu. </a:t>
            </a:r>
          </a:p>
          <a:p>
            <a:r>
              <a:rPr lang="ro-RO" dirty="0">
                <a:solidFill>
                  <a:schemeClr val="tx1"/>
                </a:solidFill>
                <a:latin typeface="Tahoma" panose="020B0604030504040204" pitchFamily="34" charset="0"/>
                <a:ea typeface="Tahoma" panose="020B0604030504040204" pitchFamily="34" charset="0"/>
                <a:cs typeface="Tahoma" panose="020B0604030504040204" pitchFamily="34" charset="0"/>
              </a:rPr>
              <a:t>Înțelegerea generală a domeniului de lucru și a practicilor asociate.</a:t>
            </a:r>
            <a:endParaRPr lang="en-GB"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sp>
        <p:nvSpPr>
          <p:cNvPr id="12" name="Rectangle 11">
            <a:extLst>
              <a:ext uri="{FF2B5EF4-FFF2-40B4-BE49-F238E27FC236}">
                <a16:creationId xmlns:a16="http://schemas.microsoft.com/office/drawing/2014/main" id="{E3401C9A-B20D-42B0-B7C0-0E4D1CE585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14060"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orbel" panose="020B0503020204020204"/>
              <a:ea typeface="+mn-ea"/>
              <a:cs typeface="+mn-cs"/>
            </a:endParaRPr>
          </a:p>
        </p:txBody>
      </p:sp>
      <mc:AlternateContent xmlns:mc="http://schemas.openxmlformats.org/markup-compatibility/2006" xmlns:pslz="http://schemas.microsoft.com/office/powerpoint/2016/slidezoom">
        <mc:Choice Requires="pslz">
          <p:graphicFrame>
            <p:nvGraphicFramePr>
              <p:cNvPr id="6" name="Slide Zoom 5">
                <a:extLst>
                  <a:ext uri="{FF2B5EF4-FFF2-40B4-BE49-F238E27FC236}">
                    <a16:creationId xmlns:a16="http://schemas.microsoft.com/office/drawing/2014/main" id="{194FF761-63FB-D94E-2FAB-858F82981E4E}"/>
                  </a:ext>
                </a:extLst>
              </p:cNvPr>
              <p:cNvGraphicFramePr>
                <a:graphicFrameLocks noChangeAspect="1"/>
              </p:cNvGraphicFramePr>
              <p:nvPr>
                <p:extLst>
                  <p:ext uri="{D42A27DB-BD31-4B8C-83A1-F6EECF244321}">
                    <p14:modId xmlns:p14="http://schemas.microsoft.com/office/powerpoint/2010/main" val="2249062599"/>
                  </p:ext>
                </p:extLst>
              </p:nvPr>
            </p:nvGraphicFramePr>
            <p:xfrm>
              <a:off x="3424137" y="3764605"/>
              <a:ext cx="700392" cy="393970"/>
            </p:xfrm>
            <a:graphic>
              <a:graphicData uri="http://schemas.microsoft.com/office/powerpoint/2016/slidezoom">
                <pslz:sldZm>
                  <pslz:sldZmObj sldId="318" cId="2830634548">
                    <pslz:zmPr id="{B3E8FB1D-EDEA-46EE-94DB-FDB02E2D1393}" returnToParent="0" transitionDur="1000">
                      <p166:blipFill xmlns:p166="http://schemas.microsoft.com/office/powerpoint/2016/6/main">
                        <a:blip r:embed="rId2"/>
                        <a:stretch>
                          <a:fillRect/>
                        </a:stretch>
                      </p166:blipFill>
                      <p166:spPr xmlns:p166="http://schemas.microsoft.com/office/powerpoint/2016/6/main">
                        <a:xfrm>
                          <a:off x="0" y="0"/>
                          <a:ext cx="700392" cy="393970"/>
                        </a:xfrm>
                        <a:prstGeom prst="rect">
                          <a:avLst/>
                        </a:prstGeom>
                        <a:ln w="3175">
                          <a:solidFill>
                            <a:prstClr val="ltGray"/>
                          </a:solidFill>
                        </a:ln>
                      </p166:spPr>
                    </pslz:zmPr>
                  </pslz:sldZmObj>
                </pslz:sldZm>
              </a:graphicData>
            </a:graphic>
          </p:graphicFrame>
        </mc:Choice>
        <mc:Fallback xmlns="">
          <p:pic>
            <p:nvPicPr>
              <p:cNvPr id="6" name="Slide Zoom 5">
                <a:hlinkClick r:id="rId3" action="ppaction://hlinksldjump"/>
                <a:extLst>
                  <a:ext uri="{FF2B5EF4-FFF2-40B4-BE49-F238E27FC236}">
                    <a16:creationId xmlns:a16="http://schemas.microsoft.com/office/drawing/2014/main" id="{194FF761-63FB-D94E-2FAB-858F82981E4E}"/>
                  </a:ext>
                </a:extLst>
              </p:cNvPr>
              <p:cNvPicPr>
                <a:picLocks noGrp="1" noRot="1" noChangeAspect="1" noMove="1" noResize="1" noEditPoints="1" noAdjustHandles="1" noChangeArrowheads="1" noChangeShapeType="1"/>
              </p:cNvPicPr>
              <p:nvPr/>
            </p:nvPicPr>
            <p:blipFill>
              <a:blip r:embed="rId4"/>
              <a:stretch>
                <a:fillRect/>
              </a:stretch>
            </p:blipFill>
            <p:spPr>
              <a:xfrm>
                <a:off x="3424137" y="3764605"/>
                <a:ext cx="700392" cy="393970"/>
              </a:xfrm>
              <a:prstGeom prst="rect">
                <a:avLst/>
              </a:prstGeom>
              <a:ln w="3175">
                <a:solidFill>
                  <a:prstClr val="ltGray"/>
                </a:solidFill>
              </a:ln>
            </p:spPr>
          </p:pic>
        </mc:Fallback>
      </mc:AlternateContent>
    </p:spTree>
    <p:extLst>
      <p:ext uri="{BB962C8B-B14F-4D97-AF65-F5344CB8AC3E}">
        <p14:creationId xmlns:p14="http://schemas.microsoft.com/office/powerpoint/2010/main" val="3451379972"/>
      </p:ext>
    </p:extLst>
  </p:cSld>
  <p:clrMapOvr>
    <a:masterClrMapping/>
  </p:clrMapOvr>
  <p:transition spd="slow">
    <p:wheel spokes="1"/>
  </p:transition>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 name="Rectangle 50">
            <a:extLst>
              <a:ext uri="{FF2B5EF4-FFF2-40B4-BE49-F238E27FC236}">
                <a16:creationId xmlns:a16="http://schemas.microsoft.com/office/drawing/2014/main" id="{80516254-1D9F-4F3A-9870-3A3280BE2B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orbel" panose="020B0503020204020204"/>
              <a:ea typeface="+mn-ea"/>
              <a:cs typeface="+mn-cs"/>
            </a:endParaRPr>
          </a:p>
        </p:txBody>
      </p:sp>
      <p:sp>
        <p:nvSpPr>
          <p:cNvPr id="2" name="Title 1">
            <a:extLst>
              <a:ext uri="{FF2B5EF4-FFF2-40B4-BE49-F238E27FC236}">
                <a16:creationId xmlns:a16="http://schemas.microsoft.com/office/drawing/2014/main" id="{698465DE-CB0A-7BF6-610A-29B36ED20C3E}"/>
              </a:ext>
            </a:extLst>
          </p:cNvPr>
          <p:cNvSpPr>
            <a:spLocks noGrp="1"/>
          </p:cNvSpPr>
          <p:nvPr>
            <p:ph type="title"/>
          </p:nvPr>
        </p:nvSpPr>
        <p:spPr>
          <a:xfrm>
            <a:off x="1539116" y="864108"/>
            <a:ext cx="3073914" cy="5120639"/>
          </a:xfrm>
        </p:spPr>
        <p:txBody>
          <a:bodyPr>
            <a:normAutofit/>
          </a:bodyPr>
          <a:lstStyle/>
          <a:p>
            <a:r>
              <a:rPr lang="ro-RO" dirty="0">
                <a:solidFill>
                  <a:schemeClr val="tx1"/>
                </a:solidFill>
                <a:latin typeface="Tahoma" panose="020B0604030504040204" pitchFamily="34" charset="0"/>
                <a:ea typeface="Tahoma" panose="020B0604030504040204" pitchFamily="34" charset="0"/>
                <a:cs typeface="Tahoma" panose="020B0604030504040204" pitchFamily="34" charset="0"/>
              </a:rPr>
              <a:t>Capturarea și explicarea unor aspecte legate de practicile de lucru din domeniu. </a:t>
            </a:r>
          </a:p>
        </p:txBody>
      </p:sp>
      <p:sp>
        <p:nvSpPr>
          <p:cNvPr id="62" name="Rectangle 52">
            <a:extLst>
              <a:ext uri="{FF2B5EF4-FFF2-40B4-BE49-F238E27FC236}">
                <a16:creationId xmlns:a16="http://schemas.microsoft.com/office/drawing/2014/main" id="{FC14672B-27A5-4CDA-ABAF-5E4CF4B41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1286934"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orbel" panose="020B0503020204020204"/>
              <a:ea typeface="+mn-ea"/>
              <a:cs typeface="+mn-cs"/>
            </a:endParaRPr>
          </a:p>
        </p:txBody>
      </p:sp>
      <p:cxnSp>
        <p:nvCxnSpPr>
          <p:cNvPr id="63" name="Straight Connector 54">
            <a:extLst>
              <a:ext uri="{FF2B5EF4-FFF2-40B4-BE49-F238E27FC236}">
                <a16:creationId xmlns:a16="http://schemas.microsoft.com/office/drawing/2014/main" id="{8D89589C-2C90-4407-A995-05EC3DD7AB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51129" y="2085681"/>
            <a:ext cx="0" cy="2686639"/>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64" name="Content Placeholder 2">
            <a:extLst>
              <a:ext uri="{FF2B5EF4-FFF2-40B4-BE49-F238E27FC236}">
                <a16:creationId xmlns:a16="http://schemas.microsoft.com/office/drawing/2014/main" id="{BD5A9A93-C719-E337-C777-F504C34F1E8E}"/>
              </a:ext>
            </a:extLst>
          </p:cNvPr>
          <p:cNvSpPr>
            <a:spLocks noGrp="1"/>
          </p:cNvSpPr>
          <p:nvPr>
            <p:ph idx="1"/>
          </p:nvPr>
        </p:nvSpPr>
        <p:spPr>
          <a:xfrm>
            <a:off x="5289229" y="864108"/>
            <a:ext cx="5910677" cy="5120640"/>
          </a:xfrm>
        </p:spPr>
        <p:txBody>
          <a:bodyPr>
            <a:normAutofit/>
          </a:bodyPr>
          <a:lstStyle/>
          <a:p>
            <a:r>
              <a:rPr lang="ro-RO" sz="1700" dirty="0">
                <a:solidFill>
                  <a:schemeClr val="tx1"/>
                </a:solidFill>
                <a:latin typeface="Tahoma" panose="020B0604030504040204" pitchFamily="34" charset="0"/>
                <a:ea typeface="Tahoma" panose="020B0604030504040204" pitchFamily="34" charset="0"/>
                <a:cs typeface="Tahoma" panose="020B0604030504040204" pitchFamily="34" charset="0"/>
              </a:rPr>
              <a:t>Elemente care pot reprezenta </a:t>
            </a:r>
            <a:r>
              <a:rPr lang="ro-RO" sz="1700" i="1" dirty="0">
                <a:solidFill>
                  <a:schemeClr val="tx1"/>
                </a:solidFill>
                <a:latin typeface="Tahoma" panose="020B0604030504040204" pitchFamily="34" charset="0"/>
                <a:ea typeface="Tahoma" panose="020B0604030504040204" pitchFamily="34" charset="0"/>
                <a:cs typeface="Tahoma" panose="020B0604030504040204" pitchFamily="34" charset="0"/>
              </a:rPr>
              <a:t>input-</a:t>
            </a:r>
            <a:r>
              <a:rPr lang="ro-RO" sz="1700" dirty="0">
                <a:solidFill>
                  <a:schemeClr val="tx1"/>
                </a:solidFill>
                <a:latin typeface="Tahoma" panose="020B0604030504040204" pitchFamily="34" charset="0"/>
                <a:ea typeface="Tahoma" panose="020B0604030504040204" pitchFamily="34" charset="0"/>
                <a:cs typeface="Tahoma" panose="020B0604030504040204" pitchFamily="34" charset="0"/>
              </a:rPr>
              <a:t>uri pentru modelele dezvoltate. </a:t>
            </a:r>
          </a:p>
          <a:p>
            <a:r>
              <a:rPr lang="ro-RO" sz="1700" dirty="0">
                <a:solidFill>
                  <a:schemeClr val="tx1"/>
                </a:solidFill>
                <a:latin typeface="Tahoma" panose="020B0604030504040204" pitchFamily="34" charset="0"/>
                <a:ea typeface="Tahoma" panose="020B0604030504040204" pitchFamily="34" charset="0"/>
                <a:cs typeface="Tahoma" panose="020B0604030504040204" pitchFamily="34" charset="0"/>
              </a:rPr>
              <a:t>Exemplu: </a:t>
            </a:r>
            <a:r>
              <a:rPr lang="en-GB" sz="1700" dirty="0">
                <a:solidFill>
                  <a:schemeClr val="tx1"/>
                </a:solidFill>
                <a:latin typeface="Tahoma" panose="020B0604030504040204" pitchFamily="34" charset="0"/>
                <a:ea typeface="Tahoma" panose="020B0604030504040204" pitchFamily="34" charset="0"/>
                <a:cs typeface="Tahoma" panose="020B0604030504040204" pitchFamily="34" charset="0"/>
              </a:rPr>
              <a:t>“</a:t>
            </a:r>
            <a:r>
              <a:rPr lang="ro-RO" sz="1700" i="1" dirty="0">
                <a:solidFill>
                  <a:schemeClr val="tx1"/>
                </a:solidFill>
                <a:latin typeface="Tahoma" panose="020B0604030504040204" pitchFamily="34" charset="0"/>
                <a:ea typeface="Tahoma" panose="020B0604030504040204" pitchFamily="34" charset="0"/>
                <a:cs typeface="Tahoma" panose="020B0604030504040204" pitchFamily="34" charset="0"/>
              </a:rPr>
              <a:t>Este greu să obțin informații despre sporturile practicate în acest club direct de la ghișeu</a:t>
            </a:r>
            <a:r>
              <a:rPr lang="en-GB" sz="1700" i="1" dirty="0">
                <a:solidFill>
                  <a:schemeClr val="tx1"/>
                </a:solidFill>
                <a:latin typeface="Tahoma" panose="020B0604030504040204" pitchFamily="34" charset="0"/>
                <a:ea typeface="Tahoma" panose="020B0604030504040204" pitchFamily="34" charset="0"/>
                <a:cs typeface="Tahoma" panose="020B0604030504040204" pitchFamily="34" charset="0"/>
              </a:rPr>
              <a:t>”</a:t>
            </a:r>
            <a:r>
              <a:rPr lang="ro-RO" sz="1700" i="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ro-RO" sz="1700" dirty="0">
                <a:solidFill>
                  <a:schemeClr val="tx1"/>
                </a:solidFill>
                <a:latin typeface="Tahoma" panose="020B0604030504040204" pitchFamily="34" charset="0"/>
                <a:ea typeface="Tahoma" panose="020B0604030504040204" pitchFamily="34" charset="0"/>
                <a:cs typeface="Tahoma" panose="020B0604030504040204" pitchFamily="34" charset="0"/>
              </a:rPr>
              <a:t>– obstacol în modelul fluxului de lucru.</a:t>
            </a:r>
            <a:endParaRPr lang="ro-RO" sz="1700" dirty="0">
              <a:latin typeface="Tahoma" panose="020B0604030504040204" pitchFamily="34" charset="0"/>
              <a:ea typeface="Tahoma" panose="020B0604030504040204" pitchFamily="34" charset="0"/>
              <a:cs typeface="Tahoma" panose="020B0604030504040204" pitchFamily="34" charset="0"/>
            </a:endParaRPr>
          </a:p>
          <a:p>
            <a:endParaRPr lang="ro-RO" sz="1700" dirty="0">
              <a:latin typeface="Tahoma" panose="020B0604030504040204" pitchFamily="34" charset="0"/>
              <a:ea typeface="Tahoma" panose="020B0604030504040204" pitchFamily="34" charset="0"/>
              <a:cs typeface="Tahoma" panose="020B0604030504040204" pitchFamily="34" charset="0"/>
            </a:endParaRPr>
          </a:p>
          <a:p>
            <a:endParaRPr lang="ro-RO" sz="1700" dirty="0">
              <a:latin typeface="Tahoma" panose="020B0604030504040204" pitchFamily="34" charset="0"/>
              <a:ea typeface="Tahoma" panose="020B0604030504040204" pitchFamily="34" charset="0"/>
              <a:cs typeface="Tahoma" panose="020B0604030504040204" pitchFamily="34" charset="0"/>
            </a:endParaRPr>
          </a:p>
        </p:txBody>
      </p:sp>
      <p:sp>
        <p:nvSpPr>
          <p:cNvPr id="65" name="Rectangle 56">
            <a:extLst>
              <a:ext uri="{FF2B5EF4-FFF2-40B4-BE49-F238E27FC236}">
                <a16:creationId xmlns:a16="http://schemas.microsoft.com/office/drawing/2014/main" id="{9A206779-5C74-4555-94BC-5845C92EC3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683988" y="767825"/>
            <a:ext cx="508012"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orbel" panose="020B0503020204020204"/>
              <a:ea typeface="+mn-ea"/>
              <a:cs typeface="+mn-cs"/>
            </a:endParaRPr>
          </a:p>
        </p:txBody>
      </p:sp>
    </p:spTree>
    <p:extLst>
      <p:ext uri="{BB962C8B-B14F-4D97-AF65-F5344CB8AC3E}">
        <p14:creationId xmlns:p14="http://schemas.microsoft.com/office/powerpoint/2010/main" val="283063454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0" name="Rectangle 69">
            <a:extLst>
              <a:ext uri="{FF2B5EF4-FFF2-40B4-BE49-F238E27FC236}">
                <a16:creationId xmlns:a16="http://schemas.microsoft.com/office/drawing/2014/main" id="{F13A95FF-1A75-49AA-86AE-EED61BD0E4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61999"/>
            <a:ext cx="4642228"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orbel" panose="020B0503020204020204"/>
              <a:ea typeface="+mn-ea"/>
              <a:cs typeface="+mn-cs"/>
            </a:endParaRPr>
          </a:p>
        </p:txBody>
      </p:sp>
      <p:sp>
        <p:nvSpPr>
          <p:cNvPr id="2" name="Title 1">
            <a:extLst>
              <a:ext uri="{FF2B5EF4-FFF2-40B4-BE49-F238E27FC236}">
                <a16:creationId xmlns:a16="http://schemas.microsoft.com/office/drawing/2014/main" id="{698465DE-CB0A-7BF6-610A-29B36ED20C3E}"/>
              </a:ext>
            </a:extLst>
          </p:cNvPr>
          <p:cNvSpPr>
            <a:spLocks noGrp="1"/>
          </p:cNvSpPr>
          <p:nvPr>
            <p:ph type="title"/>
          </p:nvPr>
        </p:nvSpPr>
        <p:spPr>
          <a:xfrm>
            <a:off x="289249" y="1123837"/>
            <a:ext cx="4016116" cy="1255469"/>
          </a:xfrm>
        </p:spPr>
        <p:txBody>
          <a:bodyPr>
            <a:normAutofit/>
          </a:bodyPr>
          <a:lstStyle/>
          <a:p>
            <a:r>
              <a:rPr lang="ro-RO" sz="2300" dirty="0">
                <a:latin typeface="Tahoma" panose="020B0604030504040204" pitchFamily="34" charset="0"/>
                <a:ea typeface="Tahoma" panose="020B0604030504040204" pitchFamily="34" charset="0"/>
                <a:cs typeface="Tahoma" panose="020B0604030504040204" pitchFamily="34" charset="0"/>
              </a:rPr>
              <a:t>Capturarea și explicarea unor aspecte legate de practicile de lucru din domeniu. </a:t>
            </a:r>
          </a:p>
        </p:txBody>
      </p:sp>
      <p:sp>
        <p:nvSpPr>
          <p:cNvPr id="64" name="Content Placeholder 2">
            <a:extLst>
              <a:ext uri="{FF2B5EF4-FFF2-40B4-BE49-F238E27FC236}">
                <a16:creationId xmlns:a16="http://schemas.microsoft.com/office/drawing/2014/main" id="{BD5A9A93-C719-E337-C777-F504C34F1E8E}"/>
              </a:ext>
            </a:extLst>
          </p:cNvPr>
          <p:cNvSpPr>
            <a:spLocks noGrp="1"/>
          </p:cNvSpPr>
          <p:nvPr>
            <p:ph idx="1"/>
          </p:nvPr>
        </p:nvSpPr>
        <p:spPr>
          <a:xfrm>
            <a:off x="289249" y="2510395"/>
            <a:ext cx="4016116" cy="3274586"/>
          </a:xfrm>
        </p:spPr>
        <p:txBody>
          <a:bodyPr anchor="t">
            <a:normAutofit/>
          </a:bodyPr>
          <a:lstStyle/>
          <a:p>
            <a:r>
              <a:rPr lang="ro-RO" dirty="0">
                <a:solidFill>
                  <a:schemeClr val="tx1"/>
                </a:solidFill>
                <a:latin typeface="Tahoma" panose="020B0604030504040204" pitchFamily="34" charset="0"/>
                <a:ea typeface="Tahoma" panose="020B0604030504040204" pitchFamily="34" charset="0"/>
                <a:cs typeface="Tahoma" panose="020B0604030504040204" pitchFamily="34" charset="0"/>
              </a:rPr>
              <a:t>În proiectele mai ample: realizarea de </a:t>
            </a:r>
            <a:r>
              <a:rPr lang="en-GB" i="1" dirty="0">
                <a:solidFill>
                  <a:schemeClr val="tx1"/>
                </a:solidFill>
                <a:latin typeface="Tahoma" panose="020B0604030504040204" pitchFamily="34" charset="0"/>
                <a:ea typeface="Tahoma" panose="020B0604030504040204" pitchFamily="34" charset="0"/>
                <a:cs typeface="Tahoma" panose="020B0604030504040204" pitchFamily="34" charset="0"/>
              </a:rPr>
              <a:t>WAAD (Work Activity Affinity Diagram)</a:t>
            </a:r>
            <a:r>
              <a:rPr lang="ro-RO" i="1" dirty="0">
                <a:solidFill>
                  <a:schemeClr val="tx1"/>
                </a:solidFill>
                <a:latin typeface="Tahoma" panose="020B0604030504040204" pitchFamily="34" charset="0"/>
                <a:ea typeface="Tahoma" panose="020B0604030504040204" pitchFamily="34" charset="0"/>
                <a:cs typeface="Tahoma" panose="020B0604030504040204" pitchFamily="34" charset="0"/>
              </a:rPr>
              <a:t>.</a:t>
            </a:r>
          </a:p>
          <a:p>
            <a:r>
              <a:rPr lang="ro-RO" dirty="0">
                <a:solidFill>
                  <a:schemeClr val="tx1"/>
                </a:solidFill>
                <a:latin typeface="Tahoma" panose="020B0604030504040204" pitchFamily="34" charset="0"/>
                <a:ea typeface="Tahoma" panose="020B0604030504040204" pitchFamily="34" charset="0"/>
                <a:cs typeface="Tahoma" panose="020B0604030504040204" pitchFamily="34" charset="0"/>
              </a:rPr>
              <a:t>Exemplu:</a:t>
            </a:r>
            <a:r>
              <a:rPr lang="en-GB"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GB" i="1" dirty="0">
                <a:solidFill>
                  <a:schemeClr val="tx1"/>
                </a:solidFill>
                <a:latin typeface="Tahoma" panose="020B0604030504040204" pitchFamily="34" charset="0"/>
                <a:ea typeface="Tahoma" panose="020B0604030504040204" pitchFamily="34" charset="0"/>
                <a:cs typeface="Tahoma" panose="020B0604030504040204" pitchFamily="34" charset="0"/>
              </a:rPr>
              <a:t>“Am </a:t>
            </a:r>
            <a:r>
              <a:rPr lang="en-GB" i="1" dirty="0" err="1">
                <a:solidFill>
                  <a:schemeClr val="tx1"/>
                </a:solidFill>
                <a:latin typeface="Tahoma" panose="020B0604030504040204" pitchFamily="34" charset="0"/>
                <a:ea typeface="Tahoma" panose="020B0604030504040204" pitchFamily="34" charset="0"/>
                <a:cs typeface="Tahoma" panose="020B0604030504040204" pitchFamily="34" charset="0"/>
              </a:rPr>
              <a:t>avut</a:t>
            </a:r>
            <a:r>
              <a:rPr lang="en-GB" i="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GB" i="1" dirty="0" err="1">
                <a:solidFill>
                  <a:schemeClr val="tx1"/>
                </a:solidFill>
                <a:latin typeface="Tahoma" panose="020B0604030504040204" pitchFamily="34" charset="0"/>
                <a:ea typeface="Tahoma" panose="020B0604030504040204" pitchFamily="34" charset="0"/>
                <a:cs typeface="Tahoma" panose="020B0604030504040204" pitchFamily="34" charset="0"/>
              </a:rPr>
              <a:t>dificult</a:t>
            </a:r>
            <a:r>
              <a:rPr lang="ro-RO" i="1" dirty="0">
                <a:solidFill>
                  <a:schemeClr val="tx1"/>
                </a:solidFill>
                <a:latin typeface="Tahoma" panose="020B0604030504040204" pitchFamily="34" charset="0"/>
                <a:ea typeface="Tahoma" panose="020B0604030504040204" pitchFamily="34" charset="0"/>
                <a:cs typeface="Tahoma" panose="020B0604030504040204" pitchFamily="34" charset="0"/>
              </a:rPr>
              <a:t>ăți la plata cu cardul la ghișeu.</a:t>
            </a:r>
            <a:r>
              <a:rPr lang="en-GB" i="1" dirty="0">
                <a:solidFill>
                  <a:schemeClr val="tx1"/>
                </a:solidFill>
                <a:latin typeface="Tahoma" panose="020B0604030504040204" pitchFamily="34" charset="0"/>
                <a:ea typeface="Tahoma" panose="020B0604030504040204" pitchFamily="34" charset="0"/>
                <a:cs typeface="Tahoma" panose="020B0604030504040204" pitchFamily="34" charset="0"/>
              </a:rPr>
              <a:t>”</a:t>
            </a:r>
            <a:r>
              <a:rPr lang="ro-RO" i="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GB" dirty="0">
                <a:solidFill>
                  <a:schemeClr val="tx1"/>
                </a:solidFill>
                <a:latin typeface="Tahoma" panose="020B0604030504040204" pitchFamily="34" charset="0"/>
                <a:ea typeface="Tahoma" panose="020B0604030504040204" pitchFamily="34" charset="0"/>
                <a:cs typeface="Tahoma" panose="020B0604030504040204" pitchFamily="34" charset="0"/>
              </a:rPr>
              <a:t>[18]</a:t>
            </a:r>
          </a:p>
          <a:p>
            <a:r>
              <a:rPr lang="en-GB" i="1" dirty="0">
                <a:solidFill>
                  <a:schemeClr val="tx1"/>
                </a:solidFill>
                <a:latin typeface="Tahoma" panose="020B0604030504040204" pitchFamily="34" charset="0"/>
                <a:ea typeface="Tahoma" panose="020B0604030504040204" pitchFamily="34" charset="0"/>
                <a:cs typeface="Tahoma" panose="020B0604030504040204" pitchFamily="34" charset="0"/>
              </a:rPr>
              <a:t>“</a:t>
            </a:r>
            <a:r>
              <a:rPr lang="ro-RO" i="1" dirty="0">
                <a:solidFill>
                  <a:schemeClr val="tx1"/>
                </a:solidFill>
                <a:latin typeface="Tahoma" panose="020B0604030504040204" pitchFamily="34" charset="0"/>
                <a:ea typeface="Tahoma" panose="020B0604030504040204" pitchFamily="34" charset="0"/>
                <a:cs typeface="Tahoma" panose="020B0604030504040204" pitchFamily="34" charset="0"/>
              </a:rPr>
              <a:t>Am fost într-un birou să mă înscriu, dar mi-au pierdut fișa</a:t>
            </a:r>
            <a:r>
              <a:rPr lang="en-GB" i="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GB" dirty="0">
                <a:solidFill>
                  <a:schemeClr val="tx1"/>
                </a:solidFill>
                <a:latin typeface="Tahoma" panose="020B0604030504040204" pitchFamily="34" charset="0"/>
                <a:ea typeface="Tahoma" panose="020B0604030504040204" pitchFamily="34" charset="0"/>
                <a:cs typeface="Tahoma" panose="020B0604030504040204" pitchFamily="34" charset="0"/>
              </a:rPr>
              <a:t>[12]</a:t>
            </a:r>
          </a:p>
          <a:p>
            <a:endParaRPr lang="ro-RO" dirty="0">
              <a:solidFill>
                <a:schemeClr val="tx1"/>
              </a:solidFill>
              <a:latin typeface="Tahoma" panose="020B0604030504040204" pitchFamily="34" charset="0"/>
              <a:ea typeface="Tahoma" panose="020B0604030504040204" pitchFamily="34" charset="0"/>
              <a:cs typeface="Tahoma" panose="020B0604030504040204" pitchFamily="34" charset="0"/>
            </a:endParaRPr>
          </a:p>
          <a:p>
            <a:endParaRPr lang="ro-RO" i="1" dirty="0">
              <a:solidFill>
                <a:schemeClr val="tx1"/>
              </a:solidFill>
              <a:latin typeface="Tahoma" panose="020B0604030504040204" pitchFamily="34" charset="0"/>
              <a:ea typeface="Tahoma" panose="020B0604030504040204" pitchFamily="34" charset="0"/>
              <a:cs typeface="Tahoma" panose="020B0604030504040204" pitchFamily="34" charset="0"/>
            </a:endParaRPr>
          </a:p>
          <a:p>
            <a:endParaRPr lang="ro-RO" i="1" dirty="0">
              <a:solidFill>
                <a:schemeClr val="tx1"/>
              </a:solidFill>
              <a:latin typeface="Tahoma" panose="020B0604030504040204" pitchFamily="34" charset="0"/>
              <a:ea typeface="Tahoma" panose="020B0604030504040204" pitchFamily="34" charset="0"/>
              <a:cs typeface="Tahoma" panose="020B0604030504040204" pitchFamily="34" charset="0"/>
            </a:endParaRPr>
          </a:p>
          <a:p>
            <a:endParaRPr lang="ro-RO" i="1" dirty="0">
              <a:solidFill>
                <a:schemeClr val="tx1"/>
              </a:solidFill>
              <a:latin typeface="Tahoma" panose="020B0604030504040204" pitchFamily="34" charset="0"/>
              <a:ea typeface="Tahoma" panose="020B0604030504040204" pitchFamily="34" charset="0"/>
              <a:cs typeface="Tahoma" panose="020B0604030504040204" pitchFamily="34" charset="0"/>
            </a:endParaRPr>
          </a:p>
          <a:p>
            <a:endParaRPr lang="ro-RO" i="1" dirty="0">
              <a:solidFill>
                <a:schemeClr val="tx1"/>
              </a:solidFill>
              <a:latin typeface="Tahoma" panose="020B0604030504040204" pitchFamily="34" charset="0"/>
              <a:ea typeface="Tahoma" panose="020B0604030504040204" pitchFamily="34" charset="0"/>
              <a:cs typeface="Tahoma" panose="020B0604030504040204" pitchFamily="34" charset="0"/>
            </a:endParaRPr>
          </a:p>
          <a:p>
            <a:endParaRPr lang="ro-RO" i="1" dirty="0">
              <a:solidFill>
                <a:schemeClr val="tx1"/>
              </a:solidFill>
              <a:latin typeface="Tahoma" panose="020B0604030504040204" pitchFamily="34" charset="0"/>
              <a:ea typeface="Tahoma" panose="020B0604030504040204" pitchFamily="34" charset="0"/>
              <a:cs typeface="Tahoma" panose="020B0604030504040204" pitchFamily="34" charset="0"/>
            </a:endParaRPr>
          </a:p>
          <a:p>
            <a:endParaRPr lang="ro-RO" i="1" dirty="0">
              <a:solidFill>
                <a:schemeClr val="tx1"/>
              </a:solidFill>
              <a:latin typeface="Tahoma" panose="020B0604030504040204" pitchFamily="34" charset="0"/>
              <a:ea typeface="Tahoma" panose="020B0604030504040204" pitchFamily="34" charset="0"/>
              <a:cs typeface="Tahoma" panose="020B0604030504040204" pitchFamily="34" charset="0"/>
            </a:endParaRPr>
          </a:p>
          <a:p>
            <a:endParaRPr lang="ro-RO" i="1" dirty="0">
              <a:solidFill>
                <a:schemeClr val="tx1"/>
              </a:solidFill>
              <a:latin typeface="Tahoma" panose="020B0604030504040204" pitchFamily="34" charset="0"/>
              <a:ea typeface="Tahoma" panose="020B0604030504040204" pitchFamily="34" charset="0"/>
              <a:cs typeface="Tahoma" panose="020B0604030504040204" pitchFamily="34" charset="0"/>
            </a:endParaRPr>
          </a:p>
          <a:p>
            <a:endParaRPr lang="ro-RO" dirty="0">
              <a:solidFill>
                <a:srgbClr val="FFFFFF"/>
              </a:solidFill>
              <a:latin typeface="Tahoma" panose="020B0604030504040204" pitchFamily="34" charset="0"/>
              <a:ea typeface="Tahoma" panose="020B0604030504040204" pitchFamily="34" charset="0"/>
              <a:cs typeface="Tahoma" panose="020B0604030504040204" pitchFamily="34" charset="0"/>
            </a:endParaRPr>
          </a:p>
          <a:p>
            <a:endParaRPr lang="ro-RO" dirty="0">
              <a:solidFill>
                <a:srgbClr val="FFFFFF"/>
              </a:solidFill>
              <a:latin typeface="Tahoma" panose="020B0604030504040204" pitchFamily="34" charset="0"/>
              <a:ea typeface="Tahoma" panose="020B0604030504040204" pitchFamily="34" charset="0"/>
              <a:cs typeface="Tahoma" panose="020B0604030504040204" pitchFamily="34" charset="0"/>
            </a:endParaRPr>
          </a:p>
        </p:txBody>
      </p:sp>
      <p:pic>
        <p:nvPicPr>
          <p:cNvPr id="4" name="Picture 3" descr="Sursa: ">
            <a:extLst>
              <a:ext uri="{FF2B5EF4-FFF2-40B4-BE49-F238E27FC236}">
                <a16:creationId xmlns:a16="http://schemas.microsoft.com/office/drawing/2014/main" id="{6E4EEF77-DE31-B28E-4AA8-C47CB15C2C1A}"/>
              </a:ext>
            </a:extLst>
          </p:cNvPr>
          <p:cNvPicPr>
            <a:picLocks noChangeAspect="1"/>
          </p:cNvPicPr>
          <p:nvPr/>
        </p:nvPicPr>
        <p:blipFill rotWithShape="1">
          <a:blip r:embed="rId2">
            <a:extLst>
              <a:ext uri="{28A0092B-C50C-407E-A947-70E740481C1C}">
                <a14:useLocalDpi xmlns:a14="http://schemas.microsoft.com/office/drawing/2010/main" val="0"/>
              </a:ext>
            </a:extLst>
          </a:blip>
          <a:srcRect l="12004" r="1" b="1"/>
          <a:stretch/>
        </p:blipFill>
        <p:spPr>
          <a:xfrm>
            <a:off x="5165388" y="761999"/>
            <a:ext cx="5644048" cy="4860588"/>
          </a:xfrm>
          <a:prstGeom prst="rect">
            <a:avLst/>
          </a:prstGeom>
        </p:spPr>
      </p:pic>
      <p:sp>
        <p:nvSpPr>
          <p:cNvPr id="5" name="TextBox 4">
            <a:extLst>
              <a:ext uri="{FF2B5EF4-FFF2-40B4-BE49-F238E27FC236}">
                <a16:creationId xmlns:a16="http://schemas.microsoft.com/office/drawing/2014/main" id="{428BFB2F-25DB-FF9C-116B-DD01E2A21DC1}"/>
              </a:ext>
            </a:extLst>
          </p:cNvPr>
          <p:cNvSpPr txBox="1"/>
          <p:nvPr/>
        </p:nvSpPr>
        <p:spPr>
          <a:xfrm>
            <a:off x="5622587" y="5744742"/>
            <a:ext cx="4893013"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ro-RO" sz="1600" b="0" i="0" u="none" strike="noStrike" kern="120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Sursa:</a:t>
            </a:r>
            <a:r>
              <a:rPr kumimoji="0" lang="en-GB" sz="1600" b="0" i="0" u="none" strike="noStrike" kern="1200" cap="none" spc="0" normalizeH="0" baseline="0" noProof="0" dirty="0">
                <a:ln>
                  <a:noFill/>
                </a:ln>
                <a:solidFill>
                  <a:srgbClr val="2E2E2E"/>
                </a:solidFill>
                <a:effectLst/>
                <a:uLnTx/>
                <a:uFillTx/>
                <a:latin typeface="Tahoma" panose="020B0604030504040204" pitchFamily="34" charset="0"/>
                <a:ea typeface="Tahoma" panose="020B0604030504040204" pitchFamily="34" charset="0"/>
                <a:cs typeface="Tahoma" panose="020B0604030504040204" pitchFamily="34" charset="0"/>
              </a:rPr>
              <a:t> </a:t>
            </a:r>
            <a:r>
              <a:rPr kumimoji="0" lang="en-GB" sz="1600" b="0" i="0" u="none" strike="noStrike" kern="1200" cap="none" spc="0" normalizeH="0" baseline="0" noProof="0" dirty="0" err="1">
                <a:ln>
                  <a:noFill/>
                </a:ln>
                <a:solidFill>
                  <a:srgbClr val="2E2E2E"/>
                </a:solidFill>
                <a:effectLst/>
                <a:uLnTx/>
                <a:uFillTx/>
                <a:latin typeface="Tahoma" panose="020B0604030504040204" pitchFamily="34" charset="0"/>
                <a:ea typeface="Tahoma" panose="020B0604030504040204" pitchFamily="34" charset="0"/>
                <a:cs typeface="Tahoma" panose="020B0604030504040204" pitchFamily="34" charset="0"/>
              </a:rPr>
              <a:t>Holtzblatt</a:t>
            </a:r>
            <a:r>
              <a:rPr kumimoji="0" lang="ro-RO" sz="1600" b="0" i="0" u="none" strike="noStrike" kern="1200" cap="none" spc="0" normalizeH="0" baseline="0" noProof="0" dirty="0">
                <a:ln>
                  <a:noFill/>
                </a:ln>
                <a:solidFill>
                  <a:srgbClr val="2E2E2E"/>
                </a:solidFill>
                <a:effectLst/>
                <a:uLnTx/>
                <a:uFillTx/>
                <a:latin typeface="Tahoma" panose="020B0604030504040204" pitchFamily="34" charset="0"/>
                <a:ea typeface="Tahoma" panose="020B0604030504040204" pitchFamily="34" charset="0"/>
                <a:cs typeface="Tahoma" panose="020B0604030504040204" pitchFamily="34" charset="0"/>
              </a:rPr>
              <a:t> și </a:t>
            </a:r>
            <a:r>
              <a:rPr kumimoji="0" lang="en-GB" sz="1600" b="0" i="0" u="none" strike="noStrike" kern="1200" cap="none" spc="0" normalizeH="0" baseline="0" noProof="0" dirty="0">
                <a:ln>
                  <a:noFill/>
                </a:ln>
                <a:solidFill>
                  <a:srgbClr val="2E2E2E"/>
                </a:solidFill>
                <a:effectLst/>
                <a:uLnTx/>
                <a:uFillTx/>
                <a:latin typeface="Tahoma" panose="020B0604030504040204" pitchFamily="34" charset="0"/>
                <a:ea typeface="Tahoma" panose="020B0604030504040204" pitchFamily="34" charset="0"/>
                <a:cs typeface="Tahoma" panose="020B0604030504040204" pitchFamily="34" charset="0"/>
              </a:rPr>
              <a:t>Beyer</a:t>
            </a:r>
            <a:r>
              <a:rPr kumimoji="0" lang="ro-RO" sz="1600" b="0" i="0" u="none" strike="noStrike" kern="1200" cap="none" spc="0" normalizeH="0" baseline="0" noProof="0" dirty="0">
                <a:ln>
                  <a:noFill/>
                </a:ln>
                <a:solidFill>
                  <a:srgbClr val="2E2E2E"/>
                </a:solidFill>
                <a:effectLst/>
                <a:uLnTx/>
                <a:uFillTx/>
                <a:latin typeface="Tahoma" panose="020B0604030504040204" pitchFamily="34" charset="0"/>
                <a:ea typeface="Tahoma" panose="020B0604030504040204" pitchFamily="34" charset="0"/>
                <a:cs typeface="Tahoma" panose="020B0604030504040204" pitchFamily="34" charset="0"/>
              </a:rPr>
              <a:t>, </a:t>
            </a:r>
            <a:r>
              <a:rPr kumimoji="0" lang="ro-RO" sz="1600" b="0" i="1" u="none" strike="noStrike" kern="1200" cap="none" spc="0" normalizeH="0" baseline="0" noProof="0" dirty="0">
                <a:ln>
                  <a:noFill/>
                </a:ln>
                <a:solidFill>
                  <a:srgbClr val="2E2E2E"/>
                </a:solidFill>
                <a:effectLst/>
                <a:uLnTx/>
                <a:uFillTx/>
                <a:latin typeface="Tahoma" panose="020B0604030504040204" pitchFamily="34" charset="0"/>
                <a:ea typeface="Tahoma" panose="020B0604030504040204" pitchFamily="34" charset="0"/>
                <a:cs typeface="Tahoma" panose="020B0604030504040204" pitchFamily="34" charset="0"/>
              </a:rPr>
              <a:t>Contextual design, </a:t>
            </a:r>
            <a:r>
              <a:rPr kumimoji="0" lang="ro-RO" sz="1600" b="0" i="0" u="none" strike="noStrike" kern="1200" cap="none" spc="0" normalizeH="0" baseline="0" noProof="0" dirty="0">
                <a:ln>
                  <a:noFill/>
                </a:ln>
                <a:solidFill>
                  <a:srgbClr val="2E2E2E"/>
                </a:solidFill>
                <a:effectLst/>
                <a:uLnTx/>
                <a:uFillTx/>
                <a:latin typeface="Tahoma" panose="020B0604030504040204" pitchFamily="34" charset="0"/>
                <a:ea typeface="Tahoma" panose="020B0604030504040204" pitchFamily="34" charset="0"/>
                <a:cs typeface="Tahoma" panose="020B0604030504040204" pitchFamily="34" charset="0"/>
              </a:rPr>
              <a:t>2017</a:t>
            </a:r>
            <a:r>
              <a:rPr kumimoji="0" lang="ro-RO" sz="1600" b="0" i="0" u="none" strike="noStrike" kern="120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en-GB" sz="1600" b="0" i="0" u="none" strike="noStrike" kern="120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7" name="Action Button: Help 6">
            <a:hlinkClick r:id="" action="ppaction://hlinkshowjump?jump=nextslide" highlightClick="1"/>
            <a:extLst>
              <a:ext uri="{FF2B5EF4-FFF2-40B4-BE49-F238E27FC236}">
                <a16:creationId xmlns:a16="http://schemas.microsoft.com/office/drawing/2014/main" id="{8981EE9E-8A39-A4CA-2EEC-DEEF882A267F}"/>
              </a:ext>
            </a:extLst>
          </p:cNvPr>
          <p:cNvSpPr/>
          <p:nvPr/>
        </p:nvSpPr>
        <p:spPr>
          <a:xfrm>
            <a:off x="2173643" y="4898075"/>
            <a:ext cx="1406135" cy="1042416"/>
          </a:xfrm>
          <a:prstGeom prst="actionButtonHelp">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Corbel" panose="020B0503020204020204"/>
              <a:ea typeface="+mn-ea"/>
              <a:cs typeface="+mn-cs"/>
            </a:endParaRPr>
          </a:p>
        </p:txBody>
      </p:sp>
    </p:spTree>
    <p:extLst>
      <p:ext uri="{BB962C8B-B14F-4D97-AF65-F5344CB8AC3E}">
        <p14:creationId xmlns:p14="http://schemas.microsoft.com/office/powerpoint/2010/main" val="250065954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0" name="Rectangle 69">
            <a:extLst>
              <a:ext uri="{FF2B5EF4-FFF2-40B4-BE49-F238E27FC236}">
                <a16:creationId xmlns:a16="http://schemas.microsoft.com/office/drawing/2014/main" id="{F13A95FF-1A75-49AA-86AE-EED61BD0E4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61999"/>
            <a:ext cx="4642228"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orbel" panose="020B0503020204020204"/>
              <a:ea typeface="+mn-ea"/>
              <a:cs typeface="+mn-cs"/>
            </a:endParaRPr>
          </a:p>
        </p:txBody>
      </p:sp>
      <p:sp>
        <p:nvSpPr>
          <p:cNvPr id="2" name="Title 1">
            <a:extLst>
              <a:ext uri="{FF2B5EF4-FFF2-40B4-BE49-F238E27FC236}">
                <a16:creationId xmlns:a16="http://schemas.microsoft.com/office/drawing/2014/main" id="{698465DE-CB0A-7BF6-610A-29B36ED20C3E}"/>
              </a:ext>
            </a:extLst>
          </p:cNvPr>
          <p:cNvSpPr>
            <a:spLocks noGrp="1"/>
          </p:cNvSpPr>
          <p:nvPr>
            <p:ph type="title"/>
          </p:nvPr>
        </p:nvSpPr>
        <p:spPr>
          <a:xfrm>
            <a:off x="289249" y="1123837"/>
            <a:ext cx="4016116" cy="1255469"/>
          </a:xfrm>
        </p:spPr>
        <p:txBody>
          <a:bodyPr>
            <a:normAutofit/>
          </a:bodyPr>
          <a:lstStyle/>
          <a:p>
            <a:r>
              <a:rPr lang="ro-RO" sz="2300" dirty="0">
                <a:latin typeface="Tahoma" panose="020B0604030504040204" pitchFamily="34" charset="0"/>
                <a:ea typeface="Tahoma" panose="020B0604030504040204" pitchFamily="34" charset="0"/>
                <a:cs typeface="Tahoma" panose="020B0604030504040204" pitchFamily="34" charset="0"/>
              </a:rPr>
              <a:t>Capturarea și explicarea unor aspecte legate de practicile de lucru din domeniu. </a:t>
            </a:r>
          </a:p>
        </p:txBody>
      </p:sp>
      <p:sp>
        <p:nvSpPr>
          <p:cNvPr id="64" name="Content Placeholder 2">
            <a:extLst>
              <a:ext uri="{FF2B5EF4-FFF2-40B4-BE49-F238E27FC236}">
                <a16:creationId xmlns:a16="http://schemas.microsoft.com/office/drawing/2014/main" id="{BD5A9A93-C719-E337-C777-F504C34F1E8E}"/>
              </a:ext>
            </a:extLst>
          </p:cNvPr>
          <p:cNvSpPr>
            <a:spLocks noGrp="1"/>
          </p:cNvSpPr>
          <p:nvPr>
            <p:ph idx="1"/>
          </p:nvPr>
        </p:nvSpPr>
        <p:spPr>
          <a:xfrm>
            <a:off x="289249" y="2510395"/>
            <a:ext cx="4016116" cy="3274586"/>
          </a:xfrm>
        </p:spPr>
        <p:txBody>
          <a:bodyPr anchor="t">
            <a:normAutofit/>
          </a:bodyPr>
          <a:lstStyle/>
          <a:p>
            <a:r>
              <a:rPr lang="ro-RO" dirty="0">
                <a:solidFill>
                  <a:schemeClr val="tx1"/>
                </a:solidFill>
                <a:latin typeface="Tahoma" panose="020B0604030504040204" pitchFamily="34" charset="0"/>
                <a:ea typeface="Tahoma" panose="020B0604030504040204" pitchFamily="34" charset="0"/>
                <a:cs typeface="Tahoma" panose="020B0604030504040204" pitchFamily="34" charset="0"/>
              </a:rPr>
              <a:t>În proiectele mai ample: realizarea de </a:t>
            </a:r>
            <a:r>
              <a:rPr lang="en-GB" i="1" dirty="0">
                <a:solidFill>
                  <a:schemeClr val="tx1"/>
                </a:solidFill>
                <a:latin typeface="Tahoma" panose="020B0604030504040204" pitchFamily="34" charset="0"/>
                <a:ea typeface="Tahoma" panose="020B0604030504040204" pitchFamily="34" charset="0"/>
                <a:cs typeface="Tahoma" panose="020B0604030504040204" pitchFamily="34" charset="0"/>
              </a:rPr>
              <a:t>WAAD (Work Activity Affinity Diagram)</a:t>
            </a:r>
            <a:r>
              <a:rPr lang="ro-RO" i="1" dirty="0">
                <a:solidFill>
                  <a:schemeClr val="tx1"/>
                </a:solidFill>
                <a:latin typeface="Tahoma" panose="020B0604030504040204" pitchFamily="34" charset="0"/>
                <a:ea typeface="Tahoma" panose="020B0604030504040204" pitchFamily="34" charset="0"/>
                <a:cs typeface="Tahoma" panose="020B0604030504040204" pitchFamily="34" charset="0"/>
              </a:rPr>
              <a:t>.</a:t>
            </a:r>
          </a:p>
          <a:p>
            <a:r>
              <a:rPr lang="ro-RO" dirty="0">
                <a:solidFill>
                  <a:schemeClr val="tx1"/>
                </a:solidFill>
                <a:latin typeface="Tahoma" panose="020B0604030504040204" pitchFamily="34" charset="0"/>
                <a:ea typeface="Tahoma" panose="020B0604030504040204" pitchFamily="34" charset="0"/>
                <a:cs typeface="Tahoma" panose="020B0604030504040204" pitchFamily="34" charset="0"/>
              </a:rPr>
              <a:t>Exemplu:</a:t>
            </a:r>
            <a:r>
              <a:rPr lang="en-GB"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GB" i="1" dirty="0">
                <a:solidFill>
                  <a:schemeClr val="tx1"/>
                </a:solidFill>
                <a:latin typeface="Tahoma" panose="020B0604030504040204" pitchFamily="34" charset="0"/>
                <a:ea typeface="Tahoma" panose="020B0604030504040204" pitchFamily="34" charset="0"/>
                <a:cs typeface="Tahoma" panose="020B0604030504040204" pitchFamily="34" charset="0"/>
              </a:rPr>
              <a:t>“Am </a:t>
            </a:r>
            <a:r>
              <a:rPr lang="en-GB" i="1" dirty="0" err="1">
                <a:solidFill>
                  <a:schemeClr val="tx1"/>
                </a:solidFill>
                <a:latin typeface="Tahoma" panose="020B0604030504040204" pitchFamily="34" charset="0"/>
                <a:ea typeface="Tahoma" panose="020B0604030504040204" pitchFamily="34" charset="0"/>
                <a:cs typeface="Tahoma" panose="020B0604030504040204" pitchFamily="34" charset="0"/>
              </a:rPr>
              <a:t>avut</a:t>
            </a:r>
            <a:r>
              <a:rPr lang="en-GB" i="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GB" i="1" dirty="0" err="1">
                <a:solidFill>
                  <a:schemeClr val="tx1"/>
                </a:solidFill>
                <a:latin typeface="Tahoma" panose="020B0604030504040204" pitchFamily="34" charset="0"/>
                <a:ea typeface="Tahoma" panose="020B0604030504040204" pitchFamily="34" charset="0"/>
                <a:cs typeface="Tahoma" panose="020B0604030504040204" pitchFamily="34" charset="0"/>
              </a:rPr>
              <a:t>dificult</a:t>
            </a:r>
            <a:r>
              <a:rPr lang="ro-RO" i="1" dirty="0">
                <a:solidFill>
                  <a:schemeClr val="tx1"/>
                </a:solidFill>
                <a:latin typeface="Tahoma" panose="020B0604030504040204" pitchFamily="34" charset="0"/>
                <a:ea typeface="Tahoma" panose="020B0604030504040204" pitchFamily="34" charset="0"/>
                <a:cs typeface="Tahoma" panose="020B0604030504040204" pitchFamily="34" charset="0"/>
              </a:rPr>
              <a:t>ăți la plata cu cardul la ghișeu.</a:t>
            </a:r>
            <a:r>
              <a:rPr lang="en-GB" i="1" dirty="0">
                <a:solidFill>
                  <a:schemeClr val="tx1"/>
                </a:solidFill>
                <a:latin typeface="Tahoma" panose="020B0604030504040204" pitchFamily="34" charset="0"/>
                <a:ea typeface="Tahoma" panose="020B0604030504040204" pitchFamily="34" charset="0"/>
                <a:cs typeface="Tahoma" panose="020B0604030504040204" pitchFamily="34" charset="0"/>
              </a:rPr>
              <a:t>”</a:t>
            </a:r>
            <a:r>
              <a:rPr lang="ro-RO" i="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GB" dirty="0">
                <a:solidFill>
                  <a:schemeClr val="tx1"/>
                </a:solidFill>
                <a:latin typeface="Tahoma" panose="020B0604030504040204" pitchFamily="34" charset="0"/>
                <a:ea typeface="Tahoma" panose="020B0604030504040204" pitchFamily="34" charset="0"/>
                <a:cs typeface="Tahoma" panose="020B0604030504040204" pitchFamily="34" charset="0"/>
              </a:rPr>
              <a:t>[18]</a:t>
            </a:r>
          </a:p>
          <a:p>
            <a:r>
              <a:rPr lang="en-GB" i="1" dirty="0">
                <a:solidFill>
                  <a:schemeClr val="tx1"/>
                </a:solidFill>
                <a:latin typeface="Tahoma" panose="020B0604030504040204" pitchFamily="34" charset="0"/>
                <a:ea typeface="Tahoma" panose="020B0604030504040204" pitchFamily="34" charset="0"/>
                <a:cs typeface="Tahoma" panose="020B0604030504040204" pitchFamily="34" charset="0"/>
              </a:rPr>
              <a:t>“</a:t>
            </a:r>
            <a:r>
              <a:rPr lang="ro-RO" i="1" dirty="0">
                <a:solidFill>
                  <a:schemeClr val="tx1"/>
                </a:solidFill>
                <a:latin typeface="Tahoma" panose="020B0604030504040204" pitchFamily="34" charset="0"/>
                <a:ea typeface="Tahoma" panose="020B0604030504040204" pitchFamily="34" charset="0"/>
                <a:cs typeface="Tahoma" panose="020B0604030504040204" pitchFamily="34" charset="0"/>
              </a:rPr>
              <a:t>Am fost într-un birou să mă înscriu, dar mi-au pierdut fișa</a:t>
            </a:r>
            <a:r>
              <a:rPr lang="en-GB" i="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GB" dirty="0">
                <a:solidFill>
                  <a:schemeClr val="tx1"/>
                </a:solidFill>
                <a:latin typeface="Tahoma" panose="020B0604030504040204" pitchFamily="34" charset="0"/>
                <a:ea typeface="Tahoma" panose="020B0604030504040204" pitchFamily="34" charset="0"/>
                <a:cs typeface="Tahoma" panose="020B0604030504040204" pitchFamily="34" charset="0"/>
              </a:rPr>
              <a:t>[12]</a:t>
            </a:r>
          </a:p>
          <a:p>
            <a:endParaRPr lang="ro-RO" i="1" dirty="0">
              <a:solidFill>
                <a:schemeClr val="tx1"/>
              </a:solidFill>
              <a:latin typeface="Tahoma" panose="020B0604030504040204" pitchFamily="34" charset="0"/>
              <a:ea typeface="Tahoma" panose="020B0604030504040204" pitchFamily="34" charset="0"/>
              <a:cs typeface="Tahoma" panose="020B0604030504040204" pitchFamily="34" charset="0"/>
            </a:endParaRPr>
          </a:p>
          <a:p>
            <a:endParaRPr lang="ro-RO" i="1" dirty="0">
              <a:solidFill>
                <a:schemeClr val="tx1"/>
              </a:solidFill>
              <a:latin typeface="Tahoma" panose="020B0604030504040204" pitchFamily="34" charset="0"/>
              <a:ea typeface="Tahoma" panose="020B0604030504040204" pitchFamily="34" charset="0"/>
              <a:cs typeface="Tahoma" panose="020B0604030504040204" pitchFamily="34" charset="0"/>
            </a:endParaRPr>
          </a:p>
          <a:p>
            <a:endParaRPr lang="ro-RO" i="1" dirty="0">
              <a:solidFill>
                <a:schemeClr val="tx1"/>
              </a:solidFill>
              <a:latin typeface="Tahoma" panose="020B0604030504040204" pitchFamily="34" charset="0"/>
              <a:ea typeface="Tahoma" panose="020B0604030504040204" pitchFamily="34" charset="0"/>
              <a:cs typeface="Tahoma" panose="020B0604030504040204" pitchFamily="34" charset="0"/>
            </a:endParaRPr>
          </a:p>
          <a:p>
            <a:endParaRPr lang="ro-RO" i="1" dirty="0">
              <a:solidFill>
                <a:schemeClr val="tx1"/>
              </a:solidFill>
              <a:latin typeface="Tahoma" panose="020B0604030504040204" pitchFamily="34" charset="0"/>
              <a:ea typeface="Tahoma" panose="020B0604030504040204" pitchFamily="34" charset="0"/>
              <a:cs typeface="Tahoma" panose="020B0604030504040204" pitchFamily="34" charset="0"/>
            </a:endParaRPr>
          </a:p>
          <a:p>
            <a:endParaRPr lang="ro-RO" i="1" dirty="0">
              <a:solidFill>
                <a:schemeClr val="tx1"/>
              </a:solidFill>
              <a:latin typeface="Tahoma" panose="020B0604030504040204" pitchFamily="34" charset="0"/>
              <a:ea typeface="Tahoma" panose="020B0604030504040204" pitchFamily="34" charset="0"/>
              <a:cs typeface="Tahoma" panose="020B0604030504040204" pitchFamily="34" charset="0"/>
            </a:endParaRPr>
          </a:p>
          <a:p>
            <a:endParaRPr lang="ro-RO" i="1" dirty="0">
              <a:solidFill>
                <a:schemeClr val="tx1"/>
              </a:solidFill>
              <a:latin typeface="Tahoma" panose="020B0604030504040204" pitchFamily="34" charset="0"/>
              <a:ea typeface="Tahoma" panose="020B0604030504040204" pitchFamily="34" charset="0"/>
              <a:cs typeface="Tahoma" panose="020B0604030504040204" pitchFamily="34" charset="0"/>
            </a:endParaRPr>
          </a:p>
          <a:p>
            <a:endParaRPr lang="ro-RO" dirty="0">
              <a:solidFill>
                <a:srgbClr val="FFFFFF"/>
              </a:solidFill>
              <a:latin typeface="Tahoma" panose="020B0604030504040204" pitchFamily="34" charset="0"/>
              <a:ea typeface="Tahoma" panose="020B0604030504040204" pitchFamily="34" charset="0"/>
              <a:cs typeface="Tahoma" panose="020B0604030504040204" pitchFamily="34" charset="0"/>
            </a:endParaRPr>
          </a:p>
          <a:p>
            <a:endParaRPr lang="ro-RO" dirty="0">
              <a:solidFill>
                <a:srgbClr val="FFFFFF"/>
              </a:solidFill>
              <a:latin typeface="Tahoma" panose="020B0604030504040204" pitchFamily="34" charset="0"/>
              <a:ea typeface="Tahoma" panose="020B0604030504040204" pitchFamily="34" charset="0"/>
              <a:cs typeface="Tahoma" panose="020B0604030504040204" pitchFamily="34" charset="0"/>
            </a:endParaRPr>
          </a:p>
        </p:txBody>
      </p:sp>
      <p:pic>
        <p:nvPicPr>
          <p:cNvPr id="4" name="Picture 3" descr="Sursa: ">
            <a:extLst>
              <a:ext uri="{FF2B5EF4-FFF2-40B4-BE49-F238E27FC236}">
                <a16:creationId xmlns:a16="http://schemas.microsoft.com/office/drawing/2014/main" id="{6E4EEF77-DE31-B28E-4AA8-C47CB15C2C1A}"/>
              </a:ext>
            </a:extLst>
          </p:cNvPr>
          <p:cNvPicPr>
            <a:picLocks noChangeAspect="1"/>
          </p:cNvPicPr>
          <p:nvPr/>
        </p:nvPicPr>
        <p:blipFill rotWithShape="1">
          <a:blip r:embed="rId2">
            <a:extLst>
              <a:ext uri="{28A0092B-C50C-407E-A947-70E740481C1C}">
                <a14:useLocalDpi xmlns:a14="http://schemas.microsoft.com/office/drawing/2010/main" val="0"/>
              </a:ext>
            </a:extLst>
          </a:blip>
          <a:srcRect l="12004" r="1" b="1"/>
          <a:stretch/>
        </p:blipFill>
        <p:spPr>
          <a:xfrm>
            <a:off x="5165388" y="761999"/>
            <a:ext cx="5644048" cy="4860588"/>
          </a:xfrm>
          <a:prstGeom prst="rect">
            <a:avLst/>
          </a:prstGeom>
        </p:spPr>
      </p:pic>
      <p:sp>
        <p:nvSpPr>
          <p:cNvPr id="5" name="TextBox 4">
            <a:extLst>
              <a:ext uri="{FF2B5EF4-FFF2-40B4-BE49-F238E27FC236}">
                <a16:creationId xmlns:a16="http://schemas.microsoft.com/office/drawing/2014/main" id="{428BFB2F-25DB-FF9C-116B-DD01E2A21DC1}"/>
              </a:ext>
            </a:extLst>
          </p:cNvPr>
          <p:cNvSpPr txBox="1"/>
          <p:nvPr/>
        </p:nvSpPr>
        <p:spPr>
          <a:xfrm>
            <a:off x="5622587" y="5744742"/>
            <a:ext cx="4893013"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ro-RO" sz="1600" b="0" i="0" u="none" strike="noStrike" kern="120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Sursa:</a:t>
            </a:r>
            <a:r>
              <a:rPr kumimoji="0" lang="en-GB" sz="1600" b="0" i="0" u="none" strike="noStrike" kern="1200" cap="none" spc="0" normalizeH="0" baseline="0" noProof="0" dirty="0">
                <a:ln>
                  <a:noFill/>
                </a:ln>
                <a:solidFill>
                  <a:srgbClr val="2E2E2E"/>
                </a:solidFill>
                <a:effectLst/>
                <a:uLnTx/>
                <a:uFillTx/>
                <a:latin typeface="Tahoma" panose="020B0604030504040204" pitchFamily="34" charset="0"/>
                <a:ea typeface="Tahoma" panose="020B0604030504040204" pitchFamily="34" charset="0"/>
                <a:cs typeface="Tahoma" panose="020B0604030504040204" pitchFamily="34" charset="0"/>
              </a:rPr>
              <a:t> </a:t>
            </a:r>
            <a:r>
              <a:rPr kumimoji="0" lang="en-GB" sz="1600" b="0" i="0" u="none" strike="noStrike" kern="1200" cap="none" spc="0" normalizeH="0" baseline="0" noProof="0" dirty="0" err="1">
                <a:ln>
                  <a:noFill/>
                </a:ln>
                <a:solidFill>
                  <a:srgbClr val="2E2E2E"/>
                </a:solidFill>
                <a:effectLst/>
                <a:uLnTx/>
                <a:uFillTx/>
                <a:latin typeface="Tahoma" panose="020B0604030504040204" pitchFamily="34" charset="0"/>
                <a:ea typeface="Tahoma" panose="020B0604030504040204" pitchFamily="34" charset="0"/>
                <a:cs typeface="Tahoma" panose="020B0604030504040204" pitchFamily="34" charset="0"/>
              </a:rPr>
              <a:t>Holtzblatt</a:t>
            </a:r>
            <a:r>
              <a:rPr kumimoji="0" lang="ro-RO" sz="1600" b="0" i="0" u="none" strike="noStrike" kern="1200" cap="none" spc="0" normalizeH="0" baseline="0" noProof="0" dirty="0">
                <a:ln>
                  <a:noFill/>
                </a:ln>
                <a:solidFill>
                  <a:srgbClr val="2E2E2E"/>
                </a:solidFill>
                <a:effectLst/>
                <a:uLnTx/>
                <a:uFillTx/>
                <a:latin typeface="Tahoma" panose="020B0604030504040204" pitchFamily="34" charset="0"/>
                <a:ea typeface="Tahoma" panose="020B0604030504040204" pitchFamily="34" charset="0"/>
                <a:cs typeface="Tahoma" panose="020B0604030504040204" pitchFamily="34" charset="0"/>
              </a:rPr>
              <a:t> și </a:t>
            </a:r>
            <a:r>
              <a:rPr kumimoji="0" lang="en-GB" sz="1600" b="0" i="0" u="none" strike="noStrike" kern="1200" cap="none" spc="0" normalizeH="0" baseline="0" noProof="0" dirty="0">
                <a:ln>
                  <a:noFill/>
                </a:ln>
                <a:solidFill>
                  <a:srgbClr val="2E2E2E"/>
                </a:solidFill>
                <a:effectLst/>
                <a:uLnTx/>
                <a:uFillTx/>
                <a:latin typeface="Tahoma" panose="020B0604030504040204" pitchFamily="34" charset="0"/>
                <a:ea typeface="Tahoma" panose="020B0604030504040204" pitchFamily="34" charset="0"/>
                <a:cs typeface="Tahoma" panose="020B0604030504040204" pitchFamily="34" charset="0"/>
              </a:rPr>
              <a:t>Beyer</a:t>
            </a:r>
            <a:r>
              <a:rPr kumimoji="0" lang="ro-RO" sz="1600" b="0" i="0" u="none" strike="noStrike" kern="1200" cap="none" spc="0" normalizeH="0" baseline="0" noProof="0" dirty="0">
                <a:ln>
                  <a:noFill/>
                </a:ln>
                <a:solidFill>
                  <a:srgbClr val="2E2E2E"/>
                </a:solidFill>
                <a:effectLst/>
                <a:uLnTx/>
                <a:uFillTx/>
                <a:latin typeface="Tahoma" panose="020B0604030504040204" pitchFamily="34" charset="0"/>
                <a:ea typeface="Tahoma" panose="020B0604030504040204" pitchFamily="34" charset="0"/>
                <a:cs typeface="Tahoma" panose="020B0604030504040204" pitchFamily="34" charset="0"/>
              </a:rPr>
              <a:t>, </a:t>
            </a:r>
            <a:r>
              <a:rPr kumimoji="0" lang="ro-RO" sz="1600" b="0" i="1" u="none" strike="noStrike" kern="1200" cap="none" spc="0" normalizeH="0" baseline="0" noProof="0" dirty="0">
                <a:ln>
                  <a:noFill/>
                </a:ln>
                <a:solidFill>
                  <a:srgbClr val="2E2E2E"/>
                </a:solidFill>
                <a:effectLst/>
                <a:uLnTx/>
                <a:uFillTx/>
                <a:latin typeface="Tahoma" panose="020B0604030504040204" pitchFamily="34" charset="0"/>
                <a:ea typeface="Tahoma" panose="020B0604030504040204" pitchFamily="34" charset="0"/>
                <a:cs typeface="Tahoma" panose="020B0604030504040204" pitchFamily="34" charset="0"/>
              </a:rPr>
              <a:t>Contextual design, </a:t>
            </a:r>
            <a:r>
              <a:rPr kumimoji="0" lang="ro-RO" sz="1600" b="0" i="0" u="none" strike="noStrike" kern="1200" cap="none" spc="0" normalizeH="0" baseline="0" noProof="0" dirty="0">
                <a:ln>
                  <a:noFill/>
                </a:ln>
                <a:solidFill>
                  <a:srgbClr val="2E2E2E"/>
                </a:solidFill>
                <a:effectLst/>
                <a:uLnTx/>
                <a:uFillTx/>
                <a:latin typeface="Tahoma" panose="020B0604030504040204" pitchFamily="34" charset="0"/>
                <a:ea typeface="Tahoma" panose="020B0604030504040204" pitchFamily="34" charset="0"/>
                <a:cs typeface="Tahoma" panose="020B0604030504040204" pitchFamily="34" charset="0"/>
              </a:rPr>
              <a:t>2017</a:t>
            </a:r>
            <a:r>
              <a:rPr kumimoji="0" lang="ro-RO" sz="1600" b="0" i="0" u="none" strike="noStrike" kern="120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en-GB" sz="1600" b="0" i="0" u="none" strike="noStrike" kern="120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10" name="Rectangle 9">
            <a:extLst>
              <a:ext uri="{FF2B5EF4-FFF2-40B4-BE49-F238E27FC236}">
                <a16:creationId xmlns:a16="http://schemas.microsoft.com/office/drawing/2014/main" id="{D4C6B55D-03F4-C5B0-A113-FABCFC8D1D4B}"/>
              </a:ext>
            </a:extLst>
          </p:cNvPr>
          <p:cNvSpPr/>
          <p:nvPr/>
        </p:nvSpPr>
        <p:spPr>
          <a:xfrm>
            <a:off x="2198453" y="4893014"/>
            <a:ext cx="1322960" cy="1021006"/>
          </a:xfrm>
          <a:prstGeom prst="rect">
            <a:avLst/>
          </a:prstGeom>
          <a:solidFill>
            <a:srgbClr val="FFC000"/>
          </a:solidFill>
          <a:ln w="190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err="1">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Preocup</a:t>
            </a:r>
            <a:r>
              <a:rPr kumimoji="0" lang="ro-RO" sz="1800" b="0" i="0" u="none" strike="noStrike" kern="120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ări legate de securitate</a:t>
            </a:r>
          </a:p>
        </p:txBody>
      </p:sp>
    </p:spTree>
    <p:extLst>
      <p:ext uri="{BB962C8B-B14F-4D97-AF65-F5344CB8AC3E}">
        <p14:creationId xmlns:p14="http://schemas.microsoft.com/office/powerpoint/2010/main" val="357332797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2">
            <a:extLst>
              <a:ext uri="{FF2B5EF4-FFF2-40B4-BE49-F238E27FC236}">
                <a16:creationId xmlns:a16="http://schemas.microsoft.com/office/drawing/2014/main" id="{80516254-1D9F-4F3A-9870-3A3280BE2B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orbel" panose="020B0503020204020204"/>
              <a:ea typeface="+mn-ea"/>
              <a:cs typeface="+mn-cs"/>
            </a:endParaRPr>
          </a:p>
        </p:txBody>
      </p:sp>
      <p:sp>
        <p:nvSpPr>
          <p:cNvPr id="2" name="Title 1">
            <a:extLst>
              <a:ext uri="{FF2B5EF4-FFF2-40B4-BE49-F238E27FC236}">
                <a16:creationId xmlns:a16="http://schemas.microsoft.com/office/drawing/2014/main" id="{698465DE-CB0A-7BF6-610A-29B36ED20C3E}"/>
              </a:ext>
            </a:extLst>
          </p:cNvPr>
          <p:cNvSpPr>
            <a:spLocks noGrp="1"/>
          </p:cNvSpPr>
          <p:nvPr>
            <p:ph type="title"/>
          </p:nvPr>
        </p:nvSpPr>
        <p:spPr>
          <a:xfrm>
            <a:off x="1539116" y="864108"/>
            <a:ext cx="3073914" cy="5120639"/>
          </a:xfrm>
        </p:spPr>
        <p:txBody>
          <a:bodyPr>
            <a:normAutofit/>
          </a:bodyPr>
          <a:lstStyle/>
          <a:p>
            <a:pPr algn="r"/>
            <a:r>
              <a:rPr lang="ro-RO" dirty="0">
                <a:solidFill>
                  <a:schemeClr val="tx1">
                    <a:lumMod val="85000"/>
                    <a:lumOff val="15000"/>
                  </a:schemeClr>
                </a:solidFill>
                <a:latin typeface="Tahoma" panose="020B0604030504040204" pitchFamily="34" charset="0"/>
                <a:ea typeface="Tahoma" panose="020B0604030504040204" pitchFamily="34" charset="0"/>
                <a:cs typeface="Tahoma" panose="020B0604030504040204" pitchFamily="34" charset="0"/>
              </a:rPr>
              <a:t>Alte exemple</a:t>
            </a:r>
            <a:endParaRPr lang="en-GB" dirty="0">
              <a:solidFill>
                <a:schemeClr val="tx1">
                  <a:lumMod val="85000"/>
                  <a:lumOff val="15000"/>
                </a:schemeClr>
              </a:solidFill>
              <a:latin typeface="Tahoma" panose="020B0604030504040204" pitchFamily="34" charset="0"/>
              <a:ea typeface="Tahoma" panose="020B0604030504040204" pitchFamily="34" charset="0"/>
              <a:cs typeface="Tahoma" panose="020B0604030504040204" pitchFamily="34" charset="0"/>
            </a:endParaRPr>
          </a:p>
        </p:txBody>
      </p:sp>
      <p:sp>
        <p:nvSpPr>
          <p:cNvPr id="31" name="Rectangle 24">
            <a:extLst>
              <a:ext uri="{FF2B5EF4-FFF2-40B4-BE49-F238E27FC236}">
                <a16:creationId xmlns:a16="http://schemas.microsoft.com/office/drawing/2014/main" id="{FC14672B-27A5-4CDA-ABAF-5E4CF4B41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1286934"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orbel" panose="020B0503020204020204"/>
              <a:ea typeface="+mn-ea"/>
              <a:cs typeface="+mn-cs"/>
            </a:endParaRPr>
          </a:p>
        </p:txBody>
      </p:sp>
      <p:cxnSp>
        <p:nvCxnSpPr>
          <p:cNvPr id="32" name="Straight Connector 26">
            <a:extLst>
              <a:ext uri="{FF2B5EF4-FFF2-40B4-BE49-F238E27FC236}">
                <a16:creationId xmlns:a16="http://schemas.microsoft.com/office/drawing/2014/main" id="{8D89589C-2C90-4407-A995-05EC3DD7AB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51129" y="2085681"/>
            <a:ext cx="0" cy="2686639"/>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BD5A9A93-C719-E337-C777-F504C34F1E8E}"/>
              </a:ext>
            </a:extLst>
          </p:cNvPr>
          <p:cNvSpPr>
            <a:spLocks noGrp="1"/>
          </p:cNvSpPr>
          <p:nvPr>
            <p:ph idx="1"/>
          </p:nvPr>
        </p:nvSpPr>
        <p:spPr>
          <a:xfrm>
            <a:off x="5289229" y="864108"/>
            <a:ext cx="5910677" cy="5120640"/>
          </a:xfrm>
        </p:spPr>
        <p:txBody>
          <a:bodyPr>
            <a:normAutofit/>
          </a:bodyPr>
          <a:lstStyle/>
          <a:p>
            <a:r>
              <a:rPr lang="ro-RO" i="1" dirty="0">
                <a:latin typeface="Tahoma" panose="020B0604030504040204" pitchFamily="34" charset="0"/>
                <a:ea typeface="Tahoma" panose="020B0604030504040204" pitchFamily="34" charset="0"/>
                <a:cs typeface="Tahoma" panose="020B0604030504040204" pitchFamily="34" charset="0"/>
              </a:rPr>
              <a:t>Să pot sorta după categorii (sporturi individuale, de echipă, etc.). Să pot vedea data/ora competițiilor sportive la care participă echipele clubului.</a:t>
            </a:r>
          </a:p>
          <a:p>
            <a:r>
              <a:rPr lang="ro-RO" sz="1800" dirty="0">
                <a:solidFill>
                  <a:schemeClr val="bg1"/>
                </a:solidFill>
                <a:latin typeface="Tahoma" panose="020B0604030504040204" pitchFamily="34" charset="0"/>
                <a:ea typeface="Tahoma" panose="020B0604030504040204" pitchFamily="34" charset="0"/>
                <a:cs typeface="Tahoma" panose="020B0604030504040204" pitchFamily="34" charset="0"/>
              </a:rPr>
              <a:t>Cerințe // Arhitectura informației // Structură, organizare după categorii</a:t>
            </a:r>
          </a:p>
          <a:p>
            <a:r>
              <a:rPr lang="ro-RO" i="1" dirty="0">
                <a:latin typeface="Tahoma" panose="020B0604030504040204" pitchFamily="34" charset="0"/>
                <a:ea typeface="Tahoma" panose="020B0604030504040204" pitchFamily="34" charset="0"/>
                <a:cs typeface="Tahoma" panose="020B0604030504040204" pitchFamily="34" charset="0"/>
              </a:rPr>
              <a:t>Este important ca în cazul în care fac o plată online pe site pentru abonament să existe o pagină de confirmare care să indice exact ce plătesc.</a:t>
            </a:r>
          </a:p>
          <a:p>
            <a:r>
              <a:rPr lang="ro-RO" sz="1800" dirty="0">
                <a:solidFill>
                  <a:schemeClr val="bg1"/>
                </a:solidFill>
                <a:latin typeface="Tahoma" panose="020B0604030504040204" pitchFamily="34" charset="0"/>
                <a:ea typeface="Tahoma" panose="020B0604030504040204" pitchFamily="34" charset="0"/>
                <a:cs typeface="Tahoma" panose="020B0604030504040204" pitchFamily="34" charset="0"/>
              </a:rPr>
              <a:t>Modele // Modelul de flux. </a:t>
            </a:r>
            <a:endParaRPr lang="en-GB" sz="1800"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29" name="Rectangle 28">
            <a:extLst>
              <a:ext uri="{FF2B5EF4-FFF2-40B4-BE49-F238E27FC236}">
                <a16:creationId xmlns:a16="http://schemas.microsoft.com/office/drawing/2014/main" id="{9A206779-5C74-4555-94BC-5845C92EC3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683988" y="767825"/>
            <a:ext cx="508012"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orbel" panose="020B0503020204020204"/>
              <a:ea typeface="+mn-ea"/>
              <a:cs typeface="+mn-cs"/>
            </a:endParaRPr>
          </a:p>
        </p:txBody>
      </p:sp>
    </p:spTree>
    <p:extLst>
      <p:ext uri="{BB962C8B-B14F-4D97-AF65-F5344CB8AC3E}">
        <p14:creationId xmlns:p14="http://schemas.microsoft.com/office/powerpoint/2010/main" val="406645821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2">
            <a:extLst>
              <a:ext uri="{FF2B5EF4-FFF2-40B4-BE49-F238E27FC236}">
                <a16:creationId xmlns:a16="http://schemas.microsoft.com/office/drawing/2014/main" id="{80516254-1D9F-4F3A-9870-3A3280BE2B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orbel" panose="020B0503020204020204"/>
              <a:ea typeface="+mn-ea"/>
              <a:cs typeface="+mn-cs"/>
            </a:endParaRPr>
          </a:p>
        </p:txBody>
      </p:sp>
      <p:sp>
        <p:nvSpPr>
          <p:cNvPr id="2" name="Title 1">
            <a:extLst>
              <a:ext uri="{FF2B5EF4-FFF2-40B4-BE49-F238E27FC236}">
                <a16:creationId xmlns:a16="http://schemas.microsoft.com/office/drawing/2014/main" id="{698465DE-CB0A-7BF6-610A-29B36ED20C3E}"/>
              </a:ext>
            </a:extLst>
          </p:cNvPr>
          <p:cNvSpPr>
            <a:spLocks noGrp="1"/>
          </p:cNvSpPr>
          <p:nvPr>
            <p:ph type="title"/>
          </p:nvPr>
        </p:nvSpPr>
        <p:spPr>
          <a:xfrm>
            <a:off x="1539116" y="864108"/>
            <a:ext cx="3073914" cy="5120639"/>
          </a:xfrm>
        </p:spPr>
        <p:txBody>
          <a:bodyPr>
            <a:normAutofit/>
          </a:bodyPr>
          <a:lstStyle/>
          <a:p>
            <a:pPr algn="r"/>
            <a:r>
              <a:rPr lang="ro-RO" dirty="0">
                <a:solidFill>
                  <a:schemeClr val="tx1">
                    <a:lumMod val="85000"/>
                    <a:lumOff val="15000"/>
                  </a:schemeClr>
                </a:solidFill>
                <a:latin typeface="Tahoma" panose="020B0604030504040204" pitchFamily="34" charset="0"/>
                <a:ea typeface="Tahoma" panose="020B0604030504040204" pitchFamily="34" charset="0"/>
                <a:cs typeface="Tahoma" panose="020B0604030504040204" pitchFamily="34" charset="0"/>
              </a:rPr>
              <a:t>Alte exemple</a:t>
            </a:r>
            <a:endParaRPr lang="en-GB" dirty="0">
              <a:solidFill>
                <a:schemeClr val="tx1">
                  <a:lumMod val="85000"/>
                  <a:lumOff val="15000"/>
                </a:schemeClr>
              </a:solidFill>
              <a:latin typeface="Tahoma" panose="020B0604030504040204" pitchFamily="34" charset="0"/>
              <a:ea typeface="Tahoma" panose="020B0604030504040204" pitchFamily="34" charset="0"/>
              <a:cs typeface="Tahoma" panose="020B0604030504040204" pitchFamily="34" charset="0"/>
            </a:endParaRPr>
          </a:p>
        </p:txBody>
      </p:sp>
      <p:sp>
        <p:nvSpPr>
          <p:cNvPr id="31" name="Rectangle 24">
            <a:extLst>
              <a:ext uri="{FF2B5EF4-FFF2-40B4-BE49-F238E27FC236}">
                <a16:creationId xmlns:a16="http://schemas.microsoft.com/office/drawing/2014/main" id="{FC14672B-27A5-4CDA-ABAF-5E4CF4B41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1286934"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orbel" panose="020B0503020204020204"/>
              <a:ea typeface="+mn-ea"/>
              <a:cs typeface="+mn-cs"/>
            </a:endParaRPr>
          </a:p>
        </p:txBody>
      </p:sp>
      <p:cxnSp>
        <p:nvCxnSpPr>
          <p:cNvPr id="32" name="Straight Connector 26">
            <a:extLst>
              <a:ext uri="{FF2B5EF4-FFF2-40B4-BE49-F238E27FC236}">
                <a16:creationId xmlns:a16="http://schemas.microsoft.com/office/drawing/2014/main" id="{8D89589C-2C90-4407-A995-05EC3DD7AB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51129" y="2085681"/>
            <a:ext cx="0" cy="2686639"/>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BD5A9A93-C719-E337-C777-F504C34F1E8E}"/>
              </a:ext>
            </a:extLst>
          </p:cNvPr>
          <p:cNvSpPr>
            <a:spLocks noGrp="1"/>
          </p:cNvSpPr>
          <p:nvPr>
            <p:ph idx="1"/>
          </p:nvPr>
        </p:nvSpPr>
        <p:spPr>
          <a:xfrm>
            <a:off x="5289229" y="864108"/>
            <a:ext cx="5910677" cy="5120640"/>
          </a:xfrm>
        </p:spPr>
        <p:txBody>
          <a:bodyPr>
            <a:normAutofit/>
          </a:bodyPr>
          <a:lstStyle/>
          <a:p>
            <a:r>
              <a:rPr lang="ro-RO" i="1" dirty="0">
                <a:solidFill>
                  <a:schemeClr val="tx1"/>
                </a:solidFill>
                <a:latin typeface="Tahoma" panose="020B0604030504040204" pitchFamily="34" charset="0"/>
                <a:ea typeface="Tahoma" panose="020B0604030504040204" pitchFamily="34" charset="0"/>
                <a:cs typeface="Tahoma" panose="020B0604030504040204" pitchFamily="34" charset="0"/>
              </a:rPr>
              <a:t>Să pot sorta după categorii (sporturi individuale, de echipă, etc.). Să pot vedea data/ora competițiilor sportive la care participă echipele clubului.</a:t>
            </a:r>
          </a:p>
          <a:p>
            <a:r>
              <a:rPr lang="ro-RO" sz="1800" dirty="0">
                <a:solidFill>
                  <a:schemeClr val="tx1"/>
                </a:solidFill>
                <a:latin typeface="Tahoma" panose="020B0604030504040204" pitchFamily="34" charset="0"/>
                <a:ea typeface="Tahoma" panose="020B0604030504040204" pitchFamily="34" charset="0"/>
                <a:cs typeface="Tahoma" panose="020B0604030504040204" pitchFamily="34" charset="0"/>
              </a:rPr>
              <a:t>Cerințe // Arhitectura informației // Structură, organizare după categorii</a:t>
            </a:r>
          </a:p>
          <a:p>
            <a:r>
              <a:rPr lang="ro-RO" i="1" dirty="0">
                <a:solidFill>
                  <a:schemeClr val="tx1"/>
                </a:solidFill>
                <a:latin typeface="Tahoma" panose="020B0604030504040204" pitchFamily="34" charset="0"/>
                <a:ea typeface="Tahoma" panose="020B0604030504040204" pitchFamily="34" charset="0"/>
                <a:cs typeface="Tahoma" panose="020B0604030504040204" pitchFamily="34" charset="0"/>
              </a:rPr>
              <a:t>Este important ca în cazul în care fac o plată online pe site pentru abonament să existe o pagină de confirmare care să indice exact ce plătesc.</a:t>
            </a:r>
          </a:p>
          <a:p>
            <a:r>
              <a:rPr lang="ro-RO" sz="1800" dirty="0">
                <a:solidFill>
                  <a:schemeClr val="tx1"/>
                </a:solidFill>
                <a:latin typeface="Tahoma" panose="020B0604030504040204" pitchFamily="34" charset="0"/>
                <a:ea typeface="Tahoma" panose="020B0604030504040204" pitchFamily="34" charset="0"/>
                <a:cs typeface="Tahoma" panose="020B0604030504040204" pitchFamily="34" charset="0"/>
              </a:rPr>
              <a:t>Modele // Modelul de flux. </a:t>
            </a:r>
            <a:endParaRPr lang="en-GB"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sp>
        <p:nvSpPr>
          <p:cNvPr id="29" name="Rectangle 28">
            <a:extLst>
              <a:ext uri="{FF2B5EF4-FFF2-40B4-BE49-F238E27FC236}">
                <a16:creationId xmlns:a16="http://schemas.microsoft.com/office/drawing/2014/main" id="{9A206779-5C74-4555-94BC-5845C92EC3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683988" y="767825"/>
            <a:ext cx="508012"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orbel" panose="020B0503020204020204"/>
              <a:ea typeface="+mn-ea"/>
              <a:cs typeface="+mn-cs"/>
            </a:endParaRPr>
          </a:p>
        </p:txBody>
      </p:sp>
    </p:spTree>
    <p:extLst>
      <p:ext uri="{BB962C8B-B14F-4D97-AF65-F5344CB8AC3E}">
        <p14:creationId xmlns:p14="http://schemas.microsoft.com/office/powerpoint/2010/main" val="12305007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9DC5A77-10C9-4ECF-B7EB-8D917F36A9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FFE28B5-FB16-49A9-B851-3C35FAC0CA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58952"/>
            <a:ext cx="10905976" cy="165113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Title 1">
            <a:extLst>
              <a:ext uri="{FF2B5EF4-FFF2-40B4-BE49-F238E27FC236}">
                <a16:creationId xmlns:a16="http://schemas.microsoft.com/office/drawing/2014/main" id="{698465DE-CB0A-7BF6-610A-29B36ED20C3E}"/>
              </a:ext>
            </a:extLst>
          </p:cNvPr>
          <p:cNvSpPr>
            <a:spLocks noGrp="1"/>
          </p:cNvSpPr>
          <p:nvPr>
            <p:ph type="title"/>
          </p:nvPr>
        </p:nvSpPr>
        <p:spPr>
          <a:xfrm>
            <a:off x="1600754" y="1087374"/>
            <a:ext cx="8983489" cy="1000978"/>
          </a:xfrm>
        </p:spPr>
        <p:txBody>
          <a:bodyPr>
            <a:normAutofit fontScale="90000"/>
          </a:bodyPr>
          <a:lstStyle/>
          <a:p>
            <a:r>
              <a:rPr lang="ro-RO" dirty="0">
                <a:latin typeface="Tahoma" panose="020B0604030504040204" pitchFamily="34" charset="0"/>
                <a:ea typeface="Tahoma" panose="020B0604030504040204" pitchFamily="34" charset="0"/>
                <a:cs typeface="Tahoma" panose="020B0604030504040204" pitchFamily="34" charset="0"/>
              </a:rPr>
              <a:t>Extragerea aspectelor esențiale: utilizarea unor </a:t>
            </a:r>
            <a:r>
              <a:rPr lang="ro-RO" i="1" dirty="0">
                <a:latin typeface="Tahoma" panose="020B0604030504040204" pitchFamily="34" charset="0"/>
                <a:ea typeface="Tahoma" panose="020B0604030504040204" pitchFamily="34" charset="0"/>
                <a:cs typeface="Tahoma" panose="020B0604030504040204" pitchFamily="34" charset="0"/>
              </a:rPr>
              <a:t>work activity notes</a:t>
            </a:r>
            <a:endParaRPr lang="en-GB" dirty="0">
              <a:latin typeface="Tahoma" panose="020B0604030504040204" pitchFamily="34" charset="0"/>
              <a:ea typeface="Tahoma" panose="020B0604030504040204" pitchFamily="34" charset="0"/>
              <a:cs typeface="Tahoma" panose="020B0604030504040204" pitchFamily="34" charset="0"/>
            </a:endParaRPr>
          </a:p>
        </p:txBody>
      </p:sp>
      <p:sp>
        <p:nvSpPr>
          <p:cNvPr id="12" name="Rectangle 11">
            <a:extLst>
              <a:ext uri="{FF2B5EF4-FFF2-40B4-BE49-F238E27FC236}">
                <a16:creationId xmlns:a16="http://schemas.microsoft.com/office/drawing/2014/main" id="{01014442-855A-4E0F-8D09-C314661A48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14533" y="758952"/>
            <a:ext cx="1185379" cy="1651133"/>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a:extLst>
              <a:ext uri="{FF2B5EF4-FFF2-40B4-BE49-F238E27FC236}">
                <a16:creationId xmlns:a16="http://schemas.microsoft.com/office/drawing/2014/main" id="{9B1ABF09-86CF-414E-88A5-2B84CC7232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3" y="2526526"/>
            <a:ext cx="1169701" cy="3563378"/>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a:extLst>
              <a:ext uri="{FF2B5EF4-FFF2-40B4-BE49-F238E27FC236}">
                <a16:creationId xmlns:a16="http://schemas.microsoft.com/office/drawing/2014/main" id="{3FE91770-CDBB-4D24-94E5-AD484F36CE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79019" y="2526526"/>
            <a:ext cx="10920893" cy="3563377"/>
          </a:xfrm>
          <a:prstGeom prst="rect">
            <a:avLst/>
          </a:prstGeom>
          <a:solidFill>
            <a:schemeClr val="bg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3" name="Content Placeholder 2">
            <a:extLst>
              <a:ext uri="{FF2B5EF4-FFF2-40B4-BE49-F238E27FC236}">
                <a16:creationId xmlns:a16="http://schemas.microsoft.com/office/drawing/2014/main" id="{BD5A9A93-C719-E337-C777-F504C34F1E8E}"/>
              </a:ext>
            </a:extLst>
          </p:cNvPr>
          <p:cNvSpPr>
            <a:spLocks noGrp="1"/>
          </p:cNvSpPr>
          <p:nvPr>
            <p:ph idx="1"/>
          </p:nvPr>
        </p:nvSpPr>
        <p:spPr>
          <a:xfrm>
            <a:off x="1600753" y="2535446"/>
            <a:ext cx="8983489" cy="3554457"/>
          </a:xfrm>
        </p:spPr>
        <p:txBody>
          <a:bodyPr>
            <a:normAutofit/>
          </a:bodyPr>
          <a:lstStyle/>
          <a:p>
            <a:r>
              <a:rPr lang="ro-RO" sz="2400" dirty="0">
                <a:solidFill>
                  <a:schemeClr val="tx1"/>
                </a:solidFill>
                <a:latin typeface="Tahoma" panose="020B0604030504040204" pitchFamily="34" charset="0"/>
                <a:ea typeface="Tahoma" panose="020B0604030504040204" pitchFamily="34" charset="0"/>
                <a:cs typeface="Tahoma" panose="020B0604030504040204" pitchFamily="34" charset="0"/>
              </a:rPr>
              <a:t>Scurte, elementare, clare, concise, complete, de sine stătătoare, modulare</a:t>
            </a:r>
            <a:r>
              <a:rPr lang="ro-RO" sz="2400" i="1" dirty="0">
                <a:solidFill>
                  <a:schemeClr val="tx1"/>
                </a:solidFill>
                <a:latin typeface="Tahoma" panose="020B0604030504040204" pitchFamily="34" charset="0"/>
                <a:ea typeface="Tahoma" panose="020B0604030504040204" pitchFamily="34" charset="0"/>
                <a:cs typeface="Tahoma" panose="020B0604030504040204" pitchFamily="34" charset="0"/>
              </a:rPr>
              <a:t>.</a:t>
            </a:r>
          </a:p>
          <a:p>
            <a:r>
              <a:rPr lang="ro-RO" sz="2400" dirty="0">
                <a:solidFill>
                  <a:schemeClr val="tx1"/>
                </a:solidFill>
                <a:latin typeface="Tahoma" panose="020B0604030504040204" pitchFamily="34" charset="0"/>
                <a:ea typeface="Tahoma" panose="020B0604030504040204" pitchFamily="34" charset="0"/>
                <a:cs typeface="Tahoma" panose="020B0604030504040204" pitchFamily="34" charset="0"/>
              </a:rPr>
              <a:t>Eventual: informații adiționale (cum ar fi sursele datelor).</a:t>
            </a:r>
          </a:p>
          <a:p>
            <a:r>
              <a:rPr lang="ro-RO" sz="2400" dirty="0">
                <a:solidFill>
                  <a:schemeClr val="tx1"/>
                </a:solidFill>
                <a:latin typeface="Tahoma" panose="020B0604030504040204" pitchFamily="34" charset="0"/>
                <a:ea typeface="Tahoma" panose="020B0604030504040204" pitchFamily="34" charset="0"/>
                <a:cs typeface="Tahoma" panose="020B0604030504040204" pitchFamily="34" charset="0"/>
              </a:rPr>
              <a:t>Pot fi sortate ca </a:t>
            </a:r>
            <a:r>
              <a:rPr lang="ro-RO" sz="2400" i="1" dirty="0">
                <a:solidFill>
                  <a:schemeClr val="tx1"/>
                </a:solidFill>
                <a:latin typeface="Tahoma" panose="020B0604030504040204" pitchFamily="34" charset="0"/>
                <a:ea typeface="Tahoma" panose="020B0604030504040204" pitchFamily="34" charset="0"/>
                <a:cs typeface="Tahoma" panose="020B0604030504040204" pitchFamily="34" charset="0"/>
              </a:rPr>
              <a:t>input-uri </a:t>
            </a:r>
            <a:r>
              <a:rPr lang="ro-RO" sz="2400" dirty="0">
                <a:solidFill>
                  <a:schemeClr val="tx1"/>
                </a:solidFill>
                <a:latin typeface="Tahoma" panose="020B0604030504040204" pitchFamily="34" charset="0"/>
                <a:ea typeface="Tahoma" panose="020B0604030504040204" pitchFamily="34" charset="0"/>
                <a:cs typeface="Tahoma" panose="020B0604030504040204" pitchFamily="34" charset="0"/>
              </a:rPr>
              <a:t>pentru o serie de categorii</a:t>
            </a:r>
          </a:p>
          <a:p>
            <a:pPr lvl="1">
              <a:buFont typeface="Courier New" panose="02070309020205020404" pitchFamily="49" charset="0"/>
              <a:buChar char="o"/>
            </a:pPr>
            <a:r>
              <a:rPr lang="ro-RO" sz="22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ro-RO" sz="2200" i="1" dirty="0">
                <a:solidFill>
                  <a:schemeClr val="tx1"/>
                </a:solidFill>
                <a:latin typeface="Tahoma" panose="020B0604030504040204" pitchFamily="34" charset="0"/>
                <a:ea typeface="Tahoma" panose="020B0604030504040204" pitchFamily="34" charset="0"/>
                <a:cs typeface="Tahoma" panose="020B0604030504040204" pitchFamily="34" charset="0"/>
              </a:rPr>
              <a:t>user stories </a:t>
            </a:r>
            <a:r>
              <a:rPr lang="ro-RO" sz="2200" dirty="0">
                <a:solidFill>
                  <a:schemeClr val="tx1"/>
                </a:solidFill>
                <a:latin typeface="Tahoma" panose="020B0604030504040204" pitchFamily="34" charset="0"/>
                <a:ea typeface="Tahoma" panose="020B0604030504040204" pitchFamily="34" charset="0"/>
                <a:cs typeface="Tahoma" panose="020B0604030504040204" pitchFamily="34" charset="0"/>
              </a:rPr>
              <a:t>și </a:t>
            </a:r>
            <a:r>
              <a:rPr lang="ro-RO" sz="2200" i="1" dirty="0">
                <a:solidFill>
                  <a:schemeClr val="tx1"/>
                </a:solidFill>
                <a:latin typeface="Tahoma" panose="020B0604030504040204" pitchFamily="34" charset="0"/>
                <a:ea typeface="Tahoma" panose="020B0604030504040204" pitchFamily="34" charset="0"/>
                <a:cs typeface="Tahoma" panose="020B0604030504040204" pitchFamily="34" charset="0"/>
              </a:rPr>
              <a:t>requirements</a:t>
            </a:r>
            <a:r>
              <a:rPr lang="ro-RO" sz="2200" dirty="0">
                <a:solidFill>
                  <a:schemeClr val="tx1"/>
                </a:solidFill>
                <a:latin typeface="Tahoma" panose="020B0604030504040204" pitchFamily="34" charset="0"/>
                <a:ea typeface="Tahoma" panose="020B0604030504040204" pitchFamily="34" charset="0"/>
                <a:cs typeface="Tahoma" panose="020B0604030504040204" pitchFamily="34" charset="0"/>
              </a:rPr>
              <a:t>,</a:t>
            </a:r>
          </a:p>
          <a:p>
            <a:pPr lvl="1">
              <a:buFont typeface="Courier New" panose="02070309020205020404" pitchFamily="49" charset="0"/>
              <a:buChar char="o"/>
            </a:pPr>
            <a:r>
              <a:rPr lang="ro-RO" sz="2200" dirty="0">
                <a:solidFill>
                  <a:schemeClr val="tx1"/>
                </a:solidFill>
                <a:latin typeface="Tahoma" panose="020B0604030504040204" pitchFamily="34" charset="0"/>
                <a:ea typeface="Tahoma" panose="020B0604030504040204" pitchFamily="34" charset="0"/>
                <a:cs typeface="Tahoma" panose="020B0604030504040204" pitchFamily="34" charset="0"/>
              </a:rPr>
              <a:t> modele,</a:t>
            </a:r>
          </a:p>
          <a:p>
            <a:pPr lvl="1">
              <a:buFont typeface="Courier New" panose="02070309020205020404" pitchFamily="49" charset="0"/>
              <a:buChar char="o"/>
            </a:pPr>
            <a:r>
              <a:rPr lang="ro-RO" sz="22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ro-RO" sz="2200" i="1" dirty="0">
                <a:solidFill>
                  <a:schemeClr val="tx1"/>
                </a:solidFill>
                <a:latin typeface="Tahoma" panose="020B0604030504040204" pitchFamily="34" charset="0"/>
                <a:ea typeface="Tahoma" panose="020B0604030504040204" pitchFamily="34" charset="0"/>
                <a:cs typeface="Tahoma" panose="020B0604030504040204" pitchFamily="34" charset="0"/>
              </a:rPr>
              <a:t>WAAD </a:t>
            </a:r>
            <a:r>
              <a:rPr lang="ro-RO" sz="2200" dirty="0">
                <a:solidFill>
                  <a:schemeClr val="tx1"/>
                </a:solidFill>
                <a:latin typeface="Tahoma" panose="020B0604030504040204" pitchFamily="34" charset="0"/>
                <a:ea typeface="Tahoma" panose="020B0604030504040204" pitchFamily="34" charset="0"/>
                <a:cs typeface="Tahoma" panose="020B0604030504040204" pitchFamily="34" charset="0"/>
              </a:rPr>
              <a:t>(</a:t>
            </a:r>
            <a:r>
              <a:rPr lang="ro-RO" sz="2200" i="1" dirty="0">
                <a:solidFill>
                  <a:schemeClr val="tx1"/>
                </a:solidFill>
                <a:latin typeface="Tahoma" panose="020B0604030504040204" pitchFamily="34" charset="0"/>
                <a:ea typeface="Tahoma" panose="020B0604030504040204" pitchFamily="34" charset="0"/>
                <a:cs typeface="Tahoma" panose="020B0604030504040204" pitchFamily="34" charset="0"/>
              </a:rPr>
              <a:t>Work Activity Affinity Diagram</a:t>
            </a:r>
            <a:r>
              <a:rPr lang="ro-RO" sz="2200" dirty="0">
                <a:solidFill>
                  <a:schemeClr val="tx1"/>
                </a:solidFill>
                <a:latin typeface="Tahoma" panose="020B0604030504040204" pitchFamily="34" charset="0"/>
                <a:ea typeface="Tahoma" panose="020B0604030504040204" pitchFamily="34" charset="0"/>
                <a:cs typeface="Tahoma" panose="020B0604030504040204" pitchFamily="34" charset="0"/>
              </a:rPr>
              <a:t>)</a:t>
            </a:r>
          </a:p>
        </p:txBody>
      </p:sp>
    </p:spTree>
    <p:extLst>
      <p:ext uri="{BB962C8B-B14F-4D97-AF65-F5344CB8AC3E}">
        <p14:creationId xmlns:p14="http://schemas.microsoft.com/office/powerpoint/2010/main" val="582680428"/>
      </p:ext>
    </p:extLst>
  </p:cSld>
  <p:clrMapOvr>
    <a:masterClrMapping/>
  </p:clrMapOvr>
  <p:transition spd="slow">
    <p:push dir="u"/>
  </p:transition>
</p:sld>
</file>

<file path=ppt/theme/theme1.xml><?xml version="1.0" encoding="utf-8"?>
<a:theme xmlns:a="http://schemas.openxmlformats.org/drawingml/2006/main" name="Frame">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629A0216-3BBD-45C0-B63F-2683BEA18F6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Frame">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629A0216-3BBD-45C0-B63F-2683BEA18F60}"/>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A15293D4D15E14792C01B7E44673E5E" ma:contentTypeVersion="4" ma:contentTypeDescription="Create a new document." ma:contentTypeScope="" ma:versionID="37ea4191f3194631469a0f75c4b18dde">
  <xsd:schema xmlns:xsd="http://www.w3.org/2001/XMLSchema" xmlns:xs="http://www.w3.org/2001/XMLSchema" xmlns:p="http://schemas.microsoft.com/office/2006/metadata/properties" xmlns:ns2="6ea603f4-8a4c-4125-8c3d-c3b4140172b4" targetNamespace="http://schemas.microsoft.com/office/2006/metadata/properties" ma:root="true" ma:fieldsID="8b48946b341a9e90e791dd9a4ba5b9ff" ns2:_="">
    <xsd:import namespace="6ea603f4-8a4c-4125-8c3d-c3b4140172b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ea603f4-8a4c-4125-8c3d-c3b4140172b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7E01985-2F55-4E04-93C7-345B9A6395E1}"/>
</file>

<file path=customXml/itemProps2.xml><?xml version="1.0" encoding="utf-8"?>
<ds:datastoreItem xmlns:ds="http://schemas.openxmlformats.org/officeDocument/2006/customXml" ds:itemID="{09A4E571-B708-436D-B00E-73339EAD3E3A}"/>
</file>

<file path=customXml/itemProps3.xml><?xml version="1.0" encoding="utf-8"?>
<ds:datastoreItem xmlns:ds="http://schemas.openxmlformats.org/officeDocument/2006/customXml" ds:itemID="{219EEAA5-A06D-4680-BF1F-D02C2D78299D}"/>
</file>

<file path=docProps/app.xml><?xml version="1.0" encoding="utf-8"?>
<Properties xmlns="http://schemas.openxmlformats.org/officeDocument/2006/extended-properties" xmlns:vt="http://schemas.openxmlformats.org/officeDocument/2006/docPropsVTypes">
  <Template>TM03457475[[fn=Frame]]</Template>
  <TotalTime>2902</TotalTime>
  <Words>1994</Words>
  <Application>Microsoft Office PowerPoint</Application>
  <PresentationFormat>Widescreen</PresentationFormat>
  <Paragraphs>179</Paragraphs>
  <Slides>33</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33</vt:i4>
      </vt:variant>
    </vt:vector>
  </HeadingPairs>
  <TitlesOfParts>
    <vt:vector size="41" baseType="lpstr">
      <vt:lpstr>Arial</vt:lpstr>
      <vt:lpstr>Calibri</vt:lpstr>
      <vt:lpstr>Corbel</vt:lpstr>
      <vt:lpstr>Courier New</vt:lpstr>
      <vt:lpstr>Tahoma</vt:lpstr>
      <vt:lpstr>Wingdings</vt:lpstr>
      <vt:lpstr>Wingdings 2</vt:lpstr>
      <vt:lpstr>Frame</vt:lpstr>
      <vt:lpstr>Experiența de utilizare și interacțiunea cu utilizatorul UX/UI Design</vt:lpstr>
      <vt:lpstr>În cursul anterior: element central the wheel (activitățile principale ale fluxului de lucru)</vt:lpstr>
      <vt:lpstr>De actualitate: modelul de tip wheel (proces ciclic)</vt:lpstr>
      <vt:lpstr>The Wheel.  Un ciclu de lucru presupune o succesiune mai complexă de activități, permanent feedback și multiple iterații</vt:lpstr>
      <vt:lpstr>3. Înțelegerea cerințelor</vt:lpstr>
      <vt:lpstr>3. Înțelegerea cerințelor</vt:lpstr>
      <vt:lpstr>3. Înțelegerea cerințelor</vt:lpstr>
      <vt:lpstr>3.1 Colectarea datelor (data elicitation)</vt:lpstr>
      <vt:lpstr>Colectarea datelor</vt:lpstr>
      <vt:lpstr>O serie de aspecte importante</vt:lpstr>
      <vt:lpstr>Înainte de vizita la client</vt:lpstr>
      <vt:lpstr>Înainte de vizita la client</vt:lpstr>
      <vt:lpstr>În timpul vizitei la client</vt:lpstr>
      <vt:lpstr>Recomandări</vt:lpstr>
      <vt:lpstr>În timpul vizitei la client</vt:lpstr>
      <vt:lpstr>Ce categorii de informații caută să afle un UX designer?</vt:lpstr>
      <vt:lpstr>Ce categorii de informații caută să afle un UX designer?</vt:lpstr>
      <vt:lpstr>Ce categorii de informații caută să afle un UX designer?</vt:lpstr>
      <vt:lpstr>În timpul vizitei la client</vt:lpstr>
      <vt:lpstr>Extragerea datelor relevante. Eficientizare</vt:lpstr>
      <vt:lpstr>3.2 Analiza datelor </vt:lpstr>
      <vt:lpstr>Scopuri principale</vt:lpstr>
      <vt:lpstr>Extragerea aspectelor esențiale: utilizarea unor work activity notes</vt:lpstr>
      <vt:lpstr>Utilizarea unor work activity notes – exemplu Înscrieri/programări pentru un club sportiv</vt:lpstr>
      <vt:lpstr>Utilizarea unor work activity notes – exemplu Înscrieri/programări pentru un club sportiv</vt:lpstr>
      <vt:lpstr>Scopuri principale</vt:lpstr>
      <vt:lpstr>Enumerarea unor caracteristici și funcționalități necesare utilizatorilor. Relatări, cerințe, user stories, user X stories </vt:lpstr>
      <vt:lpstr>Scopuri principale</vt:lpstr>
      <vt:lpstr>Capturarea și explicarea unor aspecte legate de practicile de lucru din domeniu. </vt:lpstr>
      <vt:lpstr>Capturarea și explicarea unor aspecte legate de practicile de lucru din domeniu. </vt:lpstr>
      <vt:lpstr>Capturarea și explicarea unor aspecte legate de practicile de lucru din domeniu. </vt:lpstr>
      <vt:lpstr>Alte exemple</vt:lpstr>
      <vt:lpstr>Alte exemple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Mihai Sorin Stupariu</dc:creator>
  <cp:lastModifiedBy>Mihai-Sorin Stupariu</cp:lastModifiedBy>
  <cp:revision>132</cp:revision>
  <dcterms:created xsi:type="dcterms:W3CDTF">2023-02-16T13:01:46Z</dcterms:created>
  <dcterms:modified xsi:type="dcterms:W3CDTF">2024-03-04T13:27:49Z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0x0101008A15293D4D15E14792C01B7E44673E5E</vt:lpwstr>
  </property>
</Properties>
</file>